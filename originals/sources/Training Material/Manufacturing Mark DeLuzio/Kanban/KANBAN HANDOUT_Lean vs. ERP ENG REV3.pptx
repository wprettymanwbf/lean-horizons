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29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B627"/>
    <a:srgbClr val="177E89"/>
    <a:srgbClr val="8EDCE6"/>
    <a:srgbClr val="F1BF98"/>
    <a:srgbClr val="2EC4B6"/>
    <a:srgbClr val="BDDBD0"/>
    <a:srgbClr val="2D7DD2"/>
    <a:srgbClr val="62929E"/>
    <a:srgbClr val="B3D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1"/>
    <p:restoredTop sz="81849" autoAdjust="0"/>
  </p:normalViewPr>
  <p:slideViewPr>
    <p:cSldViewPr snapToGrid="0">
      <p:cViewPr varScale="1">
        <p:scale>
          <a:sx n="67" d="100"/>
          <a:sy n="67" d="100"/>
        </p:scale>
        <p:origin x="1694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25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847F-0B94-F947-B172-F99DB1337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1B1ED-B2E3-19AE-DDFC-B157A0140513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B500-689F-3416-FFFA-6EFE369BF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KANBAN HANDOUT_LEAN vs. ERP ENG REV3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vs. ERP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</a:t>
            </a:fld>
            <a:endParaRPr lang="en-US"/>
          </a:p>
        </p:txBody>
      </p:sp>
      <p:graphicFrame>
        <p:nvGraphicFramePr>
          <p:cNvPr id="3" name="Group 40">
            <a:extLst>
              <a:ext uri="{FF2B5EF4-FFF2-40B4-BE49-F238E27FC236}">
                <a16:creationId xmlns:a16="http://schemas.microsoft.com/office/drawing/2014/main" id="{F15109EF-19C1-0466-2740-3273462654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199351"/>
              </p:ext>
            </p:extLst>
          </p:nvPr>
        </p:nvGraphicFramePr>
        <p:xfrm>
          <a:off x="838200" y="1939278"/>
          <a:ext cx="9585960" cy="4130040"/>
        </p:xfrm>
        <a:graphic>
          <a:graphicData uri="http://schemas.openxmlformats.org/drawingml/2006/table">
            <a:tbl>
              <a:tblPr/>
              <a:tblGrid>
                <a:gridCol w="3195320">
                  <a:extLst>
                    <a:ext uri="{9D8B030D-6E8A-4147-A177-3AD203B41FA5}">
                      <a16:colId xmlns:a16="http://schemas.microsoft.com/office/drawing/2014/main" val="40504341"/>
                    </a:ext>
                  </a:extLst>
                </a:gridCol>
                <a:gridCol w="3195320">
                  <a:extLst>
                    <a:ext uri="{9D8B030D-6E8A-4147-A177-3AD203B41FA5}">
                      <a16:colId xmlns:a16="http://schemas.microsoft.com/office/drawing/2014/main" val="3230434039"/>
                    </a:ext>
                  </a:extLst>
                </a:gridCol>
                <a:gridCol w="3195320">
                  <a:extLst>
                    <a:ext uri="{9D8B030D-6E8A-4147-A177-3AD203B41FA5}">
                      <a16:colId xmlns:a16="http://schemas.microsoft.com/office/drawing/2014/main" val="1232794577"/>
                    </a:ext>
                  </a:extLst>
                </a:gridCol>
              </a:tblGrid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Item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Lean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ERP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613509"/>
                  </a:ext>
                </a:extLst>
              </a:tr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Goals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Tie production levels to customer demand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Tie production levels to sales forecasts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510635"/>
                  </a:ext>
                </a:extLst>
              </a:tr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Approach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Bottom-up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Top-down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858795"/>
                  </a:ext>
                </a:extLst>
              </a:tr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Emphasis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Waste elimination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Planning and tracking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79229"/>
                  </a:ext>
                </a:extLst>
              </a:tr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Focus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Shop Floor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304239"/>
                  </a:ext>
                </a:extLst>
              </a:tr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276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933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14020</TotalTime>
  <Words>34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Roboto</vt:lpstr>
      <vt:lpstr>Roboto Medium</vt:lpstr>
      <vt:lpstr>Office Theme</vt:lpstr>
      <vt:lpstr>Lean vs. ERP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372</cp:revision>
  <dcterms:created xsi:type="dcterms:W3CDTF">2023-02-08T22:10:20Z</dcterms:created>
  <dcterms:modified xsi:type="dcterms:W3CDTF">2023-08-29T23:20:29Z</dcterms:modified>
</cp:coreProperties>
</file>