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2" r:id="rId2"/>
    <p:sldId id="293" r:id="rId3"/>
    <p:sldId id="296" r:id="rId4"/>
    <p:sldId id="298" r:id="rId5"/>
    <p:sldId id="297" r:id="rId6"/>
    <p:sldId id="295" r:id="rId7"/>
    <p:sldId id="29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B6AAEF-3415-5D22-AFDC-F31A005CEED7}" name="Joe Rutz" initials="JR" userId="S::joe.rutz@leancoachingllc.com::74172d3c-f68f-4a41-af3d-37d02d9c96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2222"/>
    <a:srgbClr val="FFB627"/>
    <a:srgbClr val="177E89"/>
    <a:srgbClr val="8EDCE6"/>
    <a:srgbClr val="F1BF98"/>
    <a:srgbClr val="2EC4B6"/>
    <a:srgbClr val="BDDBD0"/>
    <a:srgbClr val="2D7DD2"/>
    <a:srgbClr val="62929E"/>
    <a:srgbClr val="B3DE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21"/>
    <p:restoredTop sz="81849" autoAdjust="0"/>
  </p:normalViewPr>
  <p:slideViewPr>
    <p:cSldViewPr snapToGrid="0">
      <p:cViewPr varScale="1">
        <p:scale>
          <a:sx n="67" d="100"/>
          <a:sy n="67" d="100"/>
        </p:scale>
        <p:origin x="1694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1252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6C400-5EB2-4620-B71B-A7454A7EC846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CD8548-F1A2-4EDF-A416-5F2BB6B8F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3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7B85E90D-7DD7-92B5-E387-8C0441E41A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85391" y="1950112"/>
            <a:ext cx="77724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5360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FA04139-8C44-65B7-CCE0-3C72733967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1954" y="6012921"/>
            <a:ext cx="18256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546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40B0-16F5-BFBE-E22F-812ED893E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DE2FD-1979-A3D6-90A4-45D744A02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00722"/>
            <a:ext cx="9144000" cy="145707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394B0F-E5B4-CFAF-7473-46BB2646C4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6380" y="3556319"/>
            <a:ext cx="393924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65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36242-F70A-0032-2B4B-BCCF0734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9E81F-378B-8CF2-E1C3-1D9054EF7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BCBB7B-054A-FE83-5F7C-FE4A1CDFEEBA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61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A9C9-FDCA-934D-785B-BFD907843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95437-1877-C6A2-EE04-3EF98092E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15123"/>
            <a:ext cx="10515600" cy="137452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8720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8C054-8592-E116-8DB0-D7814A8CD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802A-EC64-E4D9-44D3-54E728E3E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A5B75-CA16-4AC3-A34C-C3C4FF82F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186D81-5D29-FE58-C442-6A6A0689DB5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59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2F87-A7AE-9269-55EC-7B1C8A4D2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7"/>
            <a:ext cx="10515600" cy="102235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27D69-EB01-A889-0CC3-A64B4F7DA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F1EC85-625B-CEAA-F97D-EF024B15F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5D1D7-7D1D-2F5D-8D5E-152CC8269A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D830EE-92A6-15ED-D99F-35788F37AD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CBFE9C-CE1B-ED6E-1745-391F9496BE1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51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D9D87-BBC7-C5DC-191E-E5E1CA2B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55C65A-BA96-51C7-B6FE-07AB4FB9C96C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30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C847F-0B94-F947-B172-F99DB13375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6D4273-7FC1-0947-B9FE-19CB3C0D1F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21B1ED-B2E3-19AE-DDFC-B157A0140513}"/>
              </a:ext>
            </a:extLst>
          </p:cNvPr>
          <p:cNvSpPr txBox="1"/>
          <p:nvPr userDrawn="1"/>
        </p:nvSpPr>
        <p:spPr>
          <a:xfrm>
            <a:off x="4205176" y="638478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Lean Horizons Consulting, LLC 2023. All Rights Reserved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45EA47-4246-F41D-5958-D5160317BC17}"/>
              </a:ext>
            </a:extLst>
          </p:cNvPr>
          <p:cNvSpPr txBox="1"/>
          <p:nvPr userDrawn="1"/>
        </p:nvSpPr>
        <p:spPr>
          <a:xfrm>
            <a:off x="838200" y="638931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PRESENTATION TITLE GOES HERE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797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5009C-FECA-9E9B-9F45-5710762AE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502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B4662-A656-519F-E5DC-FEF8051A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555F82-CA62-EC30-181A-37223E01F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6852"/>
            <a:ext cx="3932237" cy="372213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026B9A-5C7E-C150-5C07-A68A167F0F67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2229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225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35D53-C186-1B2C-FD72-2AC470B82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304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7372F6-C6B1-D2F4-8DED-EF3C3DBEAA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6E1FE-9DAE-4781-C70A-CF8F68AAF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8836"/>
            <a:ext cx="3932237" cy="372015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BD52B6-C25E-E933-F2B7-D40B2BFDF83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0245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194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F5CEA-F0B2-6EAB-4435-59D188AF3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515F-CCC6-5F3D-26FA-AF419F9D8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55FD7A-35A4-E3BB-30E7-93993A9F2FCF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86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EEA24E-3139-367F-63CD-6BE14639C4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504B8-9AC5-F3B2-2873-A2C234460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3289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C7573B6-84E2-B075-59F6-13B735C1EA0C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899C9A-A2FC-CD4A-1E66-538BA9DCD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EC040-D756-ECEA-9BEA-816A77F6A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5B500-689F-3416-FFFA-6EFE369BF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C6D4273-7FC1-0947-B9FE-19CB3C0D1FB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83AB58F5-18C5-C368-94F4-CC4D543C898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650147" y="311856"/>
            <a:ext cx="1376262" cy="27525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FEF531-ADF4-AB70-CB0F-227DD4FA1B4F}"/>
              </a:ext>
            </a:extLst>
          </p:cNvPr>
          <p:cNvCxnSpPr/>
          <p:nvPr userDrawn="1"/>
        </p:nvCxnSpPr>
        <p:spPr>
          <a:xfrm>
            <a:off x="838200" y="6382347"/>
            <a:ext cx="10515599" cy="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7AF5F83-88DF-460F-82C5-C2709D4DF5D2}"/>
              </a:ext>
            </a:extLst>
          </p:cNvPr>
          <p:cNvSpPr txBox="1"/>
          <p:nvPr userDrawn="1"/>
        </p:nvSpPr>
        <p:spPr>
          <a:xfrm>
            <a:off x="838200" y="638931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PRESENTATION TITLE GOES HERE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B0F1ED-1C44-DFD6-E7DA-038409D9167D}"/>
              </a:ext>
            </a:extLst>
          </p:cNvPr>
          <p:cNvSpPr txBox="1"/>
          <p:nvPr userDrawn="1"/>
        </p:nvSpPr>
        <p:spPr>
          <a:xfrm>
            <a:off x="4205176" y="638478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Lean Horizons Consulting, LLC 2023. All Rights Reserved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23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Roboto Medium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7F4462-F7E9-B722-4A9D-64F0A6166E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</a:t>
            </a:fld>
            <a:endParaRPr lang="en-US"/>
          </a:p>
        </p:txBody>
      </p:sp>
      <p:pic>
        <p:nvPicPr>
          <p:cNvPr id="2" name="Picture 2" descr="http://www.flmnh.ufl.edu/fish/gallery/descript/finetoothshark/illustration.JPG">
            <a:extLst>
              <a:ext uri="{FF2B5EF4-FFF2-40B4-BE49-F238E27FC236}">
                <a16:creationId xmlns:a16="http://schemas.microsoft.com/office/drawing/2014/main" id="{583C3966-4A80-E963-0940-CDE6E404D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743" y="1624489"/>
            <a:ext cx="10582514" cy="3609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2738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7F4462-F7E9-B722-4A9D-64F0A6166E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</a:t>
            </a:fld>
            <a:endParaRPr lang="en-US"/>
          </a:p>
        </p:txBody>
      </p:sp>
      <p:pic>
        <p:nvPicPr>
          <p:cNvPr id="2" name="Picture 2" descr="http://www.bigtimeattic.com/blog/uploaded_images/btablog_elephant2_web.jpg">
            <a:extLst>
              <a:ext uri="{FF2B5EF4-FFF2-40B4-BE49-F238E27FC236}">
                <a16:creationId xmlns:a16="http://schemas.microsoft.com/office/drawing/2014/main" id="{BB899EEE-5A26-49B9-64BB-01E8C6754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93"/>
          <a:stretch>
            <a:fillRect/>
          </a:stretch>
        </p:blipFill>
        <p:spPr bwMode="auto">
          <a:xfrm>
            <a:off x="3211354" y="1246115"/>
            <a:ext cx="5769292" cy="4365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8654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7F4462-F7E9-B722-4A9D-64F0A6166E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3</a:t>
            </a:fld>
            <a:endParaRPr lang="en-US"/>
          </a:p>
        </p:txBody>
      </p:sp>
      <p:pic>
        <p:nvPicPr>
          <p:cNvPr id="2" name="Picture 3" descr="C:\Users\Administrator\Documents\sliberty.jpg">
            <a:extLst>
              <a:ext uri="{FF2B5EF4-FFF2-40B4-BE49-F238E27FC236}">
                <a16:creationId xmlns:a16="http://schemas.microsoft.com/office/drawing/2014/main" id="{5BCE7D6C-3867-D9BE-E2A5-45B3C13E3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7162" y="918373"/>
            <a:ext cx="4277677" cy="5021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1592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7F4462-F7E9-B722-4A9D-64F0A6166E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4</a:t>
            </a:fld>
            <a:endParaRPr lang="en-US"/>
          </a:p>
        </p:txBody>
      </p:sp>
      <p:pic>
        <p:nvPicPr>
          <p:cNvPr id="4" name="Picture 2" descr="http://www.fotosearch.com/bthumb/IMZ/IMZ001/jba0555.jpg">
            <a:extLst>
              <a:ext uri="{FF2B5EF4-FFF2-40B4-BE49-F238E27FC236}">
                <a16:creationId xmlns:a16="http://schemas.microsoft.com/office/drawing/2014/main" id="{6B302508-E77E-D178-C09F-EA375F954C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" y="1054684"/>
            <a:ext cx="5012436" cy="5012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http://farm2.static.flickr.com/1342/1287091515_526004d433.jpg?v=0">
            <a:extLst>
              <a:ext uri="{FF2B5EF4-FFF2-40B4-BE49-F238E27FC236}">
                <a16:creationId xmlns:a16="http://schemas.microsoft.com/office/drawing/2014/main" id="{611D396A-76B0-34F2-15D1-082EC624A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0" r="3999"/>
          <a:stretch>
            <a:fillRect/>
          </a:stretch>
        </p:blipFill>
        <p:spPr bwMode="auto">
          <a:xfrm>
            <a:off x="5143218" y="1120216"/>
            <a:ext cx="5783580" cy="4742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2249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7F4462-F7E9-B722-4A9D-64F0A6166E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5</a:t>
            </a:fld>
            <a:endParaRPr lang="en-US"/>
          </a:p>
        </p:txBody>
      </p:sp>
      <p:pic>
        <p:nvPicPr>
          <p:cNvPr id="2" name="Picture 2" descr="http://static.howstuffworks.com/gif/how-to-draw-buildings-15.jpg">
            <a:extLst>
              <a:ext uri="{FF2B5EF4-FFF2-40B4-BE49-F238E27FC236}">
                <a16:creationId xmlns:a16="http://schemas.microsoft.com/office/drawing/2014/main" id="{2834E420-4D16-D91A-C7FB-73C566CF1A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2891" y="831604"/>
            <a:ext cx="4026217" cy="5194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7868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7F4462-F7E9-B722-4A9D-64F0A6166E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6</a:t>
            </a:fld>
            <a:endParaRPr lang="en-US"/>
          </a:p>
        </p:txBody>
      </p:sp>
      <p:pic>
        <p:nvPicPr>
          <p:cNvPr id="2" name="Picture 2" descr="http://dspace.dial.pipex.com/town/parade/abj76/PG/images/riverside/caesar.gif">
            <a:extLst>
              <a:ext uri="{FF2B5EF4-FFF2-40B4-BE49-F238E27FC236}">
                <a16:creationId xmlns:a16="http://schemas.microsoft.com/office/drawing/2014/main" id="{038A6AA4-25EA-0B78-836B-B57A5986C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1579" y="977703"/>
            <a:ext cx="2168842" cy="4902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4390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7F4462-F7E9-B722-4A9D-64F0A6166E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7</a:t>
            </a:fld>
            <a:endParaRPr lang="en-US"/>
          </a:p>
        </p:txBody>
      </p:sp>
      <p:pic>
        <p:nvPicPr>
          <p:cNvPr id="2" name="Picture 2" descr="C:\Users\Administrator\Documents\moose.jpg">
            <a:extLst>
              <a:ext uri="{FF2B5EF4-FFF2-40B4-BE49-F238E27FC236}">
                <a16:creationId xmlns:a16="http://schemas.microsoft.com/office/drawing/2014/main" id="{A754081B-BBF0-151B-C852-A3F870126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7180" y="1144113"/>
            <a:ext cx="6237640" cy="4569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3166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E3228"/>
      </a:accent1>
      <a:accent2>
        <a:srgbClr val="FDCA40"/>
      </a:accent2>
      <a:accent3>
        <a:srgbClr val="939598"/>
      </a:accent3>
      <a:accent4>
        <a:srgbClr val="76939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14023</TotalTime>
  <Words>7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Roboto</vt:lpstr>
      <vt:lpstr>Roboto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Justin Santiago</dc:creator>
  <cp:lastModifiedBy>Scott DeLuzio</cp:lastModifiedBy>
  <cp:revision>370</cp:revision>
  <dcterms:created xsi:type="dcterms:W3CDTF">2023-02-08T22:10:20Z</dcterms:created>
  <dcterms:modified xsi:type="dcterms:W3CDTF">2023-08-23T20:58:00Z</dcterms:modified>
</cp:coreProperties>
</file>