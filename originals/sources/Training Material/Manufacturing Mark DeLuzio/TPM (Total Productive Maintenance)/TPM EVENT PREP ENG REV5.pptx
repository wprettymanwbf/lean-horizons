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1849" autoAdjust="0"/>
  </p:normalViewPr>
  <p:slideViewPr>
    <p:cSldViewPr snapToGrid="0">
      <p:cViewPr varScale="1">
        <p:scale>
          <a:sx n="67" d="100"/>
          <a:sy n="67" d="100"/>
        </p:scale>
        <p:origin x="128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TPM EVENT PREP ENG REV5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TPM Event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83347-F741-264E-7C36-00DE92F014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purpose of this event is to create a more efficient  workplace by continuously improving the reliability and capabilities of production equipment</a:t>
            </a:r>
          </a:p>
          <a:p>
            <a:r>
              <a:rPr lang="en-US" dirty="0"/>
              <a:t>In carrying out this event the team members will</a:t>
            </a:r>
          </a:p>
          <a:p>
            <a:pPr lvl="1"/>
            <a:r>
              <a:rPr lang="en-US" dirty="0"/>
              <a:t>Conduct a THOROUGH CLEANING OF THE EQUIPMENT(5S).  This is done to enable a detailed inspection of the equipment</a:t>
            </a:r>
          </a:p>
          <a:p>
            <a:pPr lvl="1"/>
            <a:r>
              <a:rPr lang="en-US" dirty="0"/>
              <a:t>Assess all items that are in need of repair</a:t>
            </a:r>
          </a:p>
          <a:p>
            <a:pPr lvl="1"/>
            <a:r>
              <a:rPr lang="en-US" dirty="0"/>
              <a:t>Paint equipment and generally make it look like new</a:t>
            </a:r>
          </a:p>
          <a:p>
            <a:pPr lvl="1"/>
            <a:r>
              <a:rPr lang="en-US" dirty="0"/>
              <a:t>Repair as much as possible during the event and schedule the remaining items</a:t>
            </a:r>
          </a:p>
          <a:p>
            <a:pPr lvl="1"/>
            <a:r>
              <a:rPr lang="en-US" dirty="0"/>
              <a:t>Modify the equipment to make it easy for the operator to conduct daily status checks</a:t>
            </a:r>
          </a:p>
          <a:p>
            <a:pPr lvl="1"/>
            <a:r>
              <a:rPr lang="en-US" dirty="0"/>
              <a:t>Create an instruction set (standard work) that maintains the level of order that was achieved during the event</a:t>
            </a:r>
          </a:p>
          <a:p>
            <a:pPr lvl="1"/>
            <a:r>
              <a:rPr lang="en-US" dirty="0"/>
              <a:t>Train operators and mechanics in the process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61FC42-5ACD-7B44-E19E-6F868A3363A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91362" y="2186781"/>
          <a:ext cx="3343275" cy="362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343351" imgH="3628949" progId="MSGraph.Chart.8">
                  <p:embed followColorScheme="full"/>
                </p:oleObj>
              </mc:Choice>
              <mc:Fallback>
                <p:oleObj name="Chart" r:id="rId2" imgW="3343351" imgH="3628949" progId="MSGraph.Chart.8">
                  <p:embed followColorScheme="full"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AE661CC2-98AB-75FC-3EA2-6B2FEAE7E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2" y="2186781"/>
                        <a:ext cx="3343275" cy="362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551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14024</TotalTime>
  <Words>129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Roboto</vt:lpstr>
      <vt:lpstr>Roboto Medium</vt:lpstr>
      <vt:lpstr>Office Theme</vt:lpstr>
      <vt:lpstr>Microsoft Graph Chart</vt:lpstr>
      <vt:lpstr>TPM Event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373</cp:revision>
  <dcterms:created xsi:type="dcterms:W3CDTF">2023-02-08T22:10:20Z</dcterms:created>
  <dcterms:modified xsi:type="dcterms:W3CDTF">2023-09-08T18:15:06Z</dcterms:modified>
</cp:coreProperties>
</file>