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1"/>
  </p:notesMasterIdLst>
  <p:sldIdLst>
    <p:sldId id="258" r:id="rId2"/>
    <p:sldId id="283" r:id="rId3"/>
    <p:sldId id="284" r:id="rId4"/>
    <p:sldId id="285" r:id="rId5"/>
    <p:sldId id="313" r:id="rId6"/>
    <p:sldId id="314" r:id="rId7"/>
    <p:sldId id="315" r:id="rId8"/>
    <p:sldId id="335" r:id="rId9"/>
    <p:sldId id="316" r:id="rId10"/>
    <p:sldId id="336" r:id="rId11"/>
    <p:sldId id="337" r:id="rId12"/>
    <p:sldId id="338" r:id="rId13"/>
    <p:sldId id="339" r:id="rId14"/>
    <p:sldId id="341" r:id="rId15"/>
    <p:sldId id="342" r:id="rId16"/>
    <p:sldId id="343" r:id="rId17"/>
    <p:sldId id="345" r:id="rId18"/>
    <p:sldId id="346" r:id="rId19"/>
    <p:sldId id="347" r:id="rId20"/>
    <p:sldId id="334"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3" r:id="rId57"/>
    <p:sldId id="384" r:id="rId58"/>
    <p:sldId id="385" r:id="rId59"/>
    <p:sldId id="386"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915" autoAdjust="0"/>
  </p:normalViewPr>
  <p:slideViewPr>
    <p:cSldViewPr snapToGrid="0">
      <p:cViewPr varScale="1">
        <p:scale>
          <a:sx n="89" d="100"/>
          <a:sy n="89" d="100"/>
        </p:scale>
        <p:origin x="1434" y="90"/>
      </p:cViewPr>
      <p:guideLst/>
    </p:cSldViewPr>
  </p:slideViewPr>
  <p:notesTextViewPr>
    <p:cViewPr>
      <p:scale>
        <a:sx n="125" d="100"/>
        <a:sy n="125" d="100"/>
      </p:scale>
      <p:origin x="0" y="0"/>
    </p:cViewPr>
  </p:notesTextViewPr>
  <p:sorterViewPr>
    <p:cViewPr varScale="1">
      <p:scale>
        <a:sx n="100" d="100"/>
        <a:sy n="100" d="100"/>
      </p:scale>
      <p:origin x="0" y="-12528"/>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10/10/2023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929938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932805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23330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Cell Design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major objectives of this module are that we want you to:</a:t>
            </a:r>
          </a:p>
          <a:p>
            <a:r>
              <a:rPr lang="en-US" altLang="en-US" dirty="0">
                <a:latin typeface="Arial" panose="020B0604020202020204" pitchFamily="34" charset="0"/>
              </a:rPr>
              <a:t>1 – Understand the key concepts of Cell Design</a:t>
            </a:r>
          </a:p>
          <a:p>
            <a:r>
              <a:rPr lang="en-US" altLang="en-US" dirty="0">
                <a:latin typeface="Arial" panose="020B0604020202020204" pitchFamily="34" charset="0"/>
              </a:rPr>
              <a:t>2 – Identify the steps to designing a cell</a:t>
            </a:r>
          </a:p>
          <a:p>
            <a:r>
              <a:rPr lang="en-US" altLang="en-US" dirty="0">
                <a:latin typeface="Arial" panose="020B0604020202020204" pitchFamily="34" charset="0"/>
              </a:rPr>
              <a:t>3 – Identify how to build quality into the cell</a:t>
            </a:r>
          </a:p>
          <a:p>
            <a:r>
              <a:rPr lang="en-US" altLang="en-US" dirty="0">
                <a:latin typeface="Arial" panose="020B0604020202020204" pitchFamily="34" charset="0"/>
              </a:rPr>
              <a:t>4 – Define what are the do</a:t>
            </a:r>
            <a:r>
              <a:rPr lang="ja-JP" altLang="en-US" dirty="0">
                <a:latin typeface="Arial" panose="020B0604020202020204" pitchFamily="34" charset="0"/>
              </a:rPr>
              <a:t>’</a:t>
            </a:r>
            <a:r>
              <a:rPr lang="en-US" altLang="ja-JP" dirty="0">
                <a:latin typeface="Arial" panose="020B0604020202020204" pitchFamily="34" charset="0"/>
              </a:rPr>
              <a:t>s and don</a:t>
            </a:r>
            <a:r>
              <a:rPr lang="ja-JP" altLang="en-US" dirty="0">
                <a:latin typeface="Arial" panose="020B0604020202020204" pitchFamily="34" charset="0"/>
              </a:rPr>
              <a:t>’</a:t>
            </a:r>
            <a:r>
              <a:rPr lang="en-US" altLang="ja-JP" dirty="0" err="1">
                <a:latin typeface="Arial" panose="020B0604020202020204" pitchFamily="34" charset="0"/>
              </a:rPr>
              <a:t>ts</a:t>
            </a:r>
            <a:r>
              <a:rPr lang="en-US" altLang="ja-JP" dirty="0">
                <a:latin typeface="Arial" panose="020B0604020202020204" pitchFamily="34" charset="0"/>
              </a:rPr>
              <a:t> of Cell Design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907365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cs typeface="+mn-cs"/>
              </a:rPr>
              <a:t>DO:</a:t>
            </a:r>
            <a:r>
              <a:rPr lang="en-US" dirty="0">
                <a:ea typeface="ＭＳ Ｐゴシック" charset="0"/>
                <a:cs typeface="+mn-cs"/>
              </a:rPr>
              <a:t> Define for the class what we mean by a cell or a cellular arrangement.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032392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Cellularization both in the office and factory fundamentally reduces all of the 8 wastes.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For each of the benefits ask the group if they have an example or can explain how cellularization fulfills that benefit.</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4093302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ea typeface="ＭＳ Ｐゴシック" charset="0"/>
                <a:cs typeface="+mn-cs"/>
              </a:rPr>
              <a:t>DO:</a:t>
            </a:r>
            <a:r>
              <a:rPr lang="en-US" sz="800" dirty="0">
                <a:ea typeface="ＭＳ Ｐゴシック" charset="0"/>
                <a:cs typeface="+mn-cs"/>
              </a:rPr>
              <a:t> Review the charter for this event.</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Define one-piece flow. </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4240680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what is happening on the slide and what we mean by </a:t>
            </a:r>
            <a:r>
              <a:rPr lang="ja-JP" altLang="en-US" dirty="0">
                <a:latin typeface="Arial" panose="020B0604020202020204" pitchFamily="34" charset="0"/>
              </a:rPr>
              <a:t>“</a:t>
            </a:r>
            <a:r>
              <a:rPr lang="en-US" altLang="ja-JP" dirty="0">
                <a:latin typeface="Arial" panose="020B0604020202020204" pitchFamily="34" charset="0"/>
              </a:rPr>
              <a:t>batch production.</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wastes do you see on this slide with batching?</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915312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wastes have been eliminated by moving to one piece flow?</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971868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 you see happening in this graphic?</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is this not single piece flow?</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543708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 picture of a manufacturing cell. What are some characteristics that you see?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0953699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Discuss why cellular flow is typically counterclockwise. Ask if it would make sense to ever challenge that? (answer: yes – where it makes sense to do so – with lean there are very few absolutes, you have to apply it to your situation).</a:t>
            </a: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655663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NOTE:</a:t>
            </a:r>
            <a:r>
              <a:rPr lang="en-US" dirty="0">
                <a:ea typeface="ＭＳ Ｐゴシック" charset="0"/>
                <a:cs typeface="+mn-cs"/>
              </a:rPr>
              <a:t> For a possible drawing on a </a:t>
            </a:r>
            <a:r>
              <a:rPr lang="en-US" dirty="0" err="1">
                <a:ea typeface="ＭＳ Ｐゴシック" charset="0"/>
                <a:cs typeface="+mn-cs"/>
              </a:rPr>
              <a:t>chartpaper</a:t>
            </a:r>
            <a:r>
              <a:rPr lang="en-US" dirty="0">
                <a:ea typeface="ＭＳ Ｐゴシック" charset="0"/>
                <a:cs typeface="+mn-cs"/>
              </a:rPr>
              <a:t>: Draw a picture with the three operations and show how the distances will be shorter in a u-shape even if the distances remain the same, the backtracking is reduced by being in a u.</a:t>
            </a: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594909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this case, the operator and part follow the same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9206247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another work sequence combination where the operators do not flow the same as the part. Note, Operator #1 retrieves the raw material completes steps 1,2 7,8 and deposits the finished product into the finished goods container. Operator #2 completes steps 3,4 5 &amp; 6 in this work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793909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key lean concept of cellular flow is to separate the operator from the machine.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 you think we mean by this?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remove as much non-value added activity from the operator as possible. How many people stand and watch their washing machines wash the clothes at home? We don</a:t>
            </a:r>
            <a:r>
              <a:rPr lang="ja-JP" altLang="en-US" dirty="0">
                <a:latin typeface="Arial" panose="020B0604020202020204" pitchFamily="34" charset="0"/>
              </a:rPr>
              <a:t>’</a:t>
            </a:r>
            <a:r>
              <a:rPr lang="en-US" altLang="ja-JP" dirty="0">
                <a:latin typeface="Arial" panose="020B0604020202020204" pitchFamily="34" charset="0"/>
              </a:rPr>
              <a:t>t do that at home, why would we want to do that at work? As much as possible we want to look for opportunities to free the operator from one machine to be able to work multiple machines/processes.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340853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the levels of automation and how we try to kaizen the process in this sequence. </a:t>
            </a: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676668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cs typeface="+mn-cs"/>
              </a:rPr>
              <a:t>DO</a:t>
            </a:r>
            <a:r>
              <a:rPr lang="en-US" dirty="0">
                <a:ea typeface="ＭＳ Ｐゴシック" charset="0"/>
                <a:cs typeface="+mn-cs"/>
              </a:rPr>
              <a:t>: Define </a:t>
            </a:r>
            <a:r>
              <a:rPr lang="en-US" dirty="0" err="1">
                <a:ea typeface="ＭＳ Ｐゴシック" charset="0"/>
                <a:cs typeface="+mn-cs"/>
              </a:rPr>
              <a:t>chaku-chaku</a:t>
            </a:r>
            <a:r>
              <a:rPr lang="en-US" dirty="0">
                <a:ea typeface="ＭＳ Ｐゴシック" charset="0"/>
                <a:cs typeface="+mn-cs"/>
              </a:rPr>
              <a: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4027395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4074259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Provide brief overview of the steps to designing a cell.</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will explain each of these in more depth on the upcoming slides.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040831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first step is to determine what the cell should produce.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722498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do this by conducting a product family analysis of all of the parts that are made and the processes they go through in order to be made. We look for similarities in order to identify product families. Groups of parts then make sense to be made together in a cell.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481124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this simple example.</a:t>
            </a:r>
          </a:p>
          <a:p>
            <a:pPr>
              <a:defRPr/>
            </a:pPr>
            <a:endParaRPr lang="en-US" dirty="0">
              <a:ea typeface="ＭＳ Ｐゴシック" charset="0"/>
              <a:cs typeface="+mn-cs"/>
            </a:endParaRPr>
          </a:p>
          <a:p>
            <a:pPr>
              <a:defRPr/>
            </a:pPr>
            <a:r>
              <a:rPr lang="en-US" dirty="0">
                <a:ea typeface="ＭＳ Ｐゴシック" charset="0"/>
                <a:cs typeface="+mn-cs"/>
              </a:rPr>
              <a:t>DO: *Explain Product Quantity Process Routing from VSM and Standard Work.</a:t>
            </a: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2567933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Step 2 is to create cardboard cut-outs of the cell.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037950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Define the cardboard cut out method and ask the group what the advantages would be. </a:t>
            </a: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4048032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few additional notes on cardboard cut-outs…</a:t>
            </a:r>
          </a:p>
          <a:p>
            <a:endParaRPr lang="en-US" altLang="en-US" dirty="0">
              <a:latin typeface="Arial" panose="020B0604020202020204" pitchFamily="34" charset="0"/>
            </a:endParaRPr>
          </a:p>
          <a:p>
            <a:pPr lvl="1"/>
            <a:r>
              <a:rPr lang="en-US" altLang="en-US" dirty="0">
                <a:latin typeface="Arial" panose="020B0604020202020204" pitchFamily="34" charset="0"/>
              </a:rPr>
              <a:t>Cut-outs may not be needed for simple </a:t>
            </a:r>
            <a:r>
              <a:rPr lang="ja-JP" altLang="en-US" dirty="0">
                <a:latin typeface="Arial" panose="020B0604020202020204" pitchFamily="34" charset="0"/>
              </a:rPr>
              <a:t>“</a:t>
            </a:r>
            <a:r>
              <a:rPr lang="en-US" altLang="ja-JP" dirty="0">
                <a:latin typeface="Arial" panose="020B0604020202020204" pitchFamily="34" charset="0"/>
              </a:rPr>
              <a:t>easy to move</a:t>
            </a:r>
            <a:r>
              <a:rPr lang="ja-JP" altLang="en-US" dirty="0">
                <a:latin typeface="Arial" panose="020B0604020202020204" pitchFamily="34" charset="0"/>
              </a:rPr>
              <a:t>”</a:t>
            </a:r>
            <a:r>
              <a:rPr lang="en-US" altLang="ja-JP" dirty="0">
                <a:latin typeface="Arial" panose="020B0604020202020204" pitchFamily="34" charset="0"/>
              </a:rPr>
              <a:t> operations.</a:t>
            </a:r>
          </a:p>
          <a:p>
            <a:pPr lvl="1"/>
            <a:r>
              <a:rPr lang="en-US" altLang="en-US" dirty="0">
                <a:latin typeface="Arial" panose="020B0604020202020204" pitchFamily="34" charset="0"/>
              </a:rPr>
              <a:t>If possible, have the host facility prepare cut-outs prior to the Kaizen event.</a:t>
            </a:r>
          </a:p>
          <a:p>
            <a:pPr lvl="1"/>
            <a:r>
              <a:rPr lang="en-US" altLang="en-US" dirty="0">
                <a:latin typeface="Arial" panose="020B0604020202020204" pitchFamily="34" charset="0"/>
              </a:rPr>
              <a:t>Make sure to stress that this is a team based exercise - operator involvement is critical</a:t>
            </a:r>
          </a:p>
          <a:p>
            <a:pPr lvl="1"/>
            <a:r>
              <a:rPr lang="en-US" altLang="en-US" dirty="0">
                <a:latin typeface="Arial" panose="020B0604020202020204" pitchFamily="34" charset="0"/>
              </a:rPr>
              <a:t>Watch for potential problems (barriers, reverse flow, etc.) or physical constraints (structural beams, posts, etc.)</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0087668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another example of a cell designed by cardboard cut-outs.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467661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Step 3 is to identify the workstation design.</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467084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cs typeface="+mn-cs"/>
              </a:rPr>
              <a:t>DO:</a:t>
            </a:r>
            <a:r>
              <a:rPr lang="en-US" dirty="0">
                <a:ea typeface="ＭＳ Ｐゴシック" charset="0"/>
                <a:cs typeface="+mn-cs"/>
              </a:rPr>
              <a:t> Review key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605410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Step 4 is to determine how the tools and materials are to be presented to the cell/operator.</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is this important? What benefit is there to doing this?</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3977111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Appropriate space needs to be allocated for tools and materials!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9947875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659075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Step 5 is to define the material replenishment procedures, by this we mean what is the process around bring parts to the cell and taking completed parts/products away from the cell.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4575149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It is important to choreograph the steps and sequence to how the materials will be supplied to the cell.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40912011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Define supermarkets and cover key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7936120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wouldn't we just have the operator take care of replenishing their materials, why have another position for this?</a:t>
            </a:r>
            <a:r>
              <a:rPr lang="ja-JP" altLang="en-US" dirty="0">
                <a:latin typeface="Arial" panose="020B0604020202020204" pitchFamily="34" charset="0"/>
              </a:rPr>
              <a:t>”</a:t>
            </a:r>
            <a:r>
              <a:rPr lang="en-US" altLang="ja-JP" dirty="0">
                <a:latin typeface="Arial" panose="020B0604020202020204" pitchFamily="34" charset="0"/>
              </a:rPr>
              <a:t> (answer: by the operator doing this, they will have to stop making products, travel to retrieve the parts and then travel back to their cell. This breaks the flow)</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7112866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10908155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are other error proofing examples?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3784630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4 levels of error proofing.</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is wrong with stopping at Level 2? (we are waiting until after the 3</a:t>
            </a:r>
            <a:r>
              <a:rPr lang="en-US" altLang="ja-JP" baseline="30000" dirty="0">
                <a:latin typeface="Arial" panose="020B0604020202020204" pitchFamily="34" charset="0"/>
              </a:rPr>
              <a:t>rd</a:t>
            </a:r>
            <a:r>
              <a:rPr lang="en-US" altLang="ja-JP" dirty="0">
                <a:latin typeface="Arial" panose="020B0604020202020204" pitchFamily="34" charset="0"/>
              </a:rPr>
              <a:t> process to check if we have a quality part… steps B and C could be working on defect (WASTE – and if they are working in batch even more so!)</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reach a point where it is impossible to pass a defect onto the next process. In this section will discuss ways to build quality into the product so that we can achieve this.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05042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With error-proofing we can implement a control/shut down technique in the process – with prevention an error would be impossible, with detection, the defect would be unable to move onto the next step. </a:t>
            </a:r>
          </a:p>
          <a:p>
            <a:r>
              <a:rPr lang="en-US" altLang="en-US" dirty="0">
                <a:latin typeface="Arial" panose="020B0604020202020204" pitchFamily="34" charset="0"/>
              </a:rPr>
              <a:t>By implementing a warning technique, prevention methods would allow us to know that an error is about to be made, and detection methods would let us know that an error has just occurred.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41130627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cs typeface="+mn-cs"/>
              </a:rPr>
              <a:t>DO:</a:t>
            </a:r>
            <a:r>
              <a:rPr lang="en-US" dirty="0">
                <a:ea typeface="ＭＳ Ｐゴシック" charset="0"/>
                <a:cs typeface="+mn-cs"/>
              </a:rPr>
              <a:t> Review examples.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8349399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cs typeface="+mn-cs"/>
              </a:rPr>
              <a:t>DO:</a:t>
            </a:r>
            <a:r>
              <a:rPr lang="en-US" dirty="0">
                <a:ea typeface="ＭＳ Ｐゴシック" charset="0"/>
                <a:cs typeface="+mn-cs"/>
              </a:rPr>
              <a:t> Review examples.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25580421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8226118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3484315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6541559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the seven steps.</a:t>
            </a: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3027352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For detection methods and warning methods, it is important that a plan is in place and well practiced for what to do if the line needs to be stopped. Everyone needs to know who does what, and they need to be counted on to do their part so that the process can be trusted.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happens in an </a:t>
            </a:r>
            <a:r>
              <a:rPr lang="en-US" altLang="ja-JP" dirty="0" err="1">
                <a:latin typeface="Arial" panose="020B0604020202020204" pitchFamily="34" charset="0"/>
              </a:rPr>
              <a:t>andon</a:t>
            </a:r>
            <a:r>
              <a:rPr lang="en-US" altLang="ja-JP" dirty="0">
                <a:latin typeface="Arial" panose="020B0604020202020204" pitchFamily="34" charset="0"/>
              </a:rPr>
              <a:t> environment when an operator flips the switch to red, and no one responds… he/she ultimately has to go get the supervisor…</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16994120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Error-proofing is not always possible given the process or what can be reasonably implemented during the improvement period. This slide shows some great ideas for making the process </a:t>
            </a:r>
            <a:r>
              <a:rPr lang="ja-JP" altLang="en-US" dirty="0">
                <a:latin typeface="Arial" panose="020B0604020202020204" pitchFamily="34" charset="0"/>
              </a:rPr>
              <a:t>“</a:t>
            </a:r>
            <a:r>
              <a:rPr lang="en-US" altLang="ja-JP" dirty="0">
                <a:latin typeface="Arial" panose="020B0604020202020204" pitchFamily="34" charset="0"/>
              </a:rPr>
              <a:t>better</a:t>
            </a:r>
            <a:r>
              <a:rPr lang="ja-JP" altLang="en-US" dirty="0">
                <a:latin typeface="Arial" panose="020B0604020202020204" pitchFamily="34" charset="0"/>
              </a:rPr>
              <a:t>”</a:t>
            </a:r>
            <a:r>
              <a:rPr lang="en-US" altLang="ja-JP" dirty="0">
                <a:latin typeface="Arial" panose="020B0604020202020204" pitchFamily="34" charset="0"/>
              </a:rPr>
              <a:t> in these instances.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With each of these examples, is it possible to pass on a defect? Yes. However, the chances are much less.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3892411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summary points. </a:t>
            </a: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3715005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OPTIONAL EXERCISE:</a:t>
            </a:r>
          </a:p>
          <a:p>
            <a:r>
              <a:rPr lang="en-US" altLang="en-US" b="1" dirty="0">
                <a:latin typeface="Arial" panose="020B0604020202020204" pitchFamily="34" charset="0"/>
              </a:rPr>
              <a:t>PURPOSE: </a:t>
            </a:r>
            <a:r>
              <a:rPr lang="en-US" altLang="en-US" dirty="0">
                <a:latin typeface="Arial" panose="020B0604020202020204" pitchFamily="34" charset="0"/>
              </a:rPr>
              <a:t>To provide an interactive experience for the learners to help remember the Do</a:t>
            </a:r>
            <a:r>
              <a:rPr lang="ja-JP" altLang="en-US" dirty="0">
                <a:latin typeface="Arial" panose="020B0604020202020204" pitchFamily="34" charset="0"/>
              </a:rPr>
              <a:t>’</a:t>
            </a:r>
            <a:r>
              <a:rPr lang="en-US" altLang="ja-JP" dirty="0">
                <a:latin typeface="Arial" panose="020B0604020202020204" pitchFamily="34" charset="0"/>
              </a:rPr>
              <a:t>s and Don</a:t>
            </a:r>
            <a:r>
              <a:rPr lang="ja-JP" altLang="en-US" dirty="0">
                <a:latin typeface="Arial" panose="020B0604020202020204" pitchFamily="34" charset="0"/>
              </a:rPr>
              <a:t>’</a:t>
            </a:r>
            <a:r>
              <a:rPr lang="en-US" altLang="ja-JP" dirty="0" err="1">
                <a:latin typeface="Arial" panose="020B0604020202020204" pitchFamily="34" charset="0"/>
              </a:rPr>
              <a:t>ts</a:t>
            </a:r>
            <a:r>
              <a:rPr lang="en-US" altLang="ja-JP" dirty="0">
                <a:latin typeface="Arial" panose="020B0604020202020204" pitchFamily="34" charset="0"/>
              </a:rPr>
              <a:t> of Cell Design.</a:t>
            </a:r>
            <a:br>
              <a:rPr lang="en-US" altLang="ja-JP" dirty="0">
                <a:latin typeface="Arial" panose="020B0604020202020204" pitchFamily="34" charset="0"/>
              </a:rPr>
            </a:br>
            <a:endParaRPr lang="en-US" altLang="ja-JP" dirty="0">
              <a:latin typeface="Arial" panose="020B0604020202020204" pitchFamily="34" charset="0"/>
            </a:endParaRPr>
          </a:p>
          <a:p>
            <a:r>
              <a:rPr lang="en-US" altLang="en-US" b="1" dirty="0">
                <a:latin typeface="Arial" panose="020B0604020202020204" pitchFamily="34" charset="0"/>
              </a:rPr>
              <a:t>MATERIALS NEEDED</a:t>
            </a:r>
            <a:r>
              <a:rPr lang="en-US" altLang="en-US" dirty="0">
                <a:latin typeface="Arial" panose="020B0604020202020204" pitchFamily="34" charset="0"/>
              </a:rPr>
              <a:t>: Markers and </a:t>
            </a:r>
            <a:r>
              <a:rPr lang="en-US" altLang="en-US" dirty="0" err="1">
                <a:latin typeface="Arial" panose="020B0604020202020204" pitchFamily="34" charset="0"/>
              </a:rPr>
              <a:t>chartpaper</a:t>
            </a:r>
            <a:r>
              <a:rPr lang="en-US" altLang="en-US" dirty="0">
                <a:latin typeface="Arial" panose="020B0604020202020204" pitchFamily="34" charset="0"/>
              </a:rPr>
              <a:t> </a:t>
            </a:r>
            <a:br>
              <a:rPr lang="en-US" altLang="en-US" dirty="0">
                <a:latin typeface="Arial" panose="020B0604020202020204" pitchFamily="34" charset="0"/>
              </a:rPr>
            </a:br>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Break the class into small groups and divvy up each of the </a:t>
            </a:r>
            <a:r>
              <a:rPr lang="ja-JP" altLang="en-US" dirty="0">
                <a:latin typeface="Arial" panose="020B0604020202020204" pitchFamily="34" charset="0"/>
              </a:rPr>
              <a:t>“</a:t>
            </a:r>
            <a:r>
              <a:rPr lang="en-US" altLang="ja-JP" dirty="0">
                <a:latin typeface="Arial" panose="020B0604020202020204" pitchFamily="34" charset="0"/>
              </a:rPr>
              <a:t>do</a:t>
            </a:r>
            <a:r>
              <a:rPr lang="ja-JP" altLang="en-US" dirty="0">
                <a:latin typeface="Arial" panose="020B0604020202020204" pitchFamily="34" charset="0"/>
              </a:rPr>
              <a:t>’</a:t>
            </a:r>
            <a:r>
              <a:rPr lang="en-US" altLang="ja-JP" dirty="0">
                <a:latin typeface="Arial" panose="020B0604020202020204" pitchFamily="34" charset="0"/>
              </a:rPr>
              <a:t>s and don</a:t>
            </a:r>
            <a:r>
              <a:rPr lang="ja-JP" altLang="en-US" dirty="0">
                <a:latin typeface="Arial" panose="020B0604020202020204" pitchFamily="34" charset="0"/>
              </a:rPr>
              <a:t>’</a:t>
            </a:r>
            <a:r>
              <a:rPr lang="en-US" altLang="ja-JP" dirty="0" err="1">
                <a:latin typeface="Arial" panose="020B0604020202020204" pitchFamily="34" charset="0"/>
              </a:rPr>
              <a:t>ts</a:t>
            </a:r>
            <a:r>
              <a:rPr lang="ja-JP" altLang="en-US" dirty="0">
                <a:latin typeface="Arial" panose="020B0604020202020204" pitchFamily="34" charset="0"/>
              </a:rPr>
              <a:t>”</a:t>
            </a:r>
            <a:r>
              <a:rPr lang="en-US" altLang="ja-JP" dirty="0">
                <a:latin typeface="Arial" panose="020B0604020202020204" pitchFamily="34" charset="0"/>
              </a:rPr>
              <a:t>. Ideally you could assign each slide to a different table or group. </a:t>
            </a:r>
            <a:br>
              <a:rPr lang="en-US" altLang="ja-JP" dirty="0">
                <a:latin typeface="Arial" panose="020B0604020202020204" pitchFamily="34" charset="0"/>
              </a:rPr>
            </a:br>
            <a:endParaRPr lang="en-US" altLang="ja-JP" dirty="0">
              <a:latin typeface="Arial" panose="020B0604020202020204" pitchFamily="34" charset="0"/>
            </a:endParaRPr>
          </a:p>
          <a:p>
            <a:r>
              <a:rPr lang="en-US" altLang="en-US" b="1" dirty="0">
                <a:latin typeface="Arial" panose="020B0604020202020204" pitchFamily="34" charset="0"/>
              </a:rPr>
              <a:t>INSTRUCTIONS:</a:t>
            </a:r>
            <a:r>
              <a:rPr lang="en-US" altLang="en-US" dirty="0">
                <a:latin typeface="Arial" panose="020B0604020202020204" pitchFamily="34" charset="0"/>
              </a:rPr>
              <a:t> Each table or group must come up with an icon, drawing, or graphic that represents that particular principle. Have them draw this on a chart paper with markers and report out to the rest of the group. Set a brief time limit to encourage creativity (plus the time crunch makes it more fun!). </a:t>
            </a:r>
            <a:r>
              <a:rPr lang="en-US" altLang="en-US" b="1" dirty="0">
                <a:latin typeface="Arial" panose="020B0604020202020204" pitchFamily="34" charset="0"/>
              </a:rPr>
              <a:t>Recommended no more than 5 minutes</a:t>
            </a:r>
            <a:r>
              <a:rPr lang="en-US" altLang="en-US" dirty="0">
                <a:latin typeface="Arial" panose="020B0604020202020204" pitchFamily="34" charset="0"/>
              </a:rPr>
              <a:t>. </a:t>
            </a:r>
            <a:br>
              <a:rPr lang="en-US" altLang="en-US" dirty="0">
                <a:latin typeface="Arial" panose="020B0604020202020204" pitchFamily="34" charset="0"/>
              </a:rPr>
            </a:br>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As you review each of the drawings, take that time to really discuss what is meant by this principle with the group. </a:t>
            </a: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40420560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Discuss each in detail. </a:t>
            </a: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25538219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Discuss each in detail. </a:t>
            </a: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29314083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Discuss each in detail. </a:t>
            </a: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42603613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Discuss each in detail. </a:t>
            </a: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33283124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5106646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3166837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CELL DESIGN PRESENTATION ENG REV 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13.jpeg"/><Relationship Id="rId4" Type="http://schemas.openxmlformats.org/officeDocument/2006/relationships/image" Target="../media/image12.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5.xml"/><Relationship Id="rId1" Type="http://schemas.openxmlformats.org/officeDocument/2006/relationships/slideLayout" Target="../slideLayouts/slideLayout8.xml"/><Relationship Id="rId4" Type="http://schemas.openxmlformats.org/officeDocument/2006/relationships/image" Target="../media/image19.jpeg"/></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9.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Cell Design</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Cell Design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apply the principles and components of proper Cell Design </a:t>
            </a:r>
            <a:br>
              <a:rPr lang="en-US" dirty="0"/>
            </a:br>
            <a:r>
              <a:rPr lang="en-US" dirty="0"/>
              <a:t>to achieve a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4" name="Group 11">
            <a:extLst>
              <a:ext uri="{FF2B5EF4-FFF2-40B4-BE49-F238E27FC236}">
                <a16:creationId xmlns:a16="http://schemas.microsoft.com/office/drawing/2014/main" id="{D3554118-BBFB-416F-7152-B1A1C75A860D}"/>
              </a:ext>
            </a:extLst>
          </p:cNvPr>
          <p:cNvGrpSpPr>
            <a:grpSpLocks/>
          </p:cNvGrpSpPr>
          <p:nvPr/>
        </p:nvGrpSpPr>
        <p:grpSpPr bwMode="auto">
          <a:xfrm>
            <a:off x="2009458" y="3835400"/>
            <a:ext cx="8173085" cy="1549400"/>
            <a:chOff x="620" y="2416"/>
            <a:chExt cx="3672" cy="849"/>
          </a:xfrm>
        </p:grpSpPr>
        <p:sp>
          <p:nvSpPr>
            <p:cNvPr id="6" name="AutoShape 3">
              <a:extLst>
                <a:ext uri="{FF2B5EF4-FFF2-40B4-BE49-F238E27FC236}">
                  <a16:creationId xmlns:a16="http://schemas.microsoft.com/office/drawing/2014/main" id="{F07ED869-6E50-FF98-F173-E4703D6FD897}"/>
                </a:ext>
              </a:extLst>
            </p:cNvPr>
            <p:cNvSpPr>
              <a:spLocks noChangeArrowheads="1"/>
            </p:cNvSpPr>
            <p:nvPr/>
          </p:nvSpPr>
          <p:spPr bwMode="auto">
            <a:xfrm>
              <a:off x="3284" y="2416"/>
              <a:ext cx="1008" cy="848"/>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Do’</a:t>
              </a:r>
              <a:r>
                <a:rPr lang="en-US" altLang="ja-JP" sz="2000" dirty="0">
                  <a:solidFill>
                    <a:schemeClr val="bg1"/>
                  </a:solidFill>
                  <a:latin typeface="Roboto" panose="02000000000000000000" pitchFamily="2" charset="0"/>
                  <a:ea typeface="Roboto" panose="02000000000000000000" pitchFamily="2" charset="0"/>
                </a:rPr>
                <a:t>s and</a:t>
              </a:r>
              <a:br>
                <a:rPr lang="en-US" altLang="ja-JP" sz="2000" dirty="0">
                  <a:solidFill>
                    <a:schemeClr val="bg1"/>
                  </a:solidFill>
                  <a:latin typeface="Roboto" panose="02000000000000000000" pitchFamily="2" charset="0"/>
                  <a:ea typeface="Roboto" panose="02000000000000000000" pitchFamily="2" charset="0"/>
                </a:rPr>
              </a:br>
              <a:r>
                <a:rPr lang="en-US" altLang="ja-JP" sz="2000" dirty="0">
                  <a:solidFill>
                    <a:schemeClr val="bg1"/>
                  </a:solidFill>
                  <a:latin typeface="Roboto" panose="02000000000000000000" pitchFamily="2" charset="0"/>
                  <a:ea typeface="Roboto" panose="02000000000000000000" pitchFamily="2" charset="0"/>
                </a:rPr>
                <a:t>Don’ts</a:t>
              </a:r>
              <a:br>
                <a:rPr lang="en-US" altLang="ja-JP" sz="2000" dirty="0">
                  <a:solidFill>
                    <a:schemeClr val="bg1"/>
                  </a:solidFill>
                  <a:latin typeface="Roboto" panose="02000000000000000000" pitchFamily="2" charset="0"/>
                  <a:ea typeface="Roboto" panose="02000000000000000000" pitchFamily="2" charset="0"/>
                </a:rPr>
              </a:br>
              <a:r>
                <a:rPr lang="en-US" altLang="ja-JP" sz="2000" dirty="0">
                  <a:solidFill>
                    <a:schemeClr val="bg1"/>
                  </a:solidFill>
                  <a:latin typeface="Roboto" panose="02000000000000000000" pitchFamily="2" charset="0"/>
                  <a:ea typeface="Roboto" panose="02000000000000000000" pitchFamily="2" charset="0"/>
                </a:rPr>
                <a:t>of Cell Design</a:t>
              </a:r>
              <a:endParaRPr lang="en-US" altLang="en-US" sz="2000" dirty="0">
                <a:solidFill>
                  <a:schemeClr val="bg1"/>
                </a:solidFill>
                <a:latin typeface="Roboto" panose="02000000000000000000" pitchFamily="2" charset="0"/>
                <a:ea typeface="Roboto" panose="02000000000000000000" pitchFamily="2" charset="0"/>
              </a:endParaRPr>
            </a:p>
          </p:txBody>
        </p:sp>
        <p:sp>
          <p:nvSpPr>
            <p:cNvPr id="7" name="AutoShape 5">
              <a:extLst>
                <a:ext uri="{FF2B5EF4-FFF2-40B4-BE49-F238E27FC236}">
                  <a16:creationId xmlns:a16="http://schemas.microsoft.com/office/drawing/2014/main" id="{FF5C818B-781E-67BF-804A-9469679187A8}"/>
                </a:ext>
              </a:extLst>
            </p:cNvPr>
            <p:cNvSpPr>
              <a:spLocks noChangeArrowheads="1"/>
            </p:cNvSpPr>
            <p:nvPr/>
          </p:nvSpPr>
          <p:spPr bwMode="auto">
            <a:xfrm>
              <a:off x="2367" y="2417"/>
              <a:ext cx="1008" cy="848"/>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a:latin typeface="Roboto" panose="02000000000000000000" pitchFamily="2" charset="0"/>
                  <a:ea typeface="Roboto" panose="02000000000000000000" pitchFamily="2" charset="0"/>
                </a:rPr>
                <a:t>Building</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Quality</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Into the</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Cell</a:t>
              </a:r>
            </a:p>
          </p:txBody>
        </p:sp>
        <p:sp>
          <p:nvSpPr>
            <p:cNvPr id="8" name="AutoShape 6">
              <a:extLst>
                <a:ext uri="{FF2B5EF4-FFF2-40B4-BE49-F238E27FC236}">
                  <a16:creationId xmlns:a16="http://schemas.microsoft.com/office/drawing/2014/main" id="{0A2031CA-6701-5A9B-AEE2-074531809A8F}"/>
                </a:ext>
              </a:extLst>
            </p:cNvPr>
            <p:cNvSpPr>
              <a:spLocks noChangeArrowheads="1"/>
            </p:cNvSpPr>
            <p:nvPr/>
          </p:nvSpPr>
          <p:spPr bwMode="auto">
            <a:xfrm>
              <a:off x="1523" y="2417"/>
              <a:ext cx="1008" cy="848"/>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a:latin typeface="Roboto" panose="02000000000000000000" pitchFamily="2" charset="0"/>
                  <a:ea typeface="Roboto" panose="02000000000000000000" pitchFamily="2" charset="0"/>
                </a:rPr>
                <a:t>Steps to</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Designing</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a Cell</a:t>
              </a:r>
            </a:p>
          </p:txBody>
        </p:sp>
        <p:sp>
          <p:nvSpPr>
            <p:cNvPr id="9" name="AutoShape 10">
              <a:extLst>
                <a:ext uri="{FF2B5EF4-FFF2-40B4-BE49-F238E27FC236}">
                  <a16:creationId xmlns:a16="http://schemas.microsoft.com/office/drawing/2014/main" id="{203225C5-325E-1DE2-A755-F6BB5931F7F5}"/>
                </a:ext>
              </a:extLst>
            </p:cNvPr>
            <p:cNvSpPr>
              <a:spLocks noChangeArrowheads="1"/>
            </p:cNvSpPr>
            <p:nvPr/>
          </p:nvSpPr>
          <p:spPr bwMode="auto">
            <a:xfrm>
              <a:off x="620" y="2416"/>
              <a:ext cx="1008" cy="848"/>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a:latin typeface="Roboto" panose="02000000000000000000" pitchFamily="2" charset="0"/>
                  <a:ea typeface="Roboto" panose="02000000000000000000" pitchFamily="2" charset="0"/>
                </a:rPr>
                <a:t>Key Concepts</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of</a:t>
              </a:r>
              <a:br>
                <a:rPr lang="en-US" altLang="en-US" sz="2000">
                  <a:latin typeface="Roboto" panose="02000000000000000000" pitchFamily="2" charset="0"/>
                  <a:ea typeface="Roboto" panose="02000000000000000000" pitchFamily="2" charset="0"/>
                </a:rPr>
              </a:br>
              <a:r>
                <a:rPr lang="en-US" altLang="en-US" sz="2000">
                  <a:latin typeface="Roboto" panose="02000000000000000000" pitchFamily="2" charset="0"/>
                  <a:ea typeface="Roboto" panose="02000000000000000000" pitchFamily="2" charset="0"/>
                </a:rPr>
                <a:t>Cell Design</a:t>
              </a:r>
            </a:p>
          </p:txBody>
        </p:sp>
      </p:grpSp>
    </p:spTree>
    <p:extLst>
      <p:ext uri="{BB962C8B-B14F-4D97-AF65-F5344CB8AC3E}">
        <p14:creationId xmlns:p14="http://schemas.microsoft.com/office/powerpoint/2010/main" val="1473861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Cellularization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An arrangement of equipment, people, machines, and methods that facilitate continuous flow production</a:t>
            </a:r>
          </a:p>
          <a:p>
            <a:r>
              <a:rPr lang="en-US" dirty="0"/>
              <a:t>Allows for one-piece flow whenever possible</a:t>
            </a:r>
          </a:p>
          <a:p>
            <a:r>
              <a:rPr lang="en-US" dirty="0"/>
              <a:t>One operator can process the entire part when needed</a:t>
            </a:r>
          </a:p>
          <a:p>
            <a:r>
              <a:rPr lang="en-US" dirty="0"/>
              <a:t>Usually grouped by either product family or process</a:t>
            </a:r>
          </a:p>
          <a:p>
            <a:r>
              <a:rPr lang="en-US" dirty="0"/>
              <a:t>Popular configuration is “U” Shaped</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pic>
        <p:nvPicPr>
          <p:cNvPr id="5" name="Content Placeholder 4">
            <a:extLst>
              <a:ext uri="{FF2B5EF4-FFF2-40B4-BE49-F238E27FC236}">
                <a16:creationId xmlns:a16="http://schemas.microsoft.com/office/drawing/2014/main" id="{95E5FB32-99A2-9CD3-4F1E-EEFC7F64F0DD}"/>
              </a:ext>
            </a:extLst>
          </p:cNvPr>
          <p:cNvPicPr>
            <a:picLocks noGrp="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123661"/>
            <a:ext cx="5181600" cy="375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6550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2800" dirty="0"/>
              <a:t>Cellularization fundamentally reduces all of the 8 wastes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Less inventory (improved quality)</a:t>
            </a:r>
          </a:p>
          <a:p>
            <a:r>
              <a:rPr lang="en-US" dirty="0"/>
              <a:t>Minimizes walking</a:t>
            </a:r>
          </a:p>
          <a:p>
            <a:r>
              <a:rPr lang="en-US" dirty="0"/>
              <a:t>Promotes better work balance (lower cost)</a:t>
            </a:r>
          </a:p>
          <a:p>
            <a:r>
              <a:rPr lang="en-US" dirty="0"/>
              <a:t>Enables multi-process handling</a:t>
            </a:r>
          </a:p>
          <a:p>
            <a:r>
              <a:rPr lang="en-US" dirty="0"/>
              <a:t>Promotes better communication</a:t>
            </a:r>
          </a:p>
          <a:p>
            <a:r>
              <a:rPr lang="en-US" dirty="0"/>
              <a:t>Staffing flexible as demand changes</a:t>
            </a:r>
          </a:p>
          <a:p>
            <a:r>
              <a:rPr lang="en-US" dirty="0"/>
              <a:t>Scheduling and manning assignments easier</a:t>
            </a:r>
          </a:p>
          <a:p>
            <a:r>
              <a:rPr lang="en-US" dirty="0"/>
              <a:t>Easier to manage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lstStyle/>
          <a:p>
            <a:pPr marL="0" indent="0">
              <a:buNone/>
            </a:pPr>
            <a:r>
              <a:rPr lang="en-US" dirty="0"/>
              <a:t>Benefits to Cellularization</a:t>
            </a:r>
          </a:p>
          <a:p>
            <a:endParaRPr lang="en-US" dirty="0"/>
          </a:p>
        </p:txBody>
      </p:sp>
      <p:grpSp>
        <p:nvGrpSpPr>
          <p:cNvPr id="7" name="Group 6">
            <a:extLst>
              <a:ext uri="{FF2B5EF4-FFF2-40B4-BE49-F238E27FC236}">
                <a16:creationId xmlns:a16="http://schemas.microsoft.com/office/drawing/2014/main" id="{823AEE14-0832-B357-5701-3402C68B4C09}"/>
              </a:ext>
            </a:extLst>
          </p:cNvPr>
          <p:cNvGrpSpPr>
            <a:grpSpLocks/>
          </p:cNvGrpSpPr>
          <p:nvPr/>
        </p:nvGrpSpPr>
        <p:grpSpPr bwMode="auto">
          <a:xfrm>
            <a:off x="1193800" y="2535238"/>
            <a:ext cx="4109720" cy="2981642"/>
            <a:chOff x="752" y="1597"/>
            <a:chExt cx="2129" cy="1307"/>
          </a:xfrm>
        </p:grpSpPr>
        <p:sp>
          <p:nvSpPr>
            <p:cNvPr id="8" name="Rectangle 7">
              <a:extLst>
                <a:ext uri="{FF2B5EF4-FFF2-40B4-BE49-F238E27FC236}">
                  <a16:creationId xmlns:a16="http://schemas.microsoft.com/office/drawing/2014/main" id="{2F9CE746-46CE-E7D5-EE6E-A667F0748020}"/>
                </a:ext>
              </a:extLst>
            </p:cNvPr>
            <p:cNvSpPr>
              <a:spLocks noChangeArrowheads="1"/>
            </p:cNvSpPr>
            <p:nvPr/>
          </p:nvSpPr>
          <p:spPr bwMode="auto">
            <a:xfrm rot="5400000">
              <a:off x="2211" y="1447"/>
              <a:ext cx="251" cy="546"/>
            </a:xfrm>
            <a:prstGeom prst="rect">
              <a:avLst/>
            </a:prstGeom>
            <a:solidFill>
              <a:schemeClr val="accent2"/>
            </a:solidFill>
            <a:ln w="9525">
              <a:solidFill>
                <a:schemeClr val="tx1"/>
              </a:solidFill>
              <a:miter lim="800000"/>
              <a:headEnd/>
              <a:tailEnd/>
            </a:ln>
          </p:spPr>
          <p:txBody>
            <a:bodyPr rot="10800000" vert="eaVert"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3</a:t>
              </a:r>
            </a:p>
          </p:txBody>
        </p:sp>
        <p:sp>
          <p:nvSpPr>
            <p:cNvPr id="9" name="Rectangle 8">
              <a:extLst>
                <a:ext uri="{FF2B5EF4-FFF2-40B4-BE49-F238E27FC236}">
                  <a16:creationId xmlns:a16="http://schemas.microsoft.com/office/drawing/2014/main" id="{B514DD03-35BA-920A-126E-54DFD4CE8079}"/>
                </a:ext>
              </a:extLst>
            </p:cNvPr>
            <p:cNvSpPr>
              <a:spLocks noChangeArrowheads="1"/>
            </p:cNvSpPr>
            <p:nvPr/>
          </p:nvSpPr>
          <p:spPr bwMode="auto">
            <a:xfrm rot="-5400000">
              <a:off x="2159" y="2455"/>
              <a:ext cx="352" cy="546"/>
            </a:xfrm>
            <a:prstGeom prst="rect">
              <a:avLst/>
            </a:prstGeom>
            <a:solidFill>
              <a:schemeClr val="accent2"/>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1</a:t>
              </a:r>
            </a:p>
          </p:txBody>
        </p:sp>
        <p:sp>
          <p:nvSpPr>
            <p:cNvPr id="10" name="Rectangle 9">
              <a:extLst>
                <a:ext uri="{FF2B5EF4-FFF2-40B4-BE49-F238E27FC236}">
                  <a16:creationId xmlns:a16="http://schemas.microsoft.com/office/drawing/2014/main" id="{43013180-FCCB-6E17-47C6-9E6CBB8E67BA}"/>
                </a:ext>
              </a:extLst>
            </p:cNvPr>
            <p:cNvSpPr>
              <a:spLocks noChangeArrowheads="1"/>
            </p:cNvSpPr>
            <p:nvPr/>
          </p:nvSpPr>
          <p:spPr bwMode="auto">
            <a:xfrm rot="-5400000">
              <a:off x="2159" y="1952"/>
              <a:ext cx="352" cy="546"/>
            </a:xfrm>
            <a:prstGeom prst="rect">
              <a:avLst/>
            </a:prstGeom>
            <a:solidFill>
              <a:schemeClr val="accent2"/>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2</a:t>
              </a:r>
            </a:p>
          </p:txBody>
        </p:sp>
        <p:sp>
          <p:nvSpPr>
            <p:cNvPr id="11" name="Rectangle 10">
              <a:extLst>
                <a:ext uri="{FF2B5EF4-FFF2-40B4-BE49-F238E27FC236}">
                  <a16:creationId xmlns:a16="http://schemas.microsoft.com/office/drawing/2014/main" id="{244943D8-5181-6A27-612A-4167BC6F96F7}"/>
                </a:ext>
              </a:extLst>
            </p:cNvPr>
            <p:cNvSpPr>
              <a:spLocks noChangeArrowheads="1"/>
            </p:cNvSpPr>
            <p:nvPr/>
          </p:nvSpPr>
          <p:spPr bwMode="auto">
            <a:xfrm rot="-5400000">
              <a:off x="1122" y="1952"/>
              <a:ext cx="352" cy="546"/>
            </a:xfrm>
            <a:prstGeom prst="rect">
              <a:avLst/>
            </a:prstGeom>
            <a:solidFill>
              <a:schemeClr val="accent2"/>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5</a:t>
              </a:r>
            </a:p>
          </p:txBody>
        </p:sp>
        <p:sp>
          <p:nvSpPr>
            <p:cNvPr id="12" name="Rectangle 11">
              <a:extLst>
                <a:ext uri="{FF2B5EF4-FFF2-40B4-BE49-F238E27FC236}">
                  <a16:creationId xmlns:a16="http://schemas.microsoft.com/office/drawing/2014/main" id="{65CB2B3E-CC77-C54B-B393-7BD8E6ECECFD}"/>
                </a:ext>
              </a:extLst>
            </p:cNvPr>
            <p:cNvSpPr>
              <a:spLocks noChangeArrowheads="1"/>
            </p:cNvSpPr>
            <p:nvPr/>
          </p:nvSpPr>
          <p:spPr bwMode="auto">
            <a:xfrm rot="-5400000">
              <a:off x="1122" y="1500"/>
              <a:ext cx="352" cy="546"/>
            </a:xfrm>
            <a:prstGeom prst="rect">
              <a:avLst/>
            </a:prstGeom>
            <a:solidFill>
              <a:schemeClr val="accent2"/>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4</a:t>
              </a:r>
            </a:p>
          </p:txBody>
        </p:sp>
        <p:sp>
          <p:nvSpPr>
            <p:cNvPr id="13" name="Rectangle 12">
              <a:extLst>
                <a:ext uri="{FF2B5EF4-FFF2-40B4-BE49-F238E27FC236}">
                  <a16:creationId xmlns:a16="http://schemas.microsoft.com/office/drawing/2014/main" id="{9F460E9E-C4B7-634A-843B-D077D9F7BA7D}"/>
                </a:ext>
              </a:extLst>
            </p:cNvPr>
            <p:cNvSpPr>
              <a:spLocks noChangeArrowheads="1"/>
            </p:cNvSpPr>
            <p:nvPr/>
          </p:nvSpPr>
          <p:spPr bwMode="auto">
            <a:xfrm rot="5400000">
              <a:off x="1173" y="2505"/>
              <a:ext cx="251" cy="546"/>
            </a:xfrm>
            <a:prstGeom prst="rect">
              <a:avLst/>
            </a:prstGeom>
            <a:solidFill>
              <a:schemeClr val="accent2"/>
            </a:solidFill>
            <a:ln w="9525">
              <a:solidFill>
                <a:schemeClr val="tx1"/>
              </a:solidFill>
              <a:miter lim="800000"/>
              <a:headEnd/>
              <a:tailEnd/>
            </a:ln>
          </p:spPr>
          <p:txBody>
            <a:bodyPr rot="10800000" vert="eaVert"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rPr>
                <a:t>6</a:t>
              </a:r>
            </a:p>
          </p:txBody>
        </p:sp>
        <p:cxnSp>
          <p:nvCxnSpPr>
            <p:cNvPr id="14" name="AutoShape 13">
              <a:extLst>
                <a:ext uri="{FF2B5EF4-FFF2-40B4-BE49-F238E27FC236}">
                  <a16:creationId xmlns:a16="http://schemas.microsoft.com/office/drawing/2014/main" id="{C8146940-901B-9729-F100-14DE5DF6A940}"/>
                </a:ext>
              </a:extLst>
            </p:cNvPr>
            <p:cNvCxnSpPr>
              <a:cxnSpLocks noChangeShapeType="1"/>
              <a:stCxn id="9" idx="0"/>
              <a:endCxn id="10" idx="0"/>
            </p:cNvCxnSpPr>
            <p:nvPr/>
          </p:nvCxnSpPr>
          <p:spPr bwMode="auto">
            <a:xfrm rot="10800000" flipH="1">
              <a:off x="2061" y="2224"/>
              <a:ext cx="1" cy="503"/>
            </a:xfrm>
            <a:prstGeom prst="curvedConnector3">
              <a:avLst>
                <a:gd name="adj1" fmla="val -14300000"/>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5" name="AutoShape 14">
              <a:extLst>
                <a:ext uri="{FF2B5EF4-FFF2-40B4-BE49-F238E27FC236}">
                  <a16:creationId xmlns:a16="http://schemas.microsoft.com/office/drawing/2014/main" id="{B5E954B1-BE91-CEE0-ECCE-2D30A32E5E9F}"/>
                </a:ext>
              </a:extLst>
            </p:cNvPr>
            <p:cNvCxnSpPr>
              <a:cxnSpLocks noChangeShapeType="1"/>
              <a:stCxn id="10" idx="0"/>
              <a:endCxn id="8" idx="2"/>
            </p:cNvCxnSpPr>
            <p:nvPr/>
          </p:nvCxnSpPr>
          <p:spPr bwMode="auto">
            <a:xfrm rot="10800000" flipH="1">
              <a:off x="2061" y="1721"/>
              <a:ext cx="1" cy="503"/>
            </a:xfrm>
            <a:prstGeom prst="curvedConnector3">
              <a:avLst>
                <a:gd name="adj1" fmla="val -14300000"/>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6" name="AutoShape 15">
              <a:extLst>
                <a:ext uri="{FF2B5EF4-FFF2-40B4-BE49-F238E27FC236}">
                  <a16:creationId xmlns:a16="http://schemas.microsoft.com/office/drawing/2014/main" id="{F03DDB09-B0C0-A5FE-DBED-47C7C452B17B}"/>
                </a:ext>
              </a:extLst>
            </p:cNvPr>
            <p:cNvCxnSpPr>
              <a:cxnSpLocks noChangeShapeType="1"/>
              <a:stCxn id="8" idx="2"/>
              <a:endCxn id="12" idx="2"/>
            </p:cNvCxnSpPr>
            <p:nvPr/>
          </p:nvCxnSpPr>
          <p:spPr bwMode="auto">
            <a:xfrm rot="10800000" flipV="1">
              <a:off x="1570" y="1721"/>
              <a:ext cx="491" cy="51"/>
            </a:xfrm>
            <a:prstGeom prst="curvedConnector3">
              <a:avLst>
                <a:gd name="adj1" fmla="val 49769"/>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7" name="AutoShape 16">
              <a:extLst>
                <a:ext uri="{FF2B5EF4-FFF2-40B4-BE49-F238E27FC236}">
                  <a16:creationId xmlns:a16="http://schemas.microsoft.com/office/drawing/2014/main" id="{73350E36-4146-7322-6EB9-9B36C9C84792}"/>
                </a:ext>
              </a:extLst>
            </p:cNvPr>
            <p:cNvCxnSpPr>
              <a:cxnSpLocks noChangeShapeType="1"/>
              <a:stCxn id="12" idx="2"/>
              <a:endCxn id="11" idx="2"/>
            </p:cNvCxnSpPr>
            <p:nvPr/>
          </p:nvCxnSpPr>
          <p:spPr bwMode="auto">
            <a:xfrm>
              <a:off x="1570" y="1772"/>
              <a:ext cx="1" cy="452"/>
            </a:xfrm>
            <a:prstGeom prst="curvedConnector3">
              <a:avLst>
                <a:gd name="adj1" fmla="val 14500000"/>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CA5B0F1D-78E9-9944-00F3-6E2BDA48567B}"/>
                </a:ext>
              </a:extLst>
            </p:cNvPr>
            <p:cNvCxnSpPr>
              <a:cxnSpLocks noChangeShapeType="1"/>
              <a:stCxn id="11" idx="2"/>
              <a:endCxn id="13" idx="0"/>
            </p:cNvCxnSpPr>
            <p:nvPr/>
          </p:nvCxnSpPr>
          <p:spPr bwMode="auto">
            <a:xfrm>
              <a:off x="1570" y="2224"/>
              <a:ext cx="1" cy="553"/>
            </a:xfrm>
            <a:prstGeom prst="curvedConnector3">
              <a:avLst>
                <a:gd name="adj1" fmla="val 14500000"/>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19" name="Line 18">
              <a:extLst>
                <a:ext uri="{FF2B5EF4-FFF2-40B4-BE49-F238E27FC236}">
                  <a16:creationId xmlns:a16="http://schemas.microsoft.com/office/drawing/2014/main" id="{24106678-EC3D-B226-D67E-02E7F125B797}"/>
                </a:ext>
              </a:extLst>
            </p:cNvPr>
            <p:cNvSpPr>
              <a:spLocks noChangeShapeType="1"/>
            </p:cNvSpPr>
            <p:nvPr/>
          </p:nvSpPr>
          <p:spPr bwMode="auto">
            <a:xfrm>
              <a:off x="752" y="1748"/>
              <a:ext cx="219" cy="1"/>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9">
              <a:extLst>
                <a:ext uri="{FF2B5EF4-FFF2-40B4-BE49-F238E27FC236}">
                  <a16:creationId xmlns:a16="http://schemas.microsoft.com/office/drawing/2014/main" id="{1AFD2A5E-C7D9-74EC-96DB-BDACE4A63B17}"/>
                </a:ext>
              </a:extLst>
            </p:cNvPr>
            <p:cNvSpPr>
              <a:spLocks noChangeShapeType="1"/>
            </p:cNvSpPr>
            <p:nvPr/>
          </p:nvSpPr>
          <p:spPr bwMode="auto">
            <a:xfrm>
              <a:off x="752" y="2200"/>
              <a:ext cx="219" cy="1"/>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0">
              <a:extLst>
                <a:ext uri="{FF2B5EF4-FFF2-40B4-BE49-F238E27FC236}">
                  <a16:creationId xmlns:a16="http://schemas.microsoft.com/office/drawing/2014/main" id="{DF6035B5-5A02-1959-2673-209DD11807B5}"/>
                </a:ext>
              </a:extLst>
            </p:cNvPr>
            <p:cNvSpPr>
              <a:spLocks noChangeShapeType="1"/>
            </p:cNvSpPr>
            <p:nvPr/>
          </p:nvSpPr>
          <p:spPr bwMode="auto">
            <a:xfrm>
              <a:off x="752" y="2753"/>
              <a:ext cx="219" cy="1"/>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1">
              <a:extLst>
                <a:ext uri="{FF2B5EF4-FFF2-40B4-BE49-F238E27FC236}">
                  <a16:creationId xmlns:a16="http://schemas.microsoft.com/office/drawing/2014/main" id="{2F13030C-ACAB-526C-CED2-EC6B9607C80B}"/>
                </a:ext>
              </a:extLst>
            </p:cNvPr>
            <p:cNvSpPr>
              <a:spLocks noChangeShapeType="1"/>
            </p:cNvSpPr>
            <p:nvPr/>
          </p:nvSpPr>
          <p:spPr bwMode="auto">
            <a:xfrm flipH="1">
              <a:off x="2663" y="1748"/>
              <a:ext cx="218" cy="1"/>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2">
              <a:extLst>
                <a:ext uri="{FF2B5EF4-FFF2-40B4-BE49-F238E27FC236}">
                  <a16:creationId xmlns:a16="http://schemas.microsoft.com/office/drawing/2014/main" id="{27948F59-5D09-0ABF-0CF9-C8667BB35AF1}"/>
                </a:ext>
              </a:extLst>
            </p:cNvPr>
            <p:cNvSpPr>
              <a:spLocks noChangeShapeType="1"/>
            </p:cNvSpPr>
            <p:nvPr/>
          </p:nvSpPr>
          <p:spPr bwMode="auto">
            <a:xfrm flipH="1">
              <a:off x="2663" y="2250"/>
              <a:ext cx="218" cy="2"/>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3">
              <a:extLst>
                <a:ext uri="{FF2B5EF4-FFF2-40B4-BE49-F238E27FC236}">
                  <a16:creationId xmlns:a16="http://schemas.microsoft.com/office/drawing/2014/main" id="{5461EFB3-C323-732B-632B-2F507EC324A7}"/>
                </a:ext>
              </a:extLst>
            </p:cNvPr>
            <p:cNvSpPr>
              <a:spLocks noChangeShapeType="1"/>
            </p:cNvSpPr>
            <p:nvPr/>
          </p:nvSpPr>
          <p:spPr bwMode="auto">
            <a:xfrm flipH="1">
              <a:off x="2663" y="2703"/>
              <a:ext cx="218" cy="1"/>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419368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Cell Design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Cell Design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following questions: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184064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Key Concepts of Cell Design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Differentiate between batch production, flow production, and “fake” flow production</a:t>
            </a:r>
          </a:p>
          <a:p>
            <a:r>
              <a:rPr lang="en-US" sz="2400" dirty="0"/>
              <a:t>Review characteristics of cellular flow</a:t>
            </a:r>
          </a:p>
          <a:p>
            <a:pPr lvl="1"/>
            <a:r>
              <a:rPr lang="en-US" sz="2000" dirty="0"/>
              <a:t>Counterclockwise flow</a:t>
            </a:r>
          </a:p>
          <a:p>
            <a:pPr lvl="1"/>
            <a:r>
              <a:rPr lang="en-US" sz="2000" dirty="0"/>
              <a:t>Machines in close proximity</a:t>
            </a:r>
          </a:p>
          <a:p>
            <a:pPr lvl="1"/>
            <a:r>
              <a:rPr lang="en-US" sz="2000" dirty="0"/>
              <a:t>Operator Flow vs. Part Flow</a:t>
            </a:r>
          </a:p>
          <a:p>
            <a:pPr lvl="1"/>
            <a:r>
              <a:rPr lang="en-US" sz="2000" dirty="0"/>
              <a:t>Separate operator from machine</a:t>
            </a:r>
          </a:p>
          <a:p>
            <a:r>
              <a:rPr lang="en-US" sz="2400" dirty="0"/>
              <a:t>Define </a:t>
            </a:r>
            <a:r>
              <a:rPr lang="en-US" sz="2400" dirty="0" err="1"/>
              <a:t>chaku-chaku</a:t>
            </a:r>
            <a:r>
              <a:rPr lang="en-US" sz="2400" dirty="0"/>
              <a:t> and levels of automation</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Key Concepts of Cell Design</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2800" dirty="0"/>
              <a:t>One Piece Flow Production in a Cellular Layout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Significantly reduces:</a:t>
            </a:r>
          </a:p>
          <a:p>
            <a:pPr lvl="1"/>
            <a:r>
              <a:rPr lang="en-US" dirty="0"/>
              <a:t>Transportation</a:t>
            </a:r>
          </a:p>
          <a:p>
            <a:pPr lvl="1"/>
            <a:r>
              <a:rPr lang="en-US" dirty="0"/>
              <a:t>Inventory</a:t>
            </a:r>
          </a:p>
          <a:p>
            <a:pPr lvl="1"/>
            <a:r>
              <a:rPr lang="en-US" dirty="0"/>
              <a:t>Waiting time</a:t>
            </a:r>
          </a:p>
          <a:p>
            <a:r>
              <a:rPr lang="en-US" dirty="0"/>
              <a:t>While improving:</a:t>
            </a:r>
          </a:p>
          <a:p>
            <a:pPr lvl="1"/>
            <a:r>
              <a:rPr lang="en-US" dirty="0"/>
              <a:t>Quality</a:t>
            </a:r>
          </a:p>
          <a:p>
            <a:pPr lvl="1"/>
            <a:r>
              <a:rPr lang="en-US" dirty="0"/>
              <a:t>Delivery</a:t>
            </a:r>
          </a:p>
          <a:p>
            <a:pPr lvl="1"/>
            <a:r>
              <a:rPr lang="en-US" dirty="0"/>
              <a:t>Cost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lstStyle/>
          <a:p>
            <a:pPr marL="0" indent="0">
              <a:buNone/>
            </a:pPr>
            <a:r>
              <a:rPr lang="en-US" dirty="0"/>
              <a:t>Product Flow in a Cellular Plant Layout</a:t>
            </a:r>
          </a:p>
        </p:txBody>
      </p:sp>
      <p:grpSp>
        <p:nvGrpSpPr>
          <p:cNvPr id="5" name="Group 4">
            <a:extLst>
              <a:ext uri="{FF2B5EF4-FFF2-40B4-BE49-F238E27FC236}">
                <a16:creationId xmlns:a16="http://schemas.microsoft.com/office/drawing/2014/main" id="{8B5CBCD4-F7A9-2719-3C6B-D61CE1C6BDA1}"/>
              </a:ext>
            </a:extLst>
          </p:cNvPr>
          <p:cNvGrpSpPr/>
          <p:nvPr/>
        </p:nvGrpSpPr>
        <p:grpSpPr>
          <a:xfrm>
            <a:off x="838200" y="297639"/>
            <a:ext cx="4241800" cy="301303"/>
            <a:chOff x="838200" y="297639"/>
            <a:chExt cx="4241800" cy="301303"/>
          </a:xfrm>
        </p:grpSpPr>
        <p:grpSp>
          <p:nvGrpSpPr>
            <p:cNvPr id="25" name="Group 24">
              <a:extLst>
                <a:ext uri="{FF2B5EF4-FFF2-40B4-BE49-F238E27FC236}">
                  <a16:creationId xmlns:a16="http://schemas.microsoft.com/office/drawing/2014/main" id="{B825D53D-135A-6936-9CE6-C205A3E1BB7D}"/>
                </a:ext>
              </a:extLst>
            </p:cNvPr>
            <p:cNvGrpSpPr/>
            <p:nvPr/>
          </p:nvGrpSpPr>
          <p:grpSpPr>
            <a:xfrm>
              <a:off x="838200" y="297639"/>
              <a:ext cx="1373842" cy="290657"/>
              <a:chOff x="838200" y="297639"/>
              <a:chExt cx="1373842" cy="290657"/>
            </a:xfrm>
          </p:grpSpPr>
          <p:sp>
            <p:nvSpPr>
              <p:cNvPr id="28" name="AutoShape 9">
                <a:extLst>
                  <a:ext uri="{FF2B5EF4-FFF2-40B4-BE49-F238E27FC236}">
                    <a16:creationId xmlns:a16="http://schemas.microsoft.com/office/drawing/2014/main" id="{6663A044-5263-1252-670A-2DE25268615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796C251F-817C-85F3-6C04-ADA91EE92C84}"/>
                  </a:ext>
                </a:extLst>
              </p:cNvPr>
              <p:cNvGrpSpPr/>
              <p:nvPr/>
            </p:nvGrpSpPr>
            <p:grpSpPr>
              <a:xfrm>
                <a:off x="838200" y="297639"/>
                <a:ext cx="1060167" cy="290657"/>
                <a:chOff x="826426" y="4041857"/>
                <a:chExt cx="1060167" cy="290657"/>
              </a:xfrm>
            </p:grpSpPr>
            <p:sp>
              <p:nvSpPr>
                <p:cNvPr id="30" name="AutoShape 9">
                  <a:extLst>
                    <a:ext uri="{FF2B5EF4-FFF2-40B4-BE49-F238E27FC236}">
                      <a16:creationId xmlns:a16="http://schemas.microsoft.com/office/drawing/2014/main" id="{5B392661-5D3A-D7FD-9BC6-85D9B8CB03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1">
                  <a:extLst>
                    <a:ext uri="{FF2B5EF4-FFF2-40B4-BE49-F238E27FC236}">
                      <a16:creationId xmlns:a16="http://schemas.microsoft.com/office/drawing/2014/main" id="{3DDA33E7-EF90-36AD-E619-905428D5C31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28964422-72A7-2A21-F3FC-7772C80B92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6" name="TextBox 25">
              <a:extLst>
                <a:ext uri="{FF2B5EF4-FFF2-40B4-BE49-F238E27FC236}">
                  <a16:creationId xmlns:a16="http://schemas.microsoft.com/office/drawing/2014/main" id="{6771586D-AB2C-3CB3-D3EF-80370F08CC5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55" name="Group 54">
            <a:extLst>
              <a:ext uri="{FF2B5EF4-FFF2-40B4-BE49-F238E27FC236}">
                <a16:creationId xmlns:a16="http://schemas.microsoft.com/office/drawing/2014/main" id="{890337C2-0FB4-F1FF-639D-58D417FB55F1}"/>
              </a:ext>
            </a:extLst>
          </p:cNvPr>
          <p:cNvGrpSpPr/>
          <p:nvPr/>
        </p:nvGrpSpPr>
        <p:grpSpPr>
          <a:xfrm>
            <a:off x="1151875" y="2679065"/>
            <a:ext cx="4057650" cy="2874963"/>
            <a:chOff x="547688" y="2232025"/>
            <a:chExt cx="4057650" cy="2874963"/>
          </a:xfrm>
        </p:grpSpPr>
        <p:sp>
          <p:nvSpPr>
            <p:cNvPr id="33" name="Rectangle 6">
              <a:extLst>
                <a:ext uri="{FF2B5EF4-FFF2-40B4-BE49-F238E27FC236}">
                  <a16:creationId xmlns:a16="http://schemas.microsoft.com/office/drawing/2014/main" id="{408D6538-93E5-DB5A-E181-CC3E97ED2F02}"/>
                </a:ext>
              </a:extLst>
            </p:cNvPr>
            <p:cNvSpPr>
              <a:spLocks noChangeArrowheads="1"/>
            </p:cNvSpPr>
            <p:nvPr/>
          </p:nvSpPr>
          <p:spPr bwMode="auto">
            <a:xfrm rot="16140000">
              <a:off x="2194318" y="4709520"/>
              <a:ext cx="246862" cy="3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900" b="0">
                  <a:solidFill>
                    <a:srgbClr val="000000"/>
                  </a:solidFill>
                  <a:latin typeface="Roboto" panose="02000000000000000000" pitchFamily="2" charset="0"/>
                  <a:ea typeface="Roboto" panose="02000000000000000000" pitchFamily="2" charset="0"/>
                </a:rPr>
                <a:t> </a:t>
              </a:r>
            </a:p>
          </p:txBody>
        </p:sp>
        <p:sp>
          <p:nvSpPr>
            <p:cNvPr id="34" name="Rectangle 7">
              <a:extLst>
                <a:ext uri="{FF2B5EF4-FFF2-40B4-BE49-F238E27FC236}">
                  <a16:creationId xmlns:a16="http://schemas.microsoft.com/office/drawing/2014/main" id="{7286BC8A-69EB-F5BA-8ADE-963D1CF75BF1}"/>
                </a:ext>
              </a:extLst>
            </p:cNvPr>
            <p:cNvSpPr>
              <a:spLocks noChangeArrowheads="1"/>
            </p:cNvSpPr>
            <p:nvPr/>
          </p:nvSpPr>
          <p:spPr bwMode="auto">
            <a:xfrm rot="16140000">
              <a:off x="1043381" y="4787307"/>
              <a:ext cx="246862" cy="3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900" b="0">
                  <a:solidFill>
                    <a:srgbClr val="000000"/>
                  </a:solidFill>
                  <a:latin typeface="Roboto" panose="02000000000000000000" pitchFamily="2" charset="0"/>
                  <a:ea typeface="Roboto" panose="02000000000000000000" pitchFamily="2" charset="0"/>
                </a:rPr>
                <a:t> </a:t>
              </a:r>
            </a:p>
          </p:txBody>
        </p:sp>
        <p:sp>
          <p:nvSpPr>
            <p:cNvPr id="35" name="Rectangle 8">
              <a:extLst>
                <a:ext uri="{FF2B5EF4-FFF2-40B4-BE49-F238E27FC236}">
                  <a16:creationId xmlns:a16="http://schemas.microsoft.com/office/drawing/2014/main" id="{60422E69-4F2D-B907-F294-BC65E8E1F954}"/>
                </a:ext>
              </a:extLst>
            </p:cNvPr>
            <p:cNvSpPr>
              <a:spLocks noChangeArrowheads="1"/>
            </p:cNvSpPr>
            <p:nvPr/>
          </p:nvSpPr>
          <p:spPr bwMode="auto">
            <a:xfrm>
              <a:off x="3275013" y="3076575"/>
              <a:ext cx="9921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rPr>
                <a:t>Wave Solder </a:t>
              </a:r>
            </a:p>
          </p:txBody>
        </p:sp>
        <p:sp>
          <p:nvSpPr>
            <p:cNvPr id="36" name="Freeform 9">
              <a:extLst>
                <a:ext uri="{FF2B5EF4-FFF2-40B4-BE49-F238E27FC236}">
                  <a16:creationId xmlns:a16="http://schemas.microsoft.com/office/drawing/2014/main" id="{BBF9A5AF-787C-316F-A12D-1D9A2DE07940}"/>
                </a:ext>
              </a:extLst>
            </p:cNvPr>
            <p:cNvSpPr>
              <a:spLocks/>
            </p:cNvSpPr>
            <p:nvPr/>
          </p:nvSpPr>
          <p:spPr bwMode="auto">
            <a:xfrm>
              <a:off x="1658938" y="3784600"/>
              <a:ext cx="347662" cy="631825"/>
            </a:xfrm>
            <a:custGeom>
              <a:avLst/>
              <a:gdLst>
                <a:gd name="T0" fmla="*/ 0 w 219"/>
                <a:gd name="T1" fmla="*/ 315913 h 398"/>
                <a:gd name="T2" fmla="*/ 174625 w 219"/>
                <a:gd name="T3" fmla="*/ 630238 h 398"/>
                <a:gd name="T4" fmla="*/ 346075 w 219"/>
                <a:gd name="T5" fmla="*/ 312738 h 398"/>
                <a:gd name="T6" fmla="*/ 173037 w 219"/>
                <a:gd name="T7" fmla="*/ 0 h 398"/>
                <a:gd name="T8" fmla="*/ 0 w 219"/>
                <a:gd name="T9" fmla="*/ 315913 h 3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9" h="398">
                  <a:moveTo>
                    <a:pt x="0" y="199"/>
                  </a:moveTo>
                  <a:lnTo>
                    <a:pt x="110" y="397"/>
                  </a:lnTo>
                  <a:lnTo>
                    <a:pt x="218" y="197"/>
                  </a:lnTo>
                  <a:lnTo>
                    <a:pt x="109" y="0"/>
                  </a:lnTo>
                  <a:lnTo>
                    <a:pt x="0" y="199"/>
                  </a:lnTo>
                </a:path>
              </a:pathLst>
            </a:custGeom>
            <a:solidFill>
              <a:schemeClr val="tx2"/>
            </a:solidFill>
            <a:ln w="254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37" name="Rectangle 10">
              <a:extLst>
                <a:ext uri="{FF2B5EF4-FFF2-40B4-BE49-F238E27FC236}">
                  <a16:creationId xmlns:a16="http://schemas.microsoft.com/office/drawing/2014/main" id="{417BD953-7297-D05C-1AB2-442D7D8BDDF3}"/>
                </a:ext>
              </a:extLst>
            </p:cNvPr>
            <p:cNvSpPr>
              <a:spLocks noChangeArrowheads="1"/>
            </p:cNvSpPr>
            <p:nvPr/>
          </p:nvSpPr>
          <p:spPr bwMode="auto">
            <a:xfrm>
              <a:off x="549275" y="3948113"/>
              <a:ext cx="1114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rPr>
                <a:t>Packing</a:t>
              </a:r>
            </a:p>
          </p:txBody>
        </p:sp>
        <p:sp>
          <p:nvSpPr>
            <p:cNvPr id="38" name="Rectangle 11">
              <a:extLst>
                <a:ext uri="{FF2B5EF4-FFF2-40B4-BE49-F238E27FC236}">
                  <a16:creationId xmlns:a16="http://schemas.microsoft.com/office/drawing/2014/main" id="{9FAB08F3-2A2A-4010-78A2-BB464FEC1B33}"/>
                </a:ext>
              </a:extLst>
            </p:cNvPr>
            <p:cNvSpPr>
              <a:spLocks noChangeArrowheads="1"/>
            </p:cNvSpPr>
            <p:nvPr/>
          </p:nvSpPr>
          <p:spPr bwMode="auto">
            <a:xfrm>
              <a:off x="2798763" y="3946525"/>
              <a:ext cx="536575" cy="304800"/>
            </a:xfrm>
            <a:prstGeom prst="rect">
              <a:avLst/>
            </a:prstGeom>
            <a:solidFill>
              <a:schemeClr val="accent6"/>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9" name="Oval 12">
              <a:extLst>
                <a:ext uri="{FF2B5EF4-FFF2-40B4-BE49-F238E27FC236}">
                  <a16:creationId xmlns:a16="http://schemas.microsoft.com/office/drawing/2014/main" id="{97FD2CC8-FEA6-AB1B-2465-560BA884CF50}"/>
                </a:ext>
              </a:extLst>
            </p:cNvPr>
            <p:cNvSpPr>
              <a:spLocks noChangeArrowheads="1"/>
            </p:cNvSpPr>
            <p:nvPr/>
          </p:nvSpPr>
          <p:spPr bwMode="auto">
            <a:xfrm>
              <a:off x="2776538" y="3148013"/>
              <a:ext cx="579437" cy="306387"/>
            </a:xfrm>
            <a:prstGeom prst="ellipse">
              <a:avLst/>
            </a:prstGeom>
            <a:solidFill>
              <a:schemeClr val="accent1"/>
            </a:solidFill>
            <a:ln w="254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0" name="Rectangle 13">
              <a:extLst>
                <a:ext uri="{FF2B5EF4-FFF2-40B4-BE49-F238E27FC236}">
                  <a16:creationId xmlns:a16="http://schemas.microsoft.com/office/drawing/2014/main" id="{AFDD303A-9528-BE4A-B2FB-8B53AF2851FE}"/>
                </a:ext>
              </a:extLst>
            </p:cNvPr>
            <p:cNvSpPr>
              <a:spLocks noChangeArrowheads="1"/>
            </p:cNvSpPr>
            <p:nvPr/>
          </p:nvSpPr>
          <p:spPr bwMode="auto">
            <a:xfrm>
              <a:off x="3367088" y="3843338"/>
              <a:ext cx="12382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400" i="1" dirty="0">
                  <a:solidFill>
                    <a:srgbClr val="000000"/>
                  </a:solidFill>
                  <a:latin typeface="Roboto" panose="02000000000000000000" pitchFamily="2" charset="0"/>
                  <a:ea typeface="Roboto" panose="02000000000000000000" pitchFamily="2" charset="0"/>
                </a:rPr>
                <a:t> </a:t>
              </a:r>
              <a:r>
                <a:rPr lang="en-US" altLang="en-US" sz="1600" dirty="0">
                  <a:solidFill>
                    <a:srgbClr val="000000"/>
                  </a:solidFill>
                  <a:latin typeface="Roboto" panose="02000000000000000000" pitchFamily="2" charset="0"/>
                  <a:ea typeface="Roboto" panose="02000000000000000000" pitchFamily="2" charset="0"/>
                </a:rPr>
                <a:t>PC Board Assembly</a:t>
              </a:r>
            </a:p>
          </p:txBody>
        </p:sp>
        <p:sp>
          <p:nvSpPr>
            <p:cNvPr id="41" name="Freeform 14">
              <a:extLst>
                <a:ext uri="{FF2B5EF4-FFF2-40B4-BE49-F238E27FC236}">
                  <a16:creationId xmlns:a16="http://schemas.microsoft.com/office/drawing/2014/main" id="{9CEB4E8A-F875-6F71-EAC4-CB26AE6D8E1C}"/>
                </a:ext>
              </a:extLst>
            </p:cNvPr>
            <p:cNvSpPr>
              <a:spLocks/>
            </p:cNvSpPr>
            <p:nvPr/>
          </p:nvSpPr>
          <p:spPr bwMode="auto">
            <a:xfrm>
              <a:off x="2166938" y="2630488"/>
              <a:ext cx="563562" cy="349250"/>
            </a:xfrm>
            <a:custGeom>
              <a:avLst/>
              <a:gdLst>
                <a:gd name="T0" fmla="*/ 158750 w 355"/>
                <a:gd name="T1" fmla="*/ 0 h 220"/>
                <a:gd name="T2" fmla="*/ 403225 w 355"/>
                <a:gd name="T3" fmla="*/ 0 h 220"/>
                <a:gd name="T4" fmla="*/ 561975 w 355"/>
                <a:gd name="T5" fmla="*/ 173038 h 220"/>
                <a:gd name="T6" fmla="*/ 403225 w 355"/>
                <a:gd name="T7" fmla="*/ 347663 h 220"/>
                <a:gd name="T8" fmla="*/ 158750 w 355"/>
                <a:gd name="T9" fmla="*/ 347663 h 220"/>
                <a:gd name="T10" fmla="*/ 0 w 355"/>
                <a:gd name="T11" fmla="*/ 173038 h 220"/>
                <a:gd name="T12" fmla="*/ 158750 w 355"/>
                <a:gd name="T13" fmla="*/ 0 h 2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5" h="220">
                  <a:moveTo>
                    <a:pt x="100" y="0"/>
                  </a:moveTo>
                  <a:lnTo>
                    <a:pt x="254" y="0"/>
                  </a:lnTo>
                  <a:lnTo>
                    <a:pt x="354" y="109"/>
                  </a:lnTo>
                  <a:lnTo>
                    <a:pt x="254" y="219"/>
                  </a:lnTo>
                  <a:lnTo>
                    <a:pt x="100" y="219"/>
                  </a:lnTo>
                  <a:lnTo>
                    <a:pt x="0" y="109"/>
                  </a:lnTo>
                  <a:lnTo>
                    <a:pt x="100" y="0"/>
                  </a:lnTo>
                </a:path>
              </a:pathLst>
            </a:custGeom>
            <a:solidFill>
              <a:schemeClr val="accent4"/>
            </a:solidFill>
            <a:ln w="254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42" name="Rectangle 15">
              <a:extLst>
                <a:ext uri="{FF2B5EF4-FFF2-40B4-BE49-F238E27FC236}">
                  <a16:creationId xmlns:a16="http://schemas.microsoft.com/office/drawing/2014/main" id="{DAAFC133-1379-C5E3-CA8F-CB0983ABC41F}"/>
                </a:ext>
              </a:extLst>
            </p:cNvPr>
            <p:cNvSpPr>
              <a:spLocks noChangeArrowheads="1"/>
            </p:cNvSpPr>
            <p:nvPr/>
          </p:nvSpPr>
          <p:spPr bwMode="auto">
            <a:xfrm>
              <a:off x="1612900" y="2232025"/>
              <a:ext cx="1731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000000"/>
                  </a:solidFill>
                  <a:latin typeface="Roboto" panose="02000000000000000000" pitchFamily="2" charset="0"/>
                  <a:ea typeface="Roboto" panose="02000000000000000000" pitchFamily="2" charset="0"/>
                </a:rPr>
                <a:t>Final Assembly </a:t>
              </a:r>
            </a:p>
          </p:txBody>
        </p:sp>
        <p:sp>
          <p:nvSpPr>
            <p:cNvPr id="43" name="Freeform 16">
              <a:extLst>
                <a:ext uri="{FF2B5EF4-FFF2-40B4-BE49-F238E27FC236}">
                  <a16:creationId xmlns:a16="http://schemas.microsoft.com/office/drawing/2014/main" id="{04B01CBF-6F79-3669-AE9D-68236780B5FE}"/>
                </a:ext>
              </a:extLst>
            </p:cNvPr>
            <p:cNvSpPr>
              <a:spLocks/>
            </p:cNvSpPr>
            <p:nvPr/>
          </p:nvSpPr>
          <p:spPr bwMode="auto">
            <a:xfrm>
              <a:off x="1528763" y="3101975"/>
              <a:ext cx="606425" cy="401638"/>
            </a:xfrm>
            <a:custGeom>
              <a:avLst/>
              <a:gdLst>
                <a:gd name="T0" fmla="*/ 303213 w 382"/>
                <a:gd name="T1" fmla="*/ 0 h 253"/>
                <a:gd name="T2" fmla="*/ 354013 w 382"/>
                <a:gd name="T3" fmla="*/ 36513 h 253"/>
                <a:gd name="T4" fmla="*/ 420688 w 382"/>
                <a:gd name="T5" fmla="*/ 17463 h 253"/>
                <a:gd name="T6" fmla="*/ 446088 w 382"/>
                <a:gd name="T7" fmla="*/ 60325 h 253"/>
                <a:gd name="T8" fmla="*/ 517525 w 382"/>
                <a:gd name="T9" fmla="*/ 60325 h 253"/>
                <a:gd name="T10" fmla="*/ 517525 w 382"/>
                <a:gd name="T11" fmla="*/ 111125 h 253"/>
                <a:gd name="T12" fmla="*/ 584200 w 382"/>
                <a:gd name="T13" fmla="*/ 127000 h 253"/>
                <a:gd name="T14" fmla="*/ 554038 w 382"/>
                <a:gd name="T15" fmla="*/ 173038 h 253"/>
                <a:gd name="T16" fmla="*/ 604838 w 382"/>
                <a:gd name="T17" fmla="*/ 200025 h 253"/>
                <a:gd name="T18" fmla="*/ 550863 w 382"/>
                <a:gd name="T19" fmla="*/ 236538 h 253"/>
                <a:gd name="T20" fmla="*/ 582613 w 382"/>
                <a:gd name="T21" fmla="*/ 282575 h 253"/>
                <a:gd name="T22" fmla="*/ 515938 w 382"/>
                <a:gd name="T23" fmla="*/ 295275 h 253"/>
                <a:gd name="T24" fmla="*/ 517525 w 382"/>
                <a:gd name="T25" fmla="*/ 341313 h 253"/>
                <a:gd name="T26" fmla="*/ 442913 w 382"/>
                <a:gd name="T27" fmla="*/ 341313 h 253"/>
                <a:gd name="T28" fmla="*/ 414338 w 382"/>
                <a:gd name="T29" fmla="*/ 390525 h 253"/>
                <a:gd name="T30" fmla="*/ 349250 w 382"/>
                <a:gd name="T31" fmla="*/ 366713 h 253"/>
                <a:gd name="T32" fmla="*/ 300038 w 382"/>
                <a:gd name="T33" fmla="*/ 400050 h 253"/>
                <a:gd name="T34" fmla="*/ 252413 w 382"/>
                <a:gd name="T35" fmla="*/ 368300 h 253"/>
                <a:gd name="T36" fmla="*/ 184150 w 382"/>
                <a:gd name="T37" fmla="*/ 385763 h 253"/>
                <a:gd name="T38" fmla="*/ 160338 w 382"/>
                <a:gd name="T39" fmla="*/ 338138 h 253"/>
                <a:gd name="T40" fmla="*/ 88900 w 382"/>
                <a:gd name="T41" fmla="*/ 339725 h 253"/>
                <a:gd name="T42" fmla="*/ 87313 w 382"/>
                <a:gd name="T43" fmla="*/ 295275 h 253"/>
                <a:gd name="T44" fmla="*/ 20638 w 382"/>
                <a:gd name="T45" fmla="*/ 276225 h 253"/>
                <a:gd name="T46" fmla="*/ 53975 w 382"/>
                <a:gd name="T47" fmla="*/ 231775 h 253"/>
                <a:gd name="T48" fmla="*/ 0 w 382"/>
                <a:gd name="T49" fmla="*/ 200025 h 253"/>
                <a:gd name="T50" fmla="*/ 55563 w 382"/>
                <a:gd name="T51" fmla="*/ 168275 h 253"/>
                <a:gd name="T52" fmla="*/ 22225 w 382"/>
                <a:gd name="T53" fmla="*/ 123825 h 253"/>
                <a:gd name="T54" fmla="*/ 88900 w 382"/>
                <a:gd name="T55" fmla="*/ 106363 h 253"/>
                <a:gd name="T56" fmla="*/ 88900 w 382"/>
                <a:gd name="T57" fmla="*/ 61913 h 253"/>
                <a:gd name="T58" fmla="*/ 163513 w 382"/>
                <a:gd name="T59" fmla="*/ 61913 h 253"/>
                <a:gd name="T60" fmla="*/ 188913 w 382"/>
                <a:gd name="T61" fmla="*/ 14288 h 253"/>
                <a:gd name="T62" fmla="*/ 252413 w 382"/>
                <a:gd name="T63" fmla="*/ 34925 h 253"/>
                <a:gd name="T64" fmla="*/ 303213 w 382"/>
                <a:gd name="T65" fmla="*/ 0 h 2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82" h="253">
                  <a:moveTo>
                    <a:pt x="191" y="0"/>
                  </a:moveTo>
                  <a:lnTo>
                    <a:pt x="223" y="23"/>
                  </a:lnTo>
                  <a:lnTo>
                    <a:pt x="265" y="11"/>
                  </a:lnTo>
                  <a:lnTo>
                    <a:pt x="281" y="38"/>
                  </a:lnTo>
                  <a:lnTo>
                    <a:pt x="326" y="38"/>
                  </a:lnTo>
                  <a:lnTo>
                    <a:pt x="326" y="70"/>
                  </a:lnTo>
                  <a:lnTo>
                    <a:pt x="368" y="80"/>
                  </a:lnTo>
                  <a:lnTo>
                    <a:pt x="349" y="109"/>
                  </a:lnTo>
                  <a:lnTo>
                    <a:pt x="381" y="126"/>
                  </a:lnTo>
                  <a:lnTo>
                    <a:pt x="347" y="149"/>
                  </a:lnTo>
                  <a:lnTo>
                    <a:pt x="367" y="178"/>
                  </a:lnTo>
                  <a:lnTo>
                    <a:pt x="325" y="186"/>
                  </a:lnTo>
                  <a:lnTo>
                    <a:pt x="326" y="215"/>
                  </a:lnTo>
                  <a:lnTo>
                    <a:pt x="279" y="215"/>
                  </a:lnTo>
                  <a:lnTo>
                    <a:pt x="261" y="246"/>
                  </a:lnTo>
                  <a:lnTo>
                    <a:pt x="220" y="231"/>
                  </a:lnTo>
                  <a:lnTo>
                    <a:pt x="189" y="252"/>
                  </a:lnTo>
                  <a:lnTo>
                    <a:pt x="159" y="232"/>
                  </a:lnTo>
                  <a:lnTo>
                    <a:pt x="116" y="243"/>
                  </a:lnTo>
                  <a:lnTo>
                    <a:pt x="101" y="213"/>
                  </a:lnTo>
                  <a:lnTo>
                    <a:pt x="56" y="214"/>
                  </a:lnTo>
                  <a:lnTo>
                    <a:pt x="55" y="186"/>
                  </a:lnTo>
                  <a:lnTo>
                    <a:pt x="13" y="174"/>
                  </a:lnTo>
                  <a:lnTo>
                    <a:pt x="34" y="146"/>
                  </a:lnTo>
                  <a:lnTo>
                    <a:pt x="0" y="126"/>
                  </a:lnTo>
                  <a:lnTo>
                    <a:pt x="35" y="106"/>
                  </a:lnTo>
                  <a:lnTo>
                    <a:pt x="14" y="78"/>
                  </a:lnTo>
                  <a:lnTo>
                    <a:pt x="56" y="67"/>
                  </a:lnTo>
                  <a:lnTo>
                    <a:pt x="56" y="39"/>
                  </a:lnTo>
                  <a:lnTo>
                    <a:pt x="103" y="39"/>
                  </a:lnTo>
                  <a:lnTo>
                    <a:pt x="119" y="9"/>
                  </a:lnTo>
                  <a:lnTo>
                    <a:pt x="159" y="22"/>
                  </a:lnTo>
                  <a:lnTo>
                    <a:pt x="191" y="0"/>
                  </a:lnTo>
                </a:path>
              </a:pathLst>
            </a:custGeom>
            <a:solidFill>
              <a:schemeClr val="accent2"/>
            </a:solidFill>
            <a:ln w="254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44" name="Rectangle 17">
              <a:extLst>
                <a:ext uri="{FF2B5EF4-FFF2-40B4-BE49-F238E27FC236}">
                  <a16:creationId xmlns:a16="http://schemas.microsoft.com/office/drawing/2014/main" id="{EB24A03E-379C-7E28-0321-66C020806B57}"/>
                </a:ext>
              </a:extLst>
            </p:cNvPr>
            <p:cNvSpPr>
              <a:spLocks noChangeArrowheads="1"/>
            </p:cNvSpPr>
            <p:nvPr/>
          </p:nvSpPr>
          <p:spPr bwMode="auto">
            <a:xfrm>
              <a:off x="547688" y="3141663"/>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rPr>
                <a:t>Testing</a:t>
              </a:r>
            </a:p>
          </p:txBody>
        </p:sp>
        <p:sp>
          <p:nvSpPr>
            <p:cNvPr id="45" name="Rectangle 18">
              <a:extLst>
                <a:ext uri="{FF2B5EF4-FFF2-40B4-BE49-F238E27FC236}">
                  <a16:creationId xmlns:a16="http://schemas.microsoft.com/office/drawing/2014/main" id="{D856AA33-05F4-93C8-FFD4-C6ADC70B0A32}"/>
                </a:ext>
              </a:extLst>
            </p:cNvPr>
            <p:cNvSpPr>
              <a:spLocks noChangeArrowheads="1"/>
            </p:cNvSpPr>
            <p:nvPr/>
          </p:nvSpPr>
          <p:spPr bwMode="auto">
            <a:xfrm>
              <a:off x="1152525" y="4751388"/>
              <a:ext cx="1322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rPr>
                <a:t>Customer</a:t>
              </a:r>
            </a:p>
          </p:txBody>
        </p:sp>
        <p:sp>
          <p:nvSpPr>
            <p:cNvPr id="46" name="Rectangle 19">
              <a:extLst>
                <a:ext uri="{FF2B5EF4-FFF2-40B4-BE49-F238E27FC236}">
                  <a16:creationId xmlns:a16="http://schemas.microsoft.com/office/drawing/2014/main" id="{89C60215-55E6-551F-6713-6CF8EC91382E}"/>
                </a:ext>
              </a:extLst>
            </p:cNvPr>
            <p:cNvSpPr>
              <a:spLocks noChangeArrowheads="1"/>
            </p:cNvSpPr>
            <p:nvPr/>
          </p:nvSpPr>
          <p:spPr bwMode="auto">
            <a:xfrm>
              <a:off x="2454275" y="4770438"/>
              <a:ext cx="156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rPr>
                <a:t>Raw Material</a:t>
              </a:r>
            </a:p>
          </p:txBody>
        </p:sp>
        <p:sp>
          <p:nvSpPr>
            <p:cNvPr id="47" name="Oval 20">
              <a:extLst>
                <a:ext uri="{FF2B5EF4-FFF2-40B4-BE49-F238E27FC236}">
                  <a16:creationId xmlns:a16="http://schemas.microsoft.com/office/drawing/2014/main" id="{CDBC09C3-D4F3-910F-0E05-BFDEB6535A5B}"/>
                </a:ext>
              </a:extLst>
            </p:cNvPr>
            <p:cNvSpPr>
              <a:spLocks noChangeArrowheads="1"/>
            </p:cNvSpPr>
            <p:nvPr/>
          </p:nvSpPr>
          <p:spPr bwMode="auto">
            <a:xfrm>
              <a:off x="2382838" y="3382963"/>
              <a:ext cx="144462" cy="136525"/>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8" name="Freeform 21">
              <a:extLst>
                <a:ext uri="{FF2B5EF4-FFF2-40B4-BE49-F238E27FC236}">
                  <a16:creationId xmlns:a16="http://schemas.microsoft.com/office/drawing/2014/main" id="{389DF741-2429-8BD0-1251-654DE045C8C0}"/>
                </a:ext>
              </a:extLst>
            </p:cNvPr>
            <p:cNvSpPr>
              <a:spLocks/>
            </p:cNvSpPr>
            <p:nvPr/>
          </p:nvSpPr>
          <p:spPr bwMode="auto">
            <a:xfrm>
              <a:off x="2257425" y="3551238"/>
              <a:ext cx="382588" cy="811212"/>
            </a:xfrm>
            <a:custGeom>
              <a:avLst/>
              <a:gdLst>
                <a:gd name="T0" fmla="*/ 265113 w 241"/>
                <a:gd name="T1" fmla="*/ 0 h 511"/>
                <a:gd name="T2" fmla="*/ 290513 w 241"/>
                <a:gd name="T3" fmla="*/ 0 h 511"/>
                <a:gd name="T4" fmla="*/ 322263 w 241"/>
                <a:gd name="T5" fmla="*/ 6350 h 511"/>
                <a:gd name="T6" fmla="*/ 371475 w 241"/>
                <a:gd name="T7" fmla="*/ 63500 h 511"/>
                <a:gd name="T8" fmla="*/ 381000 w 241"/>
                <a:gd name="T9" fmla="*/ 120650 h 511"/>
                <a:gd name="T10" fmla="*/ 381000 w 241"/>
                <a:gd name="T11" fmla="*/ 358775 h 511"/>
                <a:gd name="T12" fmla="*/ 373063 w 241"/>
                <a:gd name="T13" fmla="*/ 381000 h 511"/>
                <a:gd name="T14" fmla="*/ 325438 w 241"/>
                <a:gd name="T15" fmla="*/ 388937 h 511"/>
                <a:gd name="T16" fmla="*/ 311150 w 241"/>
                <a:gd name="T17" fmla="*/ 358775 h 511"/>
                <a:gd name="T18" fmla="*/ 309563 w 241"/>
                <a:gd name="T19" fmla="*/ 139700 h 511"/>
                <a:gd name="T20" fmla="*/ 290513 w 241"/>
                <a:gd name="T21" fmla="*/ 744537 h 511"/>
                <a:gd name="T22" fmla="*/ 288925 w 241"/>
                <a:gd name="T23" fmla="*/ 771525 h 511"/>
                <a:gd name="T24" fmla="*/ 271463 w 241"/>
                <a:gd name="T25" fmla="*/ 803275 h 511"/>
                <a:gd name="T26" fmla="*/ 215900 w 241"/>
                <a:gd name="T27" fmla="*/ 796925 h 511"/>
                <a:gd name="T28" fmla="*/ 204788 w 241"/>
                <a:gd name="T29" fmla="*/ 744537 h 511"/>
                <a:gd name="T30" fmla="*/ 187325 w 241"/>
                <a:gd name="T31" fmla="*/ 390525 h 511"/>
                <a:gd name="T32" fmla="*/ 173038 w 241"/>
                <a:gd name="T33" fmla="*/ 392112 h 511"/>
                <a:gd name="T34" fmla="*/ 173038 w 241"/>
                <a:gd name="T35" fmla="*/ 755650 h 511"/>
                <a:gd name="T36" fmla="*/ 171450 w 241"/>
                <a:gd name="T37" fmla="*/ 779462 h 511"/>
                <a:gd name="T38" fmla="*/ 133350 w 241"/>
                <a:gd name="T39" fmla="*/ 809625 h 511"/>
                <a:gd name="T40" fmla="*/ 96838 w 241"/>
                <a:gd name="T41" fmla="*/ 788987 h 511"/>
                <a:gd name="T42" fmla="*/ 90488 w 241"/>
                <a:gd name="T43" fmla="*/ 754062 h 511"/>
                <a:gd name="T44" fmla="*/ 90488 w 241"/>
                <a:gd name="T45" fmla="*/ 138112 h 511"/>
                <a:gd name="T46" fmla="*/ 69850 w 241"/>
                <a:gd name="T47" fmla="*/ 354012 h 511"/>
                <a:gd name="T48" fmla="*/ 69850 w 241"/>
                <a:gd name="T49" fmla="*/ 365125 h 511"/>
                <a:gd name="T50" fmla="*/ 57150 w 241"/>
                <a:gd name="T51" fmla="*/ 387350 h 511"/>
                <a:gd name="T52" fmla="*/ 36513 w 241"/>
                <a:gd name="T53" fmla="*/ 393700 h 511"/>
                <a:gd name="T54" fmla="*/ 0 w 241"/>
                <a:gd name="T55" fmla="*/ 358775 h 511"/>
                <a:gd name="T56" fmla="*/ 0 w 241"/>
                <a:gd name="T57" fmla="*/ 120650 h 511"/>
                <a:gd name="T58" fmla="*/ 6350 w 241"/>
                <a:gd name="T59" fmla="*/ 65087 h 511"/>
                <a:gd name="T60" fmla="*/ 57150 w 241"/>
                <a:gd name="T61" fmla="*/ 7937 h 511"/>
                <a:gd name="T62" fmla="*/ 87313 w 241"/>
                <a:gd name="T63" fmla="*/ 0 h 511"/>
                <a:gd name="T64" fmla="*/ 114300 w 241"/>
                <a:gd name="T65" fmla="*/ 0 h 511"/>
                <a:gd name="T66" fmla="*/ 180975 w 241"/>
                <a:gd name="T67" fmla="*/ 0 h 5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41" h="511">
                  <a:moveTo>
                    <a:pt x="114" y="0"/>
                  </a:moveTo>
                  <a:lnTo>
                    <a:pt x="167" y="0"/>
                  </a:lnTo>
                  <a:lnTo>
                    <a:pt x="177" y="0"/>
                  </a:lnTo>
                  <a:lnTo>
                    <a:pt x="183" y="0"/>
                  </a:lnTo>
                  <a:lnTo>
                    <a:pt x="190" y="0"/>
                  </a:lnTo>
                  <a:lnTo>
                    <a:pt x="203" y="4"/>
                  </a:lnTo>
                  <a:lnTo>
                    <a:pt x="223" y="19"/>
                  </a:lnTo>
                  <a:lnTo>
                    <a:pt x="234" y="40"/>
                  </a:lnTo>
                  <a:lnTo>
                    <a:pt x="240" y="71"/>
                  </a:lnTo>
                  <a:lnTo>
                    <a:pt x="240" y="76"/>
                  </a:lnTo>
                  <a:lnTo>
                    <a:pt x="240" y="223"/>
                  </a:lnTo>
                  <a:lnTo>
                    <a:pt x="240" y="226"/>
                  </a:lnTo>
                  <a:lnTo>
                    <a:pt x="239" y="234"/>
                  </a:lnTo>
                  <a:lnTo>
                    <a:pt x="235" y="240"/>
                  </a:lnTo>
                  <a:lnTo>
                    <a:pt x="217" y="248"/>
                  </a:lnTo>
                  <a:lnTo>
                    <a:pt x="205" y="245"/>
                  </a:lnTo>
                  <a:lnTo>
                    <a:pt x="199" y="238"/>
                  </a:lnTo>
                  <a:lnTo>
                    <a:pt x="196" y="226"/>
                  </a:lnTo>
                  <a:lnTo>
                    <a:pt x="195" y="223"/>
                  </a:lnTo>
                  <a:lnTo>
                    <a:pt x="195" y="88"/>
                  </a:lnTo>
                  <a:lnTo>
                    <a:pt x="183" y="87"/>
                  </a:lnTo>
                  <a:lnTo>
                    <a:pt x="183" y="469"/>
                  </a:lnTo>
                  <a:lnTo>
                    <a:pt x="183" y="475"/>
                  </a:lnTo>
                  <a:lnTo>
                    <a:pt x="182" y="486"/>
                  </a:lnTo>
                  <a:lnTo>
                    <a:pt x="179" y="497"/>
                  </a:lnTo>
                  <a:lnTo>
                    <a:pt x="171" y="506"/>
                  </a:lnTo>
                  <a:lnTo>
                    <a:pt x="157" y="510"/>
                  </a:lnTo>
                  <a:lnTo>
                    <a:pt x="136" y="502"/>
                  </a:lnTo>
                  <a:lnTo>
                    <a:pt x="129" y="476"/>
                  </a:lnTo>
                  <a:lnTo>
                    <a:pt x="129" y="469"/>
                  </a:lnTo>
                  <a:lnTo>
                    <a:pt x="129" y="247"/>
                  </a:lnTo>
                  <a:lnTo>
                    <a:pt x="118" y="246"/>
                  </a:lnTo>
                  <a:lnTo>
                    <a:pt x="122" y="246"/>
                  </a:lnTo>
                  <a:lnTo>
                    <a:pt x="109" y="247"/>
                  </a:lnTo>
                  <a:lnTo>
                    <a:pt x="109" y="469"/>
                  </a:lnTo>
                  <a:lnTo>
                    <a:pt x="109" y="476"/>
                  </a:lnTo>
                  <a:lnTo>
                    <a:pt x="109" y="484"/>
                  </a:lnTo>
                  <a:lnTo>
                    <a:pt x="108" y="491"/>
                  </a:lnTo>
                  <a:lnTo>
                    <a:pt x="104" y="502"/>
                  </a:lnTo>
                  <a:lnTo>
                    <a:pt x="84" y="510"/>
                  </a:lnTo>
                  <a:lnTo>
                    <a:pt x="70" y="507"/>
                  </a:lnTo>
                  <a:lnTo>
                    <a:pt x="61" y="497"/>
                  </a:lnTo>
                  <a:lnTo>
                    <a:pt x="58" y="486"/>
                  </a:lnTo>
                  <a:lnTo>
                    <a:pt x="57" y="475"/>
                  </a:lnTo>
                  <a:lnTo>
                    <a:pt x="57" y="469"/>
                  </a:lnTo>
                  <a:lnTo>
                    <a:pt x="57" y="87"/>
                  </a:lnTo>
                  <a:lnTo>
                    <a:pt x="44" y="88"/>
                  </a:lnTo>
                  <a:lnTo>
                    <a:pt x="44" y="223"/>
                  </a:lnTo>
                  <a:lnTo>
                    <a:pt x="44" y="226"/>
                  </a:lnTo>
                  <a:lnTo>
                    <a:pt x="44" y="230"/>
                  </a:lnTo>
                  <a:lnTo>
                    <a:pt x="41" y="238"/>
                  </a:lnTo>
                  <a:lnTo>
                    <a:pt x="36" y="244"/>
                  </a:lnTo>
                  <a:lnTo>
                    <a:pt x="31" y="247"/>
                  </a:lnTo>
                  <a:lnTo>
                    <a:pt x="23" y="248"/>
                  </a:lnTo>
                  <a:lnTo>
                    <a:pt x="5" y="241"/>
                  </a:lnTo>
                  <a:lnTo>
                    <a:pt x="0" y="226"/>
                  </a:lnTo>
                  <a:lnTo>
                    <a:pt x="0" y="223"/>
                  </a:lnTo>
                  <a:lnTo>
                    <a:pt x="0" y="76"/>
                  </a:lnTo>
                  <a:lnTo>
                    <a:pt x="0" y="71"/>
                  </a:lnTo>
                  <a:lnTo>
                    <a:pt x="4" y="41"/>
                  </a:lnTo>
                  <a:lnTo>
                    <a:pt x="17" y="19"/>
                  </a:lnTo>
                  <a:lnTo>
                    <a:pt x="36" y="5"/>
                  </a:lnTo>
                  <a:lnTo>
                    <a:pt x="48" y="1"/>
                  </a:lnTo>
                  <a:lnTo>
                    <a:pt x="55" y="0"/>
                  </a:lnTo>
                  <a:lnTo>
                    <a:pt x="62" y="0"/>
                  </a:lnTo>
                  <a:lnTo>
                    <a:pt x="72" y="0"/>
                  </a:lnTo>
                  <a:lnTo>
                    <a:pt x="126" y="0"/>
                  </a:lnTo>
                  <a:lnTo>
                    <a:pt x="114" y="0"/>
                  </a:lnTo>
                </a:path>
              </a:pathLst>
            </a:custGeom>
            <a:solidFill>
              <a:schemeClr val="accent5"/>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49" name="Line 22">
              <a:extLst>
                <a:ext uri="{FF2B5EF4-FFF2-40B4-BE49-F238E27FC236}">
                  <a16:creationId xmlns:a16="http://schemas.microsoft.com/office/drawing/2014/main" id="{493D5284-0C95-D249-C849-A2FC526213F7}"/>
                </a:ext>
              </a:extLst>
            </p:cNvPr>
            <p:cNvSpPr>
              <a:spLocks noChangeShapeType="1"/>
            </p:cNvSpPr>
            <p:nvPr/>
          </p:nvSpPr>
          <p:spPr bwMode="auto">
            <a:xfrm flipV="1">
              <a:off x="3068638" y="4265613"/>
              <a:ext cx="0" cy="51117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23">
              <a:extLst>
                <a:ext uri="{FF2B5EF4-FFF2-40B4-BE49-F238E27FC236}">
                  <a16:creationId xmlns:a16="http://schemas.microsoft.com/office/drawing/2014/main" id="{1688DC98-6A70-E501-BFB5-E1EA2CE310F3}"/>
                </a:ext>
              </a:extLst>
            </p:cNvPr>
            <p:cNvSpPr>
              <a:spLocks noChangeShapeType="1"/>
            </p:cNvSpPr>
            <p:nvPr/>
          </p:nvSpPr>
          <p:spPr bwMode="auto">
            <a:xfrm flipV="1">
              <a:off x="3065463" y="3460750"/>
              <a:ext cx="0" cy="4794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1" name="Line 24">
              <a:extLst>
                <a:ext uri="{FF2B5EF4-FFF2-40B4-BE49-F238E27FC236}">
                  <a16:creationId xmlns:a16="http://schemas.microsoft.com/office/drawing/2014/main" id="{AA36E0F2-2ADC-CE7E-612F-C39DB080A8C1}"/>
                </a:ext>
              </a:extLst>
            </p:cNvPr>
            <p:cNvSpPr>
              <a:spLocks noChangeShapeType="1"/>
            </p:cNvSpPr>
            <p:nvPr/>
          </p:nvSpPr>
          <p:spPr bwMode="auto">
            <a:xfrm flipV="1">
              <a:off x="1830388" y="4443413"/>
              <a:ext cx="3175" cy="381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2" name="Line 25">
              <a:extLst>
                <a:ext uri="{FF2B5EF4-FFF2-40B4-BE49-F238E27FC236}">
                  <a16:creationId xmlns:a16="http://schemas.microsoft.com/office/drawing/2014/main" id="{52521AEE-3920-A3D8-CF18-6E47D6AB01D8}"/>
                </a:ext>
              </a:extLst>
            </p:cNvPr>
            <p:cNvSpPr>
              <a:spLocks noChangeShapeType="1"/>
            </p:cNvSpPr>
            <p:nvPr/>
          </p:nvSpPr>
          <p:spPr bwMode="auto">
            <a:xfrm flipH="1" flipV="1">
              <a:off x="1827213" y="3467100"/>
              <a:ext cx="6350" cy="314325"/>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Line 26">
              <a:extLst>
                <a:ext uri="{FF2B5EF4-FFF2-40B4-BE49-F238E27FC236}">
                  <a16:creationId xmlns:a16="http://schemas.microsoft.com/office/drawing/2014/main" id="{63A3C20C-D396-ADA4-54C4-162CEC2BF17F}"/>
                </a:ext>
              </a:extLst>
            </p:cNvPr>
            <p:cNvSpPr>
              <a:spLocks noChangeShapeType="1"/>
            </p:cNvSpPr>
            <p:nvPr/>
          </p:nvSpPr>
          <p:spPr bwMode="auto">
            <a:xfrm flipV="1">
              <a:off x="1838325" y="2901950"/>
              <a:ext cx="415925" cy="211138"/>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Line 27">
              <a:extLst>
                <a:ext uri="{FF2B5EF4-FFF2-40B4-BE49-F238E27FC236}">
                  <a16:creationId xmlns:a16="http://schemas.microsoft.com/office/drawing/2014/main" id="{25A61C48-DEE1-170F-621D-0128E929B765}"/>
                </a:ext>
              </a:extLst>
            </p:cNvPr>
            <p:cNvSpPr>
              <a:spLocks noChangeShapeType="1"/>
            </p:cNvSpPr>
            <p:nvPr/>
          </p:nvSpPr>
          <p:spPr bwMode="auto">
            <a:xfrm flipH="1" flipV="1">
              <a:off x="2654300" y="2892425"/>
              <a:ext cx="414338" cy="2540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112759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47E0-EACE-8A1F-33DB-4B9B87390931}"/>
              </a:ext>
            </a:extLst>
          </p:cNvPr>
          <p:cNvSpPr>
            <a:spLocks noGrp="1"/>
          </p:cNvSpPr>
          <p:nvPr>
            <p:ph type="title"/>
          </p:nvPr>
        </p:nvSpPr>
        <p:spPr/>
        <p:txBody>
          <a:bodyPr/>
          <a:lstStyle/>
          <a:p>
            <a:r>
              <a:rPr lang="en-US" dirty="0"/>
              <a:t>Batch Production</a:t>
            </a:r>
          </a:p>
        </p:txBody>
      </p:sp>
      <p:grpSp>
        <p:nvGrpSpPr>
          <p:cNvPr id="5" name="Group 4">
            <a:extLst>
              <a:ext uri="{FF2B5EF4-FFF2-40B4-BE49-F238E27FC236}">
                <a16:creationId xmlns:a16="http://schemas.microsoft.com/office/drawing/2014/main" id="{B7652A2B-23AB-126A-4CF8-333228D55EB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22F7780D-2979-E2A3-ED36-045FB42FB309}"/>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FD71BBBB-B6B0-0F7C-C86F-FD98EC48B71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3C62BB8-580F-EF62-C8F2-3528B63ACFD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5FFDFCA-8CF1-25EC-EC20-98B54C95349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94019AC-E480-40CB-3001-175BE4DF67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17F3A5-4836-E9CE-4C6D-7DB7BF26B1E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6A51BB81-B3EF-AB80-1B90-6BF35778146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122" name="Group 121">
            <a:extLst>
              <a:ext uri="{FF2B5EF4-FFF2-40B4-BE49-F238E27FC236}">
                <a16:creationId xmlns:a16="http://schemas.microsoft.com/office/drawing/2014/main" id="{2EBA8F45-F93C-64B4-5CDE-193641C1FC15}"/>
              </a:ext>
            </a:extLst>
          </p:cNvPr>
          <p:cNvGrpSpPr/>
          <p:nvPr/>
        </p:nvGrpSpPr>
        <p:grpSpPr>
          <a:xfrm>
            <a:off x="1130511" y="1979270"/>
            <a:ext cx="9930978" cy="4321517"/>
            <a:chOff x="474663" y="1625600"/>
            <a:chExt cx="8181975" cy="4675188"/>
          </a:xfrm>
        </p:grpSpPr>
        <p:sp>
          <p:nvSpPr>
            <p:cNvPr id="13" name="Rectangle 2">
              <a:extLst>
                <a:ext uri="{FF2B5EF4-FFF2-40B4-BE49-F238E27FC236}">
                  <a16:creationId xmlns:a16="http://schemas.microsoft.com/office/drawing/2014/main" id="{97AF8D4E-F2E5-A670-0850-0E595BA6217E}"/>
                </a:ext>
              </a:extLst>
            </p:cNvPr>
            <p:cNvSpPr>
              <a:spLocks noChangeArrowheads="1"/>
            </p:cNvSpPr>
            <p:nvPr/>
          </p:nvSpPr>
          <p:spPr bwMode="auto">
            <a:xfrm>
              <a:off x="1228725" y="58435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Rectangle 4">
              <a:extLst>
                <a:ext uri="{FF2B5EF4-FFF2-40B4-BE49-F238E27FC236}">
                  <a16:creationId xmlns:a16="http://schemas.microsoft.com/office/drawing/2014/main" id="{2F487504-3090-5B63-6CE1-0D2FDE164B5E}"/>
                </a:ext>
              </a:extLst>
            </p:cNvPr>
            <p:cNvSpPr>
              <a:spLocks noChangeArrowheads="1"/>
            </p:cNvSpPr>
            <p:nvPr/>
          </p:nvSpPr>
          <p:spPr bwMode="auto">
            <a:xfrm>
              <a:off x="1228725" y="58435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7">
              <a:extLst>
                <a:ext uri="{FF2B5EF4-FFF2-40B4-BE49-F238E27FC236}">
                  <a16:creationId xmlns:a16="http://schemas.microsoft.com/office/drawing/2014/main" id="{AC591B87-AB70-F968-864B-FF9384E0D85C}"/>
                </a:ext>
              </a:extLst>
            </p:cNvPr>
            <p:cNvSpPr>
              <a:spLocks noChangeArrowheads="1"/>
            </p:cNvSpPr>
            <p:nvPr/>
          </p:nvSpPr>
          <p:spPr bwMode="auto">
            <a:xfrm rot="960000">
              <a:off x="6724650" y="4545013"/>
              <a:ext cx="177800" cy="731837"/>
            </a:xfrm>
            <a:prstGeom prst="ellipse">
              <a:avLst/>
            </a:prstGeom>
            <a:noFill/>
            <a:ln w="508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Line 8">
              <a:extLst>
                <a:ext uri="{FF2B5EF4-FFF2-40B4-BE49-F238E27FC236}">
                  <a16:creationId xmlns:a16="http://schemas.microsoft.com/office/drawing/2014/main" id="{01EF2DBE-1D19-77C5-5D1F-664E34AFF929}"/>
                </a:ext>
              </a:extLst>
            </p:cNvPr>
            <p:cNvSpPr>
              <a:spLocks noChangeShapeType="1"/>
            </p:cNvSpPr>
            <p:nvPr/>
          </p:nvSpPr>
          <p:spPr bwMode="auto">
            <a:xfrm>
              <a:off x="6753225" y="4910138"/>
              <a:ext cx="261938" cy="912812"/>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7" name="Group 9">
              <a:extLst>
                <a:ext uri="{FF2B5EF4-FFF2-40B4-BE49-F238E27FC236}">
                  <a16:creationId xmlns:a16="http://schemas.microsoft.com/office/drawing/2014/main" id="{39D6B9C1-1352-EC6A-D793-C61EFFD8A0E8}"/>
                </a:ext>
              </a:extLst>
            </p:cNvPr>
            <p:cNvGrpSpPr>
              <a:grpSpLocks/>
            </p:cNvGrpSpPr>
            <p:nvPr/>
          </p:nvGrpSpPr>
          <p:grpSpPr bwMode="auto">
            <a:xfrm>
              <a:off x="5346700" y="1658938"/>
              <a:ext cx="3309938" cy="1485900"/>
              <a:chOff x="3125" y="1102"/>
              <a:chExt cx="2085" cy="936"/>
            </a:xfrm>
          </p:grpSpPr>
          <p:sp>
            <p:nvSpPr>
              <p:cNvPr id="18" name="AutoShape 10">
                <a:extLst>
                  <a:ext uri="{FF2B5EF4-FFF2-40B4-BE49-F238E27FC236}">
                    <a16:creationId xmlns:a16="http://schemas.microsoft.com/office/drawing/2014/main" id="{B2591C67-10C1-10E2-821F-EE73FAF38DD2}"/>
                  </a:ext>
                </a:extLst>
              </p:cNvPr>
              <p:cNvSpPr>
                <a:spLocks noChangeArrowheads="1"/>
              </p:cNvSpPr>
              <p:nvPr/>
            </p:nvSpPr>
            <p:spPr bwMode="auto">
              <a:xfrm>
                <a:off x="3965" y="1411"/>
                <a:ext cx="417" cy="603"/>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Oval 11">
                <a:extLst>
                  <a:ext uri="{FF2B5EF4-FFF2-40B4-BE49-F238E27FC236}">
                    <a16:creationId xmlns:a16="http://schemas.microsoft.com/office/drawing/2014/main" id="{6BFA14E4-E1DB-7A71-3D0C-4E06BCC95B82}"/>
                  </a:ext>
                </a:extLst>
              </p:cNvPr>
              <p:cNvSpPr>
                <a:spLocks noChangeArrowheads="1"/>
              </p:cNvSpPr>
              <p:nvPr/>
            </p:nvSpPr>
            <p:spPr bwMode="auto">
              <a:xfrm>
                <a:off x="3988" y="1102"/>
                <a:ext cx="356" cy="324"/>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AutoShape 12">
                <a:extLst>
                  <a:ext uri="{FF2B5EF4-FFF2-40B4-BE49-F238E27FC236}">
                    <a16:creationId xmlns:a16="http://schemas.microsoft.com/office/drawing/2014/main" id="{CC409A4A-BA15-591A-CD44-DD0DBC9EF69A}"/>
                  </a:ext>
                </a:extLst>
              </p:cNvPr>
              <p:cNvSpPr>
                <a:spLocks noChangeArrowheads="1"/>
              </p:cNvSpPr>
              <p:nvPr/>
            </p:nvSpPr>
            <p:spPr bwMode="auto">
              <a:xfrm>
                <a:off x="4724" y="1566"/>
                <a:ext cx="245" cy="185"/>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AutoShape 13">
                <a:extLst>
                  <a:ext uri="{FF2B5EF4-FFF2-40B4-BE49-F238E27FC236}">
                    <a16:creationId xmlns:a16="http://schemas.microsoft.com/office/drawing/2014/main" id="{415DAE23-4B77-6967-3815-761F1B150C85}"/>
                  </a:ext>
                </a:extLst>
              </p:cNvPr>
              <p:cNvSpPr>
                <a:spLocks noChangeArrowheads="1"/>
              </p:cNvSpPr>
              <p:nvPr/>
            </p:nvSpPr>
            <p:spPr bwMode="auto">
              <a:xfrm>
                <a:off x="4816" y="1658"/>
                <a:ext cx="246" cy="186"/>
              </a:xfrm>
              <a:prstGeom prst="cube">
                <a:avLst>
                  <a:gd name="adj" fmla="val 24995"/>
                </a:avLst>
              </a:prstGeom>
              <a:solidFill>
                <a:schemeClr val="accent3"/>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 name="AutoShape 14">
                <a:extLst>
                  <a:ext uri="{FF2B5EF4-FFF2-40B4-BE49-F238E27FC236}">
                    <a16:creationId xmlns:a16="http://schemas.microsoft.com/office/drawing/2014/main" id="{0DDB88CA-801A-AB99-1CD5-5648A4273BC1}"/>
                  </a:ext>
                </a:extLst>
              </p:cNvPr>
              <p:cNvSpPr>
                <a:spLocks noChangeArrowheads="1"/>
              </p:cNvSpPr>
              <p:nvPr/>
            </p:nvSpPr>
            <p:spPr bwMode="auto">
              <a:xfrm>
                <a:off x="4916" y="1535"/>
                <a:ext cx="248" cy="185"/>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 name="Rectangle 15">
                <a:extLst>
                  <a:ext uri="{FF2B5EF4-FFF2-40B4-BE49-F238E27FC236}">
                    <a16:creationId xmlns:a16="http://schemas.microsoft.com/office/drawing/2014/main" id="{25B1B50A-E26F-82AA-BA99-1E076749970A}"/>
                  </a:ext>
                </a:extLst>
              </p:cNvPr>
              <p:cNvSpPr>
                <a:spLocks noChangeArrowheads="1"/>
              </p:cNvSpPr>
              <p:nvPr/>
            </p:nvSpPr>
            <p:spPr bwMode="auto">
              <a:xfrm>
                <a:off x="4681" y="1686"/>
                <a:ext cx="529" cy="328"/>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 name="Rectangle 16">
                <a:extLst>
                  <a:ext uri="{FF2B5EF4-FFF2-40B4-BE49-F238E27FC236}">
                    <a16:creationId xmlns:a16="http://schemas.microsoft.com/office/drawing/2014/main" id="{6805279D-8247-4D79-4534-B09A32C2FDEC}"/>
                  </a:ext>
                </a:extLst>
              </p:cNvPr>
              <p:cNvSpPr>
                <a:spLocks noChangeArrowheads="1"/>
              </p:cNvSpPr>
              <p:nvPr/>
            </p:nvSpPr>
            <p:spPr bwMode="auto">
              <a:xfrm>
                <a:off x="3757" y="1566"/>
                <a:ext cx="850" cy="61"/>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Rectangle 17">
                <a:extLst>
                  <a:ext uri="{FF2B5EF4-FFF2-40B4-BE49-F238E27FC236}">
                    <a16:creationId xmlns:a16="http://schemas.microsoft.com/office/drawing/2014/main" id="{BC102807-8B55-859D-8A86-2AB5E896C389}"/>
                  </a:ext>
                </a:extLst>
              </p:cNvPr>
              <p:cNvSpPr>
                <a:spLocks noChangeArrowheads="1"/>
              </p:cNvSpPr>
              <p:nvPr/>
            </p:nvSpPr>
            <p:spPr bwMode="auto">
              <a:xfrm>
                <a:off x="3806" y="1566"/>
                <a:ext cx="42" cy="464"/>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Rectangle 18">
                <a:extLst>
                  <a:ext uri="{FF2B5EF4-FFF2-40B4-BE49-F238E27FC236}">
                    <a16:creationId xmlns:a16="http://schemas.microsoft.com/office/drawing/2014/main" id="{81F98A09-C5A0-65A6-4C90-13D8D9117B89}"/>
                  </a:ext>
                </a:extLst>
              </p:cNvPr>
              <p:cNvSpPr>
                <a:spLocks noChangeArrowheads="1"/>
              </p:cNvSpPr>
              <p:nvPr/>
            </p:nvSpPr>
            <p:spPr bwMode="auto">
              <a:xfrm>
                <a:off x="4509" y="1574"/>
                <a:ext cx="42" cy="464"/>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AutoShape 19">
                <a:extLst>
                  <a:ext uri="{FF2B5EF4-FFF2-40B4-BE49-F238E27FC236}">
                    <a16:creationId xmlns:a16="http://schemas.microsoft.com/office/drawing/2014/main" id="{6E2008F9-AC5D-01CE-48B9-8B4DB41CDF46}"/>
                  </a:ext>
                </a:extLst>
              </p:cNvPr>
              <p:cNvSpPr>
                <a:spLocks noChangeArrowheads="1"/>
              </p:cNvSpPr>
              <p:nvPr/>
            </p:nvSpPr>
            <p:spPr bwMode="auto">
              <a:xfrm>
                <a:off x="3783" y="1404"/>
                <a:ext cx="248" cy="181"/>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20">
                <a:extLst>
                  <a:ext uri="{FF2B5EF4-FFF2-40B4-BE49-F238E27FC236}">
                    <a16:creationId xmlns:a16="http://schemas.microsoft.com/office/drawing/2014/main" id="{3C90ED62-7807-439B-E410-C55F0507A854}"/>
                  </a:ext>
                </a:extLst>
              </p:cNvPr>
              <p:cNvSpPr>
                <a:spLocks noChangeArrowheads="1"/>
              </p:cNvSpPr>
              <p:nvPr/>
            </p:nvSpPr>
            <p:spPr bwMode="auto">
              <a:xfrm>
                <a:off x="4329" y="1404"/>
                <a:ext cx="247" cy="181"/>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 name="Oval 21">
                <a:extLst>
                  <a:ext uri="{FF2B5EF4-FFF2-40B4-BE49-F238E27FC236}">
                    <a16:creationId xmlns:a16="http://schemas.microsoft.com/office/drawing/2014/main" id="{C857702E-F037-E0A4-25FD-03ECDFCDBEF0}"/>
                  </a:ext>
                </a:extLst>
              </p:cNvPr>
              <p:cNvSpPr>
                <a:spLocks noChangeArrowheads="1"/>
              </p:cNvSpPr>
              <p:nvPr/>
            </p:nvSpPr>
            <p:spPr bwMode="auto">
              <a:xfrm>
                <a:off x="4371" y="1283"/>
                <a:ext cx="166" cy="155"/>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AutoShape 22">
                <a:extLst>
                  <a:ext uri="{FF2B5EF4-FFF2-40B4-BE49-F238E27FC236}">
                    <a16:creationId xmlns:a16="http://schemas.microsoft.com/office/drawing/2014/main" id="{E05BF0AF-AFFC-7A9A-A43A-5A611AA5FB59}"/>
                  </a:ext>
                </a:extLst>
              </p:cNvPr>
              <p:cNvSpPr>
                <a:spLocks noChangeArrowheads="1"/>
              </p:cNvSpPr>
              <p:nvPr/>
            </p:nvSpPr>
            <p:spPr bwMode="auto">
              <a:xfrm>
                <a:off x="3170" y="1563"/>
                <a:ext cx="249" cy="185"/>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 name="Oval 23">
                <a:extLst>
                  <a:ext uri="{FF2B5EF4-FFF2-40B4-BE49-F238E27FC236}">
                    <a16:creationId xmlns:a16="http://schemas.microsoft.com/office/drawing/2014/main" id="{2EB5827C-D23C-5052-6979-76B43A73B792}"/>
                  </a:ext>
                </a:extLst>
              </p:cNvPr>
              <p:cNvSpPr>
                <a:spLocks noChangeArrowheads="1"/>
              </p:cNvSpPr>
              <p:nvPr/>
            </p:nvSpPr>
            <p:spPr bwMode="auto">
              <a:xfrm>
                <a:off x="3191" y="1434"/>
                <a:ext cx="166" cy="155"/>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 name="AutoShape 24">
                <a:extLst>
                  <a:ext uri="{FF2B5EF4-FFF2-40B4-BE49-F238E27FC236}">
                    <a16:creationId xmlns:a16="http://schemas.microsoft.com/office/drawing/2014/main" id="{7AF900CA-C707-0593-AE8D-CC979491000F}"/>
                  </a:ext>
                </a:extLst>
              </p:cNvPr>
              <p:cNvSpPr>
                <a:spLocks noChangeArrowheads="1"/>
              </p:cNvSpPr>
              <p:nvPr/>
            </p:nvSpPr>
            <p:spPr bwMode="auto">
              <a:xfrm>
                <a:off x="3403" y="1551"/>
                <a:ext cx="247" cy="185"/>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 name="Oval 25">
                <a:extLst>
                  <a:ext uri="{FF2B5EF4-FFF2-40B4-BE49-F238E27FC236}">
                    <a16:creationId xmlns:a16="http://schemas.microsoft.com/office/drawing/2014/main" id="{32481B31-C0DC-F141-1EB0-B8730F29C556}"/>
                  </a:ext>
                </a:extLst>
              </p:cNvPr>
              <p:cNvSpPr>
                <a:spLocks noChangeArrowheads="1"/>
              </p:cNvSpPr>
              <p:nvPr/>
            </p:nvSpPr>
            <p:spPr bwMode="auto">
              <a:xfrm>
                <a:off x="3422" y="1422"/>
                <a:ext cx="167" cy="155"/>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 name="AutoShape 26">
                <a:extLst>
                  <a:ext uri="{FF2B5EF4-FFF2-40B4-BE49-F238E27FC236}">
                    <a16:creationId xmlns:a16="http://schemas.microsoft.com/office/drawing/2014/main" id="{A495F7FA-03C2-339F-1B2F-400B89F1F193}"/>
                  </a:ext>
                </a:extLst>
              </p:cNvPr>
              <p:cNvSpPr>
                <a:spLocks noChangeArrowheads="1"/>
              </p:cNvSpPr>
              <p:nvPr/>
            </p:nvSpPr>
            <p:spPr bwMode="auto">
              <a:xfrm>
                <a:off x="3287" y="1261"/>
                <a:ext cx="247" cy="184"/>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27">
                <a:extLst>
                  <a:ext uri="{FF2B5EF4-FFF2-40B4-BE49-F238E27FC236}">
                    <a16:creationId xmlns:a16="http://schemas.microsoft.com/office/drawing/2014/main" id="{B8BE5403-6938-21E0-ECC7-DC992D7BA011}"/>
                  </a:ext>
                </a:extLst>
              </p:cNvPr>
              <p:cNvSpPr>
                <a:spLocks noChangeArrowheads="1"/>
              </p:cNvSpPr>
              <p:nvPr/>
            </p:nvSpPr>
            <p:spPr bwMode="auto">
              <a:xfrm>
                <a:off x="3306" y="1133"/>
                <a:ext cx="166" cy="154"/>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Rectangle 28">
                <a:extLst>
                  <a:ext uri="{FF2B5EF4-FFF2-40B4-BE49-F238E27FC236}">
                    <a16:creationId xmlns:a16="http://schemas.microsoft.com/office/drawing/2014/main" id="{1F3E76B9-02E8-F04C-31DC-DBB1FF5B02E4}"/>
                  </a:ext>
                </a:extLst>
              </p:cNvPr>
              <p:cNvSpPr>
                <a:spLocks noChangeArrowheads="1"/>
              </p:cNvSpPr>
              <p:nvPr/>
            </p:nvSpPr>
            <p:spPr bwMode="auto">
              <a:xfrm>
                <a:off x="3125" y="1686"/>
                <a:ext cx="529" cy="328"/>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Oval 29">
                <a:extLst>
                  <a:ext uri="{FF2B5EF4-FFF2-40B4-BE49-F238E27FC236}">
                    <a16:creationId xmlns:a16="http://schemas.microsoft.com/office/drawing/2014/main" id="{1112B327-FF7F-3C45-58E7-BC4936271DC1}"/>
                  </a:ext>
                </a:extLst>
              </p:cNvPr>
              <p:cNvSpPr>
                <a:spLocks noChangeArrowheads="1"/>
              </p:cNvSpPr>
              <p:nvPr/>
            </p:nvSpPr>
            <p:spPr bwMode="auto">
              <a:xfrm>
                <a:off x="4115" y="1308"/>
                <a:ext cx="135" cy="141"/>
              </a:xfrm>
              <a:prstGeom prst="ellipse">
                <a:avLst/>
              </a:prstGeom>
              <a:solidFill>
                <a:schemeClr val="accent5"/>
              </a:solidFill>
              <a:ln w="254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Rectangle 30">
                <a:extLst>
                  <a:ext uri="{FF2B5EF4-FFF2-40B4-BE49-F238E27FC236}">
                    <a16:creationId xmlns:a16="http://schemas.microsoft.com/office/drawing/2014/main" id="{DDC56F7A-7886-EC4B-6AD4-7D03BD20DB27}"/>
                  </a:ext>
                </a:extLst>
              </p:cNvPr>
              <p:cNvSpPr>
                <a:spLocks noChangeArrowheads="1"/>
              </p:cNvSpPr>
              <p:nvPr/>
            </p:nvSpPr>
            <p:spPr bwMode="auto">
              <a:xfrm>
                <a:off x="4094" y="1354"/>
                <a:ext cx="178" cy="13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Oval 31">
                <a:extLst>
                  <a:ext uri="{FF2B5EF4-FFF2-40B4-BE49-F238E27FC236}">
                    <a16:creationId xmlns:a16="http://schemas.microsoft.com/office/drawing/2014/main" id="{DEA095BE-23B7-EE32-5737-3EF2CB50C87E}"/>
                  </a:ext>
                </a:extLst>
              </p:cNvPr>
              <p:cNvSpPr>
                <a:spLocks noChangeArrowheads="1"/>
              </p:cNvSpPr>
              <p:nvPr/>
            </p:nvSpPr>
            <p:spPr bwMode="auto">
              <a:xfrm>
                <a:off x="4123" y="1197"/>
                <a:ext cx="28" cy="51"/>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Oval 32">
                <a:extLst>
                  <a:ext uri="{FF2B5EF4-FFF2-40B4-BE49-F238E27FC236}">
                    <a16:creationId xmlns:a16="http://schemas.microsoft.com/office/drawing/2014/main" id="{C2C85B17-4E04-8E11-DBE7-E82CDD2239F2}"/>
                  </a:ext>
                </a:extLst>
              </p:cNvPr>
              <p:cNvSpPr>
                <a:spLocks noChangeArrowheads="1"/>
              </p:cNvSpPr>
              <p:nvPr/>
            </p:nvSpPr>
            <p:spPr bwMode="auto">
              <a:xfrm>
                <a:off x="4205" y="1202"/>
                <a:ext cx="28" cy="51"/>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41" name="Group 33">
              <a:extLst>
                <a:ext uri="{FF2B5EF4-FFF2-40B4-BE49-F238E27FC236}">
                  <a16:creationId xmlns:a16="http://schemas.microsoft.com/office/drawing/2014/main" id="{BC9299C9-5B0B-ED6A-B281-89C8C675DE83}"/>
                </a:ext>
              </a:extLst>
            </p:cNvPr>
            <p:cNvGrpSpPr>
              <a:grpSpLocks/>
            </p:cNvGrpSpPr>
            <p:nvPr/>
          </p:nvGrpSpPr>
          <p:grpSpPr bwMode="auto">
            <a:xfrm>
              <a:off x="474663" y="1625600"/>
              <a:ext cx="3273425" cy="1519238"/>
              <a:chOff x="344" y="1081"/>
              <a:chExt cx="2062" cy="957"/>
            </a:xfrm>
          </p:grpSpPr>
          <p:sp>
            <p:nvSpPr>
              <p:cNvPr id="42" name="AutoShape 34">
                <a:extLst>
                  <a:ext uri="{FF2B5EF4-FFF2-40B4-BE49-F238E27FC236}">
                    <a16:creationId xmlns:a16="http://schemas.microsoft.com/office/drawing/2014/main" id="{1964ADD7-835A-2901-93B4-3D2785CDE1B7}"/>
                  </a:ext>
                </a:extLst>
              </p:cNvPr>
              <p:cNvSpPr>
                <a:spLocks noChangeArrowheads="1"/>
              </p:cNvSpPr>
              <p:nvPr/>
            </p:nvSpPr>
            <p:spPr bwMode="auto">
              <a:xfrm>
                <a:off x="1156" y="1403"/>
                <a:ext cx="434" cy="627"/>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 name="Oval 35">
                <a:extLst>
                  <a:ext uri="{FF2B5EF4-FFF2-40B4-BE49-F238E27FC236}">
                    <a16:creationId xmlns:a16="http://schemas.microsoft.com/office/drawing/2014/main" id="{BE384918-C40F-36B6-6A34-46A9EFEBD212}"/>
                  </a:ext>
                </a:extLst>
              </p:cNvPr>
              <p:cNvSpPr>
                <a:spLocks noChangeArrowheads="1"/>
              </p:cNvSpPr>
              <p:nvPr/>
            </p:nvSpPr>
            <p:spPr bwMode="auto">
              <a:xfrm>
                <a:off x="1180" y="1081"/>
                <a:ext cx="370" cy="337"/>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Rectangle 36">
                <a:extLst>
                  <a:ext uri="{FF2B5EF4-FFF2-40B4-BE49-F238E27FC236}">
                    <a16:creationId xmlns:a16="http://schemas.microsoft.com/office/drawing/2014/main" id="{5BC6A8E1-0B5E-252F-E3F0-484084915111}"/>
                  </a:ext>
                </a:extLst>
              </p:cNvPr>
              <p:cNvSpPr>
                <a:spLocks noChangeArrowheads="1"/>
              </p:cNvSpPr>
              <p:nvPr/>
            </p:nvSpPr>
            <p:spPr bwMode="auto">
              <a:xfrm>
                <a:off x="939" y="1547"/>
                <a:ext cx="896" cy="65"/>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Rectangle 37">
                <a:extLst>
                  <a:ext uri="{FF2B5EF4-FFF2-40B4-BE49-F238E27FC236}">
                    <a16:creationId xmlns:a16="http://schemas.microsoft.com/office/drawing/2014/main" id="{1BB78C31-EA8A-45C9-B659-DC095B6F213E}"/>
                  </a:ext>
                </a:extLst>
              </p:cNvPr>
              <p:cNvSpPr>
                <a:spLocks noChangeArrowheads="1"/>
              </p:cNvSpPr>
              <p:nvPr/>
            </p:nvSpPr>
            <p:spPr bwMode="auto">
              <a:xfrm>
                <a:off x="990" y="1547"/>
                <a:ext cx="46" cy="483"/>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Rectangle 38">
                <a:extLst>
                  <a:ext uri="{FF2B5EF4-FFF2-40B4-BE49-F238E27FC236}">
                    <a16:creationId xmlns:a16="http://schemas.microsoft.com/office/drawing/2014/main" id="{F632B75F-82B4-B061-DEFA-41C4F70F3FD1}"/>
                  </a:ext>
                </a:extLst>
              </p:cNvPr>
              <p:cNvSpPr>
                <a:spLocks noChangeArrowheads="1"/>
              </p:cNvSpPr>
              <p:nvPr/>
            </p:nvSpPr>
            <p:spPr bwMode="auto">
              <a:xfrm>
                <a:off x="1733" y="1556"/>
                <a:ext cx="44" cy="482"/>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 name="AutoShape 39">
                <a:extLst>
                  <a:ext uri="{FF2B5EF4-FFF2-40B4-BE49-F238E27FC236}">
                    <a16:creationId xmlns:a16="http://schemas.microsoft.com/office/drawing/2014/main" id="{CD806A5A-7B98-AF88-BD3F-698F5CFCDF61}"/>
                  </a:ext>
                </a:extLst>
              </p:cNvPr>
              <p:cNvSpPr>
                <a:spLocks noChangeArrowheads="1"/>
              </p:cNvSpPr>
              <p:nvPr/>
            </p:nvSpPr>
            <p:spPr bwMode="auto">
              <a:xfrm>
                <a:off x="1899" y="1564"/>
                <a:ext cx="257" cy="193"/>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 name="AutoShape 40">
                <a:extLst>
                  <a:ext uri="{FF2B5EF4-FFF2-40B4-BE49-F238E27FC236}">
                    <a16:creationId xmlns:a16="http://schemas.microsoft.com/office/drawing/2014/main" id="{790F89F7-01AD-89CE-6B04-E691643CEBDB}"/>
                  </a:ext>
                </a:extLst>
              </p:cNvPr>
              <p:cNvSpPr>
                <a:spLocks noChangeArrowheads="1"/>
              </p:cNvSpPr>
              <p:nvPr/>
            </p:nvSpPr>
            <p:spPr bwMode="auto">
              <a:xfrm>
                <a:off x="1996" y="1660"/>
                <a:ext cx="258" cy="194"/>
              </a:xfrm>
              <a:prstGeom prst="cube">
                <a:avLst>
                  <a:gd name="adj" fmla="val 24995"/>
                </a:avLst>
              </a:prstGeom>
              <a:solidFill>
                <a:schemeClr val="accent3"/>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 name="AutoShape 41">
                <a:extLst>
                  <a:ext uri="{FF2B5EF4-FFF2-40B4-BE49-F238E27FC236}">
                    <a16:creationId xmlns:a16="http://schemas.microsoft.com/office/drawing/2014/main" id="{25781361-C127-17A1-12C2-3B08945B82E3}"/>
                  </a:ext>
                </a:extLst>
              </p:cNvPr>
              <p:cNvSpPr>
                <a:spLocks noChangeArrowheads="1"/>
              </p:cNvSpPr>
              <p:nvPr/>
            </p:nvSpPr>
            <p:spPr bwMode="auto">
              <a:xfrm>
                <a:off x="2101" y="1532"/>
                <a:ext cx="257" cy="192"/>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AutoShape 42">
                <a:extLst>
                  <a:ext uri="{FF2B5EF4-FFF2-40B4-BE49-F238E27FC236}">
                    <a16:creationId xmlns:a16="http://schemas.microsoft.com/office/drawing/2014/main" id="{226BBEE1-9D81-A484-F510-A5BB98E317A3}"/>
                  </a:ext>
                </a:extLst>
              </p:cNvPr>
              <p:cNvSpPr>
                <a:spLocks noChangeArrowheads="1"/>
              </p:cNvSpPr>
              <p:nvPr/>
            </p:nvSpPr>
            <p:spPr bwMode="auto">
              <a:xfrm>
                <a:off x="2012" y="1379"/>
                <a:ext cx="257" cy="193"/>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43">
                <a:extLst>
                  <a:ext uri="{FF2B5EF4-FFF2-40B4-BE49-F238E27FC236}">
                    <a16:creationId xmlns:a16="http://schemas.microsoft.com/office/drawing/2014/main" id="{1E79DA2A-7D15-51FB-D00F-5052681092AC}"/>
                  </a:ext>
                </a:extLst>
              </p:cNvPr>
              <p:cNvSpPr>
                <a:spLocks noChangeArrowheads="1"/>
              </p:cNvSpPr>
              <p:nvPr/>
            </p:nvSpPr>
            <p:spPr bwMode="auto">
              <a:xfrm>
                <a:off x="1856" y="1688"/>
                <a:ext cx="550" cy="342"/>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AutoShape 44">
                <a:extLst>
                  <a:ext uri="{FF2B5EF4-FFF2-40B4-BE49-F238E27FC236}">
                    <a16:creationId xmlns:a16="http://schemas.microsoft.com/office/drawing/2014/main" id="{14005CE5-8F4D-E5C1-982B-A2CD0DB1E84F}"/>
                  </a:ext>
                </a:extLst>
              </p:cNvPr>
              <p:cNvSpPr>
                <a:spLocks noChangeArrowheads="1"/>
              </p:cNvSpPr>
              <p:nvPr/>
            </p:nvSpPr>
            <p:spPr bwMode="auto">
              <a:xfrm>
                <a:off x="1505" y="1379"/>
                <a:ext cx="257" cy="189"/>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Rectangle 45">
                <a:extLst>
                  <a:ext uri="{FF2B5EF4-FFF2-40B4-BE49-F238E27FC236}">
                    <a16:creationId xmlns:a16="http://schemas.microsoft.com/office/drawing/2014/main" id="{9E6EC68E-DD9A-5C02-EE55-8A72F4B75993}"/>
                  </a:ext>
                </a:extLst>
              </p:cNvPr>
              <p:cNvSpPr>
                <a:spLocks noChangeArrowheads="1"/>
              </p:cNvSpPr>
              <p:nvPr/>
            </p:nvSpPr>
            <p:spPr bwMode="auto">
              <a:xfrm>
                <a:off x="371" y="1596"/>
                <a:ext cx="177" cy="128"/>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Rectangle 46">
                <a:extLst>
                  <a:ext uri="{FF2B5EF4-FFF2-40B4-BE49-F238E27FC236}">
                    <a16:creationId xmlns:a16="http://schemas.microsoft.com/office/drawing/2014/main" id="{41BC2F69-61A5-A39F-BB2D-9570042FB845}"/>
                  </a:ext>
                </a:extLst>
              </p:cNvPr>
              <p:cNvSpPr>
                <a:spLocks noChangeArrowheads="1"/>
              </p:cNvSpPr>
              <p:nvPr/>
            </p:nvSpPr>
            <p:spPr bwMode="auto">
              <a:xfrm>
                <a:off x="573" y="1644"/>
                <a:ext cx="177" cy="128"/>
              </a:xfrm>
              <a:prstGeom prst="rect">
                <a:avLst/>
              </a:prstGeom>
              <a:solidFill>
                <a:srgbClr val="00AE00"/>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 name="Rectangle 47">
                <a:extLst>
                  <a:ext uri="{FF2B5EF4-FFF2-40B4-BE49-F238E27FC236}">
                    <a16:creationId xmlns:a16="http://schemas.microsoft.com/office/drawing/2014/main" id="{5C471C04-F8BD-D9CA-0980-02954C619FE5}"/>
                  </a:ext>
                </a:extLst>
              </p:cNvPr>
              <p:cNvSpPr>
                <a:spLocks noChangeArrowheads="1"/>
              </p:cNvSpPr>
              <p:nvPr/>
            </p:nvSpPr>
            <p:spPr bwMode="auto">
              <a:xfrm>
                <a:off x="685" y="1588"/>
                <a:ext cx="177" cy="128"/>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 name="Rectangle 48">
                <a:extLst>
                  <a:ext uri="{FF2B5EF4-FFF2-40B4-BE49-F238E27FC236}">
                    <a16:creationId xmlns:a16="http://schemas.microsoft.com/office/drawing/2014/main" id="{01A0BFDD-EDD3-12FA-0828-758E5DB56DA8}"/>
                  </a:ext>
                </a:extLst>
              </p:cNvPr>
              <p:cNvSpPr>
                <a:spLocks noChangeArrowheads="1"/>
              </p:cNvSpPr>
              <p:nvPr/>
            </p:nvSpPr>
            <p:spPr bwMode="auto">
              <a:xfrm>
                <a:off x="484" y="1491"/>
                <a:ext cx="178" cy="129"/>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 name="Rectangle 49">
                <a:extLst>
                  <a:ext uri="{FF2B5EF4-FFF2-40B4-BE49-F238E27FC236}">
                    <a16:creationId xmlns:a16="http://schemas.microsoft.com/office/drawing/2014/main" id="{A1D2DF2F-5DAE-C555-5E0F-3E20C199839F}"/>
                  </a:ext>
                </a:extLst>
              </p:cNvPr>
              <p:cNvSpPr>
                <a:spLocks noChangeArrowheads="1"/>
              </p:cNvSpPr>
              <p:nvPr/>
            </p:nvSpPr>
            <p:spPr bwMode="auto">
              <a:xfrm>
                <a:off x="621" y="1532"/>
                <a:ext cx="176" cy="128"/>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 name="Rectangle 50">
                <a:extLst>
                  <a:ext uri="{FF2B5EF4-FFF2-40B4-BE49-F238E27FC236}">
                    <a16:creationId xmlns:a16="http://schemas.microsoft.com/office/drawing/2014/main" id="{502D6AD8-DDE3-9B03-D411-3605A07DC6F6}"/>
                  </a:ext>
                </a:extLst>
              </p:cNvPr>
              <p:cNvSpPr>
                <a:spLocks noChangeArrowheads="1"/>
              </p:cNvSpPr>
              <p:nvPr/>
            </p:nvSpPr>
            <p:spPr bwMode="auto">
              <a:xfrm>
                <a:off x="344" y="1688"/>
                <a:ext cx="550" cy="342"/>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 name="Oval 51">
                <a:extLst>
                  <a:ext uri="{FF2B5EF4-FFF2-40B4-BE49-F238E27FC236}">
                    <a16:creationId xmlns:a16="http://schemas.microsoft.com/office/drawing/2014/main" id="{3E4BF429-5DBD-551C-A893-0ED7856FBF20}"/>
                  </a:ext>
                </a:extLst>
              </p:cNvPr>
              <p:cNvSpPr>
                <a:spLocks noChangeArrowheads="1"/>
              </p:cNvSpPr>
              <p:nvPr/>
            </p:nvSpPr>
            <p:spPr bwMode="auto">
              <a:xfrm>
                <a:off x="1297" y="1309"/>
                <a:ext cx="135" cy="141"/>
              </a:xfrm>
              <a:prstGeom prst="ellipse">
                <a:avLst/>
              </a:prstGeom>
              <a:solidFill>
                <a:schemeClr val="accent5"/>
              </a:solidFill>
              <a:ln w="254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Rectangle 52">
                <a:extLst>
                  <a:ext uri="{FF2B5EF4-FFF2-40B4-BE49-F238E27FC236}">
                    <a16:creationId xmlns:a16="http://schemas.microsoft.com/office/drawing/2014/main" id="{A0E36F19-E74A-20B5-A596-E9FAA64389BA}"/>
                  </a:ext>
                </a:extLst>
              </p:cNvPr>
              <p:cNvSpPr>
                <a:spLocks noChangeArrowheads="1"/>
              </p:cNvSpPr>
              <p:nvPr/>
            </p:nvSpPr>
            <p:spPr bwMode="auto">
              <a:xfrm>
                <a:off x="1276" y="1356"/>
                <a:ext cx="178" cy="13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 name="Rectangle 53">
                <a:extLst>
                  <a:ext uri="{FF2B5EF4-FFF2-40B4-BE49-F238E27FC236}">
                    <a16:creationId xmlns:a16="http://schemas.microsoft.com/office/drawing/2014/main" id="{8934B1D4-5B58-BAD3-8620-41B7FDBE6170}"/>
                  </a:ext>
                </a:extLst>
              </p:cNvPr>
              <p:cNvSpPr>
                <a:spLocks noChangeArrowheads="1"/>
              </p:cNvSpPr>
              <p:nvPr/>
            </p:nvSpPr>
            <p:spPr bwMode="auto">
              <a:xfrm>
                <a:off x="1039" y="1407"/>
                <a:ext cx="189" cy="161"/>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Rectangle 54">
                <a:extLst>
                  <a:ext uri="{FF2B5EF4-FFF2-40B4-BE49-F238E27FC236}">
                    <a16:creationId xmlns:a16="http://schemas.microsoft.com/office/drawing/2014/main" id="{A1562B8F-EC0B-0AF8-052A-8640DC530554}"/>
                  </a:ext>
                </a:extLst>
              </p:cNvPr>
              <p:cNvSpPr>
                <a:spLocks noChangeArrowheads="1"/>
              </p:cNvSpPr>
              <p:nvPr/>
            </p:nvSpPr>
            <p:spPr bwMode="auto">
              <a:xfrm>
                <a:off x="1123" y="1331"/>
                <a:ext cx="190" cy="71"/>
              </a:xfrm>
              <a:prstGeom prst="rect">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Oval 55">
                <a:extLst>
                  <a:ext uri="{FF2B5EF4-FFF2-40B4-BE49-F238E27FC236}">
                    <a16:creationId xmlns:a16="http://schemas.microsoft.com/office/drawing/2014/main" id="{BC5E485B-0941-EFDB-B0B4-A29D5B832A8B}"/>
                  </a:ext>
                </a:extLst>
              </p:cNvPr>
              <p:cNvSpPr>
                <a:spLocks noChangeArrowheads="1"/>
              </p:cNvSpPr>
              <p:nvPr/>
            </p:nvSpPr>
            <p:spPr bwMode="auto">
              <a:xfrm>
                <a:off x="1311" y="1175"/>
                <a:ext cx="29" cy="51"/>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Oval 56">
                <a:extLst>
                  <a:ext uri="{FF2B5EF4-FFF2-40B4-BE49-F238E27FC236}">
                    <a16:creationId xmlns:a16="http://schemas.microsoft.com/office/drawing/2014/main" id="{B357AB68-A653-023C-1D0B-398D4CA6184A}"/>
                  </a:ext>
                </a:extLst>
              </p:cNvPr>
              <p:cNvSpPr>
                <a:spLocks noChangeArrowheads="1"/>
              </p:cNvSpPr>
              <p:nvPr/>
            </p:nvSpPr>
            <p:spPr bwMode="auto">
              <a:xfrm>
                <a:off x="1393" y="1180"/>
                <a:ext cx="29" cy="51"/>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65" name="Rectangle 57">
              <a:extLst>
                <a:ext uri="{FF2B5EF4-FFF2-40B4-BE49-F238E27FC236}">
                  <a16:creationId xmlns:a16="http://schemas.microsoft.com/office/drawing/2014/main" id="{6A9FE492-87D4-63D7-B639-CD4787C89CC5}"/>
                </a:ext>
              </a:extLst>
            </p:cNvPr>
            <p:cNvSpPr>
              <a:spLocks noChangeArrowheads="1"/>
            </p:cNvSpPr>
            <p:nvPr/>
          </p:nvSpPr>
          <p:spPr bwMode="auto">
            <a:xfrm>
              <a:off x="5788025" y="5845175"/>
              <a:ext cx="2152650" cy="68263"/>
            </a:xfrm>
            <a:prstGeom prst="rect">
              <a:avLst/>
            </a:prstGeom>
            <a:solidFill>
              <a:schemeClr val="accent3"/>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 name="Freeform 58">
              <a:extLst>
                <a:ext uri="{FF2B5EF4-FFF2-40B4-BE49-F238E27FC236}">
                  <a16:creationId xmlns:a16="http://schemas.microsoft.com/office/drawing/2014/main" id="{9D80303C-0AB2-56A9-8811-CD23F9770675}"/>
                </a:ext>
              </a:extLst>
            </p:cNvPr>
            <p:cNvSpPr>
              <a:spLocks/>
            </p:cNvSpPr>
            <p:nvPr/>
          </p:nvSpPr>
          <p:spPr bwMode="auto">
            <a:xfrm>
              <a:off x="6270625" y="4748213"/>
              <a:ext cx="522288" cy="473075"/>
            </a:xfrm>
            <a:custGeom>
              <a:avLst/>
              <a:gdLst>
                <a:gd name="T0" fmla="*/ 0 w 329"/>
                <a:gd name="T1" fmla="*/ 276225 h 298"/>
                <a:gd name="T2" fmla="*/ 520700 w 329"/>
                <a:gd name="T3" fmla="*/ 0 h 298"/>
                <a:gd name="T4" fmla="*/ 520700 w 329"/>
                <a:gd name="T5" fmla="*/ 227013 h 298"/>
                <a:gd name="T6" fmla="*/ 15875 w 329"/>
                <a:gd name="T7" fmla="*/ 471488 h 298"/>
                <a:gd name="T8" fmla="*/ 0 w 329"/>
                <a:gd name="T9" fmla="*/ 276225 h 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9" h="298">
                  <a:moveTo>
                    <a:pt x="0" y="174"/>
                  </a:moveTo>
                  <a:lnTo>
                    <a:pt x="328" y="0"/>
                  </a:lnTo>
                  <a:lnTo>
                    <a:pt x="328" y="143"/>
                  </a:lnTo>
                  <a:lnTo>
                    <a:pt x="10" y="297"/>
                  </a:lnTo>
                  <a:lnTo>
                    <a:pt x="0" y="174"/>
                  </a:lnTo>
                </a:path>
              </a:pathLst>
            </a:custGeom>
            <a:solidFill>
              <a:schemeClr val="accent5"/>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67" name="Rectangle 59">
              <a:extLst>
                <a:ext uri="{FF2B5EF4-FFF2-40B4-BE49-F238E27FC236}">
                  <a16:creationId xmlns:a16="http://schemas.microsoft.com/office/drawing/2014/main" id="{3EB38896-9542-0DE4-E761-CA02FAD04A76}"/>
                </a:ext>
              </a:extLst>
            </p:cNvPr>
            <p:cNvSpPr>
              <a:spLocks noChangeArrowheads="1"/>
            </p:cNvSpPr>
            <p:nvPr/>
          </p:nvSpPr>
          <p:spPr bwMode="auto">
            <a:xfrm>
              <a:off x="6569075" y="3754438"/>
              <a:ext cx="1893888" cy="2351087"/>
            </a:xfrm>
            <a:prstGeom prst="rect">
              <a:avLst/>
            </a:prstGeom>
            <a:noFill/>
            <a:ln w="76200">
              <a:solidFill>
                <a:srgbClr val="41414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AutoShape 60">
              <a:extLst>
                <a:ext uri="{FF2B5EF4-FFF2-40B4-BE49-F238E27FC236}">
                  <a16:creationId xmlns:a16="http://schemas.microsoft.com/office/drawing/2014/main" id="{7E6EDA1F-8070-78E6-4835-E2E6FC7B8A8E}"/>
                </a:ext>
              </a:extLst>
            </p:cNvPr>
            <p:cNvSpPr>
              <a:spLocks noChangeArrowheads="1"/>
            </p:cNvSpPr>
            <p:nvPr/>
          </p:nvSpPr>
          <p:spPr bwMode="auto">
            <a:xfrm>
              <a:off x="5788025" y="4802188"/>
              <a:ext cx="687388" cy="995362"/>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Oval 61">
              <a:extLst>
                <a:ext uri="{FF2B5EF4-FFF2-40B4-BE49-F238E27FC236}">
                  <a16:creationId xmlns:a16="http://schemas.microsoft.com/office/drawing/2014/main" id="{C950BC95-F080-892B-86DE-A6A5480223EE}"/>
                </a:ext>
              </a:extLst>
            </p:cNvPr>
            <p:cNvSpPr>
              <a:spLocks noChangeArrowheads="1"/>
            </p:cNvSpPr>
            <p:nvPr/>
          </p:nvSpPr>
          <p:spPr bwMode="auto">
            <a:xfrm>
              <a:off x="5824538" y="4291013"/>
              <a:ext cx="588962" cy="534987"/>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AutoShape 62">
              <a:extLst>
                <a:ext uri="{FF2B5EF4-FFF2-40B4-BE49-F238E27FC236}">
                  <a16:creationId xmlns:a16="http://schemas.microsoft.com/office/drawing/2014/main" id="{18D29C54-8065-0079-E52F-A642C94654C5}"/>
                </a:ext>
              </a:extLst>
            </p:cNvPr>
            <p:cNvSpPr>
              <a:spLocks noChangeArrowheads="1"/>
            </p:cNvSpPr>
            <p:nvPr/>
          </p:nvSpPr>
          <p:spPr bwMode="auto">
            <a:xfrm>
              <a:off x="7065963" y="5073650"/>
              <a:ext cx="439737" cy="328613"/>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Oval 63">
              <a:extLst>
                <a:ext uri="{FF2B5EF4-FFF2-40B4-BE49-F238E27FC236}">
                  <a16:creationId xmlns:a16="http://schemas.microsoft.com/office/drawing/2014/main" id="{9706F058-ABB8-64B3-7B44-C4B987F98FD4}"/>
                </a:ext>
              </a:extLst>
            </p:cNvPr>
            <p:cNvSpPr>
              <a:spLocks noChangeArrowheads="1"/>
            </p:cNvSpPr>
            <p:nvPr/>
          </p:nvSpPr>
          <p:spPr bwMode="auto">
            <a:xfrm>
              <a:off x="7100888" y="4846638"/>
              <a:ext cx="295275" cy="274637"/>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2" name="AutoShape 64">
              <a:extLst>
                <a:ext uri="{FF2B5EF4-FFF2-40B4-BE49-F238E27FC236}">
                  <a16:creationId xmlns:a16="http://schemas.microsoft.com/office/drawing/2014/main" id="{D1C37E57-9A7B-7ABE-4D2D-B3D989E70D33}"/>
                </a:ext>
              </a:extLst>
            </p:cNvPr>
            <p:cNvSpPr>
              <a:spLocks noChangeArrowheads="1"/>
            </p:cNvSpPr>
            <p:nvPr/>
          </p:nvSpPr>
          <p:spPr bwMode="auto">
            <a:xfrm>
              <a:off x="7080250" y="4641850"/>
              <a:ext cx="355600" cy="315913"/>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3" name="AutoShape 65">
              <a:extLst>
                <a:ext uri="{FF2B5EF4-FFF2-40B4-BE49-F238E27FC236}">
                  <a16:creationId xmlns:a16="http://schemas.microsoft.com/office/drawing/2014/main" id="{E5708D47-E400-A7DD-3257-BC86D85826D9}"/>
                </a:ext>
              </a:extLst>
            </p:cNvPr>
            <p:cNvSpPr>
              <a:spLocks noChangeArrowheads="1"/>
            </p:cNvSpPr>
            <p:nvPr/>
          </p:nvSpPr>
          <p:spPr bwMode="auto">
            <a:xfrm>
              <a:off x="7477125" y="5053013"/>
              <a:ext cx="439738" cy="328612"/>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4" name="Oval 66">
              <a:extLst>
                <a:ext uri="{FF2B5EF4-FFF2-40B4-BE49-F238E27FC236}">
                  <a16:creationId xmlns:a16="http://schemas.microsoft.com/office/drawing/2014/main" id="{03FDABA4-B440-383D-E11B-BA3FD4FD9B93}"/>
                </a:ext>
              </a:extLst>
            </p:cNvPr>
            <p:cNvSpPr>
              <a:spLocks noChangeArrowheads="1"/>
            </p:cNvSpPr>
            <p:nvPr/>
          </p:nvSpPr>
          <p:spPr bwMode="auto">
            <a:xfrm>
              <a:off x="7512050" y="4826000"/>
              <a:ext cx="295275" cy="274638"/>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5" name="AutoShape 67">
              <a:extLst>
                <a:ext uri="{FF2B5EF4-FFF2-40B4-BE49-F238E27FC236}">
                  <a16:creationId xmlns:a16="http://schemas.microsoft.com/office/drawing/2014/main" id="{984BF97B-B5E8-BACA-E4F9-327252F6725B}"/>
                </a:ext>
              </a:extLst>
            </p:cNvPr>
            <p:cNvSpPr>
              <a:spLocks noChangeArrowheads="1"/>
            </p:cNvSpPr>
            <p:nvPr/>
          </p:nvSpPr>
          <p:spPr bwMode="auto">
            <a:xfrm>
              <a:off x="7491413" y="4621213"/>
              <a:ext cx="355600" cy="315912"/>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6" name="AutoShape 68">
              <a:extLst>
                <a:ext uri="{FF2B5EF4-FFF2-40B4-BE49-F238E27FC236}">
                  <a16:creationId xmlns:a16="http://schemas.microsoft.com/office/drawing/2014/main" id="{EFDB80E0-D0C5-0EF2-9DE9-54E416545388}"/>
                </a:ext>
              </a:extLst>
            </p:cNvPr>
            <p:cNvSpPr>
              <a:spLocks noChangeArrowheads="1"/>
            </p:cNvSpPr>
            <p:nvPr/>
          </p:nvSpPr>
          <p:spPr bwMode="auto">
            <a:xfrm>
              <a:off x="7210425" y="4518025"/>
              <a:ext cx="439738" cy="3302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7" name="Oval 69">
              <a:extLst>
                <a:ext uri="{FF2B5EF4-FFF2-40B4-BE49-F238E27FC236}">
                  <a16:creationId xmlns:a16="http://schemas.microsoft.com/office/drawing/2014/main" id="{599E75B7-B6A2-0C9F-DCB1-00D25EFD5E95}"/>
                </a:ext>
              </a:extLst>
            </p:cNvPr>
            <p:cNvSpPr>
              <a:spLocks noChangeArrowheads="1"/>
            </p:cNvSpPr>
            <p:nvPr/>
          </p:nvSpPr>
          <p:spPr bwMode="auto">
            <a:xfrm>
              <a:off x="7243763" y="4291013"/>
              <a:ext cx="295275" cy="276225"/>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8" name="AutoShape 70">
              <a:extLst>
                <a:ext uri="{FF2B5EF4-FFF2-40B4-BE49-F238E27FC236}">
                  <a16:creationId xmlns:a16="http://schemas.microsoft.com/office/drawing/2014/main" id="{8146028D-1301-50FB-1F25-FC897DC74213}"/>
                </a:ext>
              </a:extLst>
            </p:cNvPr>
            <p:cNvSpPr>
              <a:spLocks noChangeArrowheads="1"/>
            </p:cNvSpPr>
            <p:nvPr/>
          </p:nvSpPr>
          <p:spPr bwMode="auto">
            <a:xfrm>
              <a:off x="7224713" y="4086225"/>
              <a:ext cx="357187" cy="315913"/>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9" name="Rectangle 71">
              <a:extLst>
                <a:ext uri="{FF2B5EF4-FFF2-40B4-BE49-F238E27FC236}">
                  <a16:creationId xmlns:a16="http://schemas.microsoft.com/office/drawing/2014/main" id="{B022843E-4E82-31B7-849B-3EEAD793AAEF}"/>
                </a:ext>
              </a:extLst>
            </p:cNvPr>
            <p:cNvSpPr>
              <a:spLocks noChangeArrowheads="1"/>
            </p:cNvSpPr>
            <p:nvPr/>
          </p:nvSpPr>
          <p:spPr bwMode="auto">
            <a:xfrm>
              <a:off x="6983413" y="5210175"/>
              <a:ext cx="939800" cy="584200"/>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0" name="Oval 72">
              <a:extLst>
                <a:ext uri="{FF2B5EF4-FFF2-40B4-BE49-F238E27FC236}">
                  <a16:creationId xmlns:a16="http://schemas.microsoft.com/office/drawing/2014/main" id="{6BB88CB1-306B-5F80-37F1-E35FF5A575B2}"/>
                </a:ext>
              </a:extLst>
            </p:cNvPr>
            <p:cNvSpPr>
              <a:spLocks noChangeArrowheads="1"/>
            </p:cNvSpPr>
            <p:nvPr/>
          </p:nvSpPr>
          <p:spPr bwMode="auto">
            <a:xfrm>
              <a:off x="5870575" y="5829300"/>
              <a:ext cx="377825" cy="312738"/>
            </a:xfrm>
            <a:prstGeom prst="ellipse">
              <a:avLst/>
            </a:prstGeom>
            <a:solidFill>
              <a:schemeClr val="bg2"/>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1" name="Oval 73">
              <a:extLst>
                <a:ext uri="{FF2B5EF4-FFF2-40B4-BE49-F238E27FC236}">
                  <a16:creationId xmlns:a16="http://schemas.microsoft.com/office/drawing/2014/main" id="{C1E3A487-7A6A-33CB-24E9-E2FB15264118}"/>
                </a:ext>
              </a:extLst>
            </p:cNvPr>
            <p:cNvSpPr>
              <a:spLocks noChangeArrowheads="1"/>
            </p:cNvSpPr>
            <p:nvPr/>
          </p:nvSpPr>
          <p:spPr bwMode="auto">
            <a:xfrm>
              <a:off x="7513638" y="5829300"/>
              <a:ext cx="379412" cy="312738"/>
            </a:xfrm>
            <a:prstGeom prst="ellipse">
              <a:avLst/>
            </a:prstGeom>
            <a:solidFill>
              <a:schemeClr val="bg2"/>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2" name="Oval 74">
              <a:extLst>
                <a:ext uri="{FF2B5EF4-FFF2-40B4-BE49-F238E27FC236}">
                  <a16:creationId xmlns:a16="http://schemas.microsoft.com/office/drawing/2014/main" id="{68A0A3B4-E5BB-F068-1226-B2D737FD05A3}"/>
                </a:ext>
              </a:extLst>
            </p:cNvPr>
            <p:cNvSpPr>
              <a:spLocks noChangeArrowheads="1"/>
            </p:cNvSpPr>
            <p:nvPr/>
          </p:nvSpPr>
          <p:spPr bwMode="auto">
            <a:xfrm>
              <a:off x="6016625" y="5959475"/>
              <a:ext cx="68263" cy="52388"/>
            </a:xfrm>
            <a:prstGeom prst="ellipse">
              <a:avLst/>
            </a:prstGeom>
            <a:solidFill>
              <a:srgbClr val="000000"/>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3" name="Oval 75">
              <a:extLst>
                <a:ext uri="{FF2B5EF4-FFF2-40B4-BE49-F238E27FC236}">
                  <a16:creationId xmlns:a16="http://schemas.microsoft.com/office/drawing/2014/main" id="{32AB6050-F3DA-83D4-DC61-D4D16CF0DE99}"/>
                </a:ext>
              </a:extLst>
            </p:cNvPr>
            <p:cNvSpPr>
              <a:spLocks noChangeArrowheads="1"/>
            </p:cNvSpPr>
            <p:nvPr/>
          </p:nvSpPr>
          <p:spPr bwMode="auto">
            <a:xfrm>
              <a:off x="7677150" y="5959475"/>
              <a:ext cx="68263" cy="52388"/>
            </a:xfrm>
            <a:prstGeom prst="ellipse">
              <a:avLst/>
            </a:prstGeom>
            <a:solidFill>
              <a:srgbClr val="000000"/>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4" name="Rectangle 76">
              <a:extLst>
                <a:ext uri="{FF2B5EF4-FFF2-40B4-BE49-F238E27FC236}">
                  <a16:creationId xmlns:a16="http://schemas.microsoft.com/office/drawing/2014/main" id="{9FE2F9E5-F6A0-5E22-BB03-F602B08F98C2}"/>
                </a:ext>
              </a:extLst>
            </p:cNvPr>
            <p:cNvSpPr>
              <a:spLocks noChangeArrowheads="1"/>
            </p:cNvSpPr>
            <p:nvPr/>
          </p:nvSpPr>
          <p:spPr bwMode="auto">
            <a:xfrm>
              <a:off x="6694488" y="372427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800">
                  <a:solidFill>
                    <a:srgbClr val="000000"/>
                  </a:solidFill>
                </a:rPr>
                <a:t>INVENTORY</a:t>
              </a:r>
            </a:p>
          </p:txBody>
        </p:sp>
        <p:sp>
          <p:nvSpPr>
            <p:cNvPr id="85" name="Oval 77">
              <a:extLst>
                <a:ext uri="{FF2B5EF4-FFF2-40B4-BE49-F238E27FC236}">
                  <a16:creationId xmlns:a16="http://schemas.microsoft.com/office/drawing/2014/main" id="{400DB199-AC6B-1756-4BB7-1C1AA6D86932}"/>
                </a:ext>
              </a:extLst>
            </p:cNvPr>
            <p:cNvSpPr>
              <a:spLocks noChangeArrowheads="1"/>
            </p:cNvSpPr>
            <p:nvPr/>
          </p:nvSpPr>
          <p:spPr bwMode="auto">
            <a:xfrm>
              <a:off x="6027738" y="4603750"/>
              <a:ext cx="214312" cy="223838"/>
            </a:xfrm>
            <a:prstGeom prst="ellipse">
              <a:avLst/>
            </a:prstGeom>
            <a:solidFill>
              <a:schemeClr val="accent5"/>
            </a:solidFill>
            <a:ln w="254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6" name="Rectangle 78">
              <a:extLst>
                <a:ext uri="{FF2B5EF4-FFF2-40B4-BE49-F238E27FC236}">
                  <a16:creationId xmlns:a16="http://schemas.microsoft.com/office/drawing/2014/main" id="{741A161C-109A-4BC6-5407-5FEFD754CBA0}"/>
                </a:ext>
              </a:extLst>
            </p:cNvPr>
            <p:cNvSpPr>
              <a:spLocks noChangeArrowheads="1"/>
            </p:cNvSpPr>
            <p:nvPr/>
          </p:nvSpPr>
          <p:spPr bwMode="auto">
            <a:xfrm>
              <a:off x="5994400" y="4676775"/>
              <a:ext cx="280988" cy="20637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7" name="Oval 79">
              <a:extLst>
                <a:ext uri="{FF2B5EF4-FFF2-40B4-BE49-F238E27FC236}">
                  <a16:creationId xmlns:a16="http://schemas.microsoft.com/office/drawing/2014/main" id="{2C9EFD26-8B33-1AE7-BE96-C092145F0032}"/>
                </a:ext>
              </a:extLst>
            </p:cNvPr>
            <p:cNvSpPr>
              <a:spLocks noChangeArrowheads="1"/>
            </p:cNvSpPr>
            <p:nvPr/>
          </p:nvSpPr>
          <p:spPr bwMode="auto">
            <a:xfrm>
              <a:off x="6037263" y="4430713"/>
              <a:ext cx="46037" cy="80962"/>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8" name="Oval 80">
              <a:extLst>
                <a:ext uri="{FF2B5EF4-FFF2-40B4-BE49-F238E27FC236}">
                  <a16:creationId xmlns:a16="http://schemas.microsoft.com/office/drawing/2014/main" id="{EDC2CCC4-71F4-3C9E-FA29-432E9DD0C4AB}"/>
                </a:ext>
              </a:extLst>
            </p:cNvPr>
            <p:cNvSpPr>
              <a:spLocks noChangeArrowheads="1"/>
            </p:cNvSpPr>
            <p:nvPr/>
          </p:nvSpPr>
          <p:spPr bwMode="auto">
            <a:xfrm>
              <a:off x="6167438" y="4438650"/>
              <a:ext cx="46037" cy="80963"/>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89" name="Group 81">
              <a:extLst>
                <a:ext uri="{FF2B5EF4-FFF2-40B4-BE49-F238E27FC236}">
                  <a16:creationId xmlns:a16="http://schemas.microsoft.com/office/drawing/2014/main" id="{24F5CABD-981A-4C52-C28B-C7E674E1A97C}"/>
                </a:ext>
              </a:extLst>
            </p:cNvPr>
            <p:cNvGrpSpPr>
              <a:grpSpLocks/>
            </p:cNvGrpSpPr>
            <p:nvPr/>
          </p:nvGrpSpPr>
          <p:grpSpPr bwMode="auto">
            <a:xfrm>
              <a:off x="501650" y="4281488"/>
              <a:ext cx="3197225" cy="1547812"/>
              <a:chOff x="262" y="2952"/>
              <a:chExt cx="2014" cy="975"/>
            </a:xfrm>
          </p:grpSpPr>
          <p:sp>
            <p:nvSpPr>
              <p:cNvPr id="90" name="AutoShape 82">
                <a:extLst>
                  <a:ext uri="{FF2B5EF4-FFF2-40B4-BE49-F238E27FC236}">
                    <a16:creationId xmlns:a16="http://schemas.microsoft.com/office/drawing/2014/main" id="{D16DCF69-0D80-4C4A-6E39-3A366A29C5D9}"/>
                  </a:ext>
                </a:extLst>
              </p:cNvPr>
              <p:cNvSpPr>
                <a:spLocks noChangeArrowheads="1"/>
              </p:cNvSpPr>
              <p:nvPr/>
            </p:nvSpPr>
            <p:spPr bwMode="auto">
              <a:xfrm>
                <a:off x="1073" y="3308"/>
                <a:ext cx="424" cy="611"/>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1" name="Oval 83">
                <a:extLst>
                  <a:ext uri="{FF2B5EF4-FFF2-40B4-BE49-F238E27FC236}">
                    <a16:creationId xmlns:a16="http://schemas.microsoft.com/office/drawing/2014/main" id="{34303E7E-178B-7431-0A06-E230405CD1EC}"/>
                  </a:ext>
                </a:extLst>
              </p:cNvPr>
              <p:cNvSpPr>
                <a:spLocks noChangeArrowheads="1"/>
              </p:cNvSpPr>
              <p:nvPr/>
            </p:nvSpPr>
            <p:spPr bwMode="auto">
              <a:xfrm>
                <a:off x="1097" y="2996"/>
                <a:ext cx="360" cy="328"/>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2" name="Rectangle 84">
                <a:extLst>
                  <a:ext uri="{FF2B5EF4-FFF2-40B4-BE49-F238E27FC236}">
                    <a16:creationId xmlns:a16="http://schemas.microsoft.com/office/drawing/2014/main" id="{CAC63124-99E5-C605-787C-C9E4ADDBCCDA}"/>
                  </a:ext>
                </a:extLst>
              </p:cNvPr>
              <p:cNvSpPr>
                <a:spLocks noChangeArrowheads="1"/>
              </p:cNvSpPr>
              <p:nvPr/>
            </p:nvSpPr>
            <p:spPr bwMode="auto">
              <a:xfrm>
                <a:off x="822" y="3449"/>
                <a:ext cx="902" cy="63"/>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3" name="Rectangle 85">
                <a:extLst>
                  <a:ext uri="{FF2B5EF4-FFF2-40B4-BE49-F238E27FC236}">
                    <a16:creationId xmlns:a16="http://schemas.microsoft.com/office/drawing/2014/main" id="{B3BD8956-B9E9-8813-3CB2-FF72D094DE23}"/>
                  </a:ext>
                </a:extLst>
              </p:cNvPr>
              <p:cNvSpPr>
                <a:spLocks noChangeArrowheads="1"/>
              </p:cNvSpPr>
              <p:nvPr/>
            </p:nvSpPr>
            <p:spPr bwMode="auto">
              <a:xfrm>
                <a:off x="875" y="3449"/>
                <a:ext cx="46" cy="470"/>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4" name="Rectangle 86">
                <a:extLst>
                  <a:ext uri="{FF2B5EF4-FFF2-40B4-BE49-F238E27FC236}">
                    <a16:creationId xmlns:a16="http://schemas.microsoft.com/office/drawing/2014/main" id="{1352435A-C6F8-04F9-A574-8490E2624056}"/>
                  </a:ext>
                </a:extLst>
              </p:cNvPr>
              <p:cNvSpPr>
                <a:spLocks noChangeArrowheads="1"/>
              </p:cNvSpPr>
              <p:nvPr/>
            </p:nvSpPr>
            <p:spPr bwMode="auto">
              <a:xfrm>
                <a:off x="1620" y="3457"/>
                <a:ext cx="45" cy="470"/>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5" name="AutoShape 87">
                <a:extLst>
                  <a:ext uri="{FF2B5EF4-FFF2-40B4-BE49-F238E27FC236}">
                    <a16:creationId xmlns:a16="http://schemas.microsoft.com/office/drawing/2014/main" id="{61A1BF83-3366-A917-0BC6-D49C68C7A90D}"/>
                  </a:ext>
                </a:extLst>
              </p:cNvPr>
              <p:cNvSpPr>
                <a:spLocks noChangeArrowheads="1"/>
              </p:cNvSpPr>
              <p:nvPr/>
            </p:nvSpPr>
            <p:spPr bwMode="auto">
              <a:xfrm>
                <a:off x="1411" y="3269"/>
                <a:ext cx="250" cy="188"/>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6" name="Oval 88">
                <a:extLst>
                  <a:ext uri="{FF2B5EF4-FFF2-40B4-BE49-F238E27FC236}">
                    <a16:creationId xmlns:a16="http://schemas.microsoft.com/office/drawing/2014/main" id="{0B884033-CF31-F25B-1595-544C3FA0FDF8}"/>
                  </a:ext>
                </a:extLst>
              </p:cNvPr>
              <p:cNvSpPr>
                <a:spLocks noChangeArrowheads="1"/>
              </p:cNvSpPr>
              <p:nvPr/>
            </p:nvSpPr>
            <p:spPr bwMode="auto">
              <a:xfrm>
                <a:off x="1430" y="3140"/>
                <a:ext cx="169" cy="156"/>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7" name="AutoShape 89">
                <a:extLst>
                  <a:ext uri="{FF2B5EF4-FFF2-40B4-BE49-F238E27FC236}">
                    <a16:creationId xmlns:a16="http://schemas.microsoft.com/office/drawing/2014/main" id="{5C48A887-D084-D3B1-4262-B5CCCB69DE1F}"/>
                  </a:ext>
                </a:extLst>
              </p:cNvPr>
              <p:cNvSpPr>
                <a:spLocks noChangeArrowheads="1"/>
              </p:cNvSpPr>
              <p:nvPr/>
            </p:nvSpPr>
            <p:spPr bwMode="auto">
              <a:xfrm>
                <a:off x="1787" y="3469"/>
                <a:ext cx="251" cy="188"/>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8" name="Oval 90">
                <a:extLst>
                  <a:ext uri="{FF2B5EF4-FFF2-40B4-BE49-F238E27FC236}">
                    <a16:creationId xmlns:a16="http://schemas.microsoft.com/office/drawing/2014/main" id="{7CCE722F-9E9C-07C4-2C88-5772C83A001C}"/>
                  </a:ext>
                </a:extLst>
              </p:cNvPr>
              <p:cNvSpPr>
                <a:spLocks noChangeArrowheads="1"/>
              </p:cNvSpPr>
              <p:nvPr/>
            </p:nvSpPr>
            <p:spPr bwMode="auto">
              <a:xfrm>
                <a:off x="1806" y="3340"/>
                <a:ext cx="169" cy="157"/>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9" name="AutoShape 91">
                <a:extLst>
                  <a:ext uri="{FF2B5EF4-FFF2-40B4-BE49-F238E27FC236}">
                    <a16:creationId xmlns:a16="http://schemas.microsoft.com/office/drawing/2014/main" id="{EA3182DB-9AED-4EA9-7BC0-EDDFE6EC3A3E}"/>
                  </a:ext>
                </a:extLst>
              </p:cNvPr>
              <p:cNvSpPr>
                <a:spLocks noChangeArrowheads="1"/>
              </p:cNvSpPr>
              <p:nvPr/>
            </p:nvSpPr>
            <p:spPr bwMode="auto">
              <a:xfrm>
                <a:off x="2022" y="3457"/>
                <a:ext cx="251" cy="189"/>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0" name="Oval 92">
                <a:extLst>
                  <a:ext uri="{FF2B5EF4-FFF2-40B4-BE49-F238E27FC236}">
                    <a16:creationId xmlns:a16="http://schemas.microsoft.com/office/drawing/2014/main" id="{3F133922-437A-0AF2-34F3-ADB347DD42F0}"/>
                  </a:ext>
                </a:extLst>
              </p:cNvPr>
              <p:cNvSpPr>
                <a:spLocks noChangeArrowheads="1"/>
              </p:cNvSpPr>
              <p:nvPr/>
            </p:nvSpPr>
            <p:spPr bwMode="auto">
              <a:xfrm>
                <a:off x="2042" y="3328"/>
                <a:ext cx="168" cy="157"/>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1" name="Rectangle 93">
                <a:extLst>
                  <a:ext uri="{FF2B5EF4-FFF2-40B4-BE49-F238E27FC236}">
                    <a16:creationId xmlns:a16="http://schemas.microsoft.com/office/drawing/2014/main" id="{627FBF7E-1405-C6DB-3DC9-3C5D5B442A7C}"/>
                  </a:ext>
                </a:extLst>
              </p:cNvPr>
              <p:cNvSpPr>
                <a:spLocks noChangeArrowheads="1"/>
              </p:cNvSpPr>
              <p:nvPr/>
            </p:nvSpPr>
            <p:spPr bwMode="auto">
              <a:xfrm>
                <a:off x="1740" y="3594"/>
                <a:ext cx="536" cy="333"/>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2" name="AutoShape 94">
                <a:extLst>
                  <a:ext uri="{FF2B5EF4-FFF2-40B4-BE49-F238E27FC236}">
                    <a16:creationId xmlns:a16="http://schemas.microsoft.com/office/drawing/2014/main" id="{114E4F4C-68C9-33EA-E83D-064F4A4A6994}"/>
                  </a:ext>
                </a:extLst>
              </p:cNvPr>
              <p:cNvSpPr>
                <a:spLocks noChangeArrowheads="1"/>
              </p:cNvSpPr>
              <p:nvPr/>
            </p:nvSpPr>
            <p:spPr bwMode="auto">
              <a:xfrm>
                <a:off x="929" y="3269"/>
                <a:ext cx="250" cy="188"/>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3" name="Oval 95">
                <a:extLst>
                  <a:ext uri="{FF2B5EF4-FFF2-40B4-BE49-F238E27FC236}">
                    <a16:creationId xmlns:a16="http://schemas.microsoft.com/office/drawing/2014/main" id="{3806FE4E-36D3-C87E-47E6-D74E7C5FDE90}"/>
                  </a:ext>
                </a:extLst>
              </p:cNvPr>
              <p:cNvSpPr>
                <a:spLocks noChangeArrowheads="1"/>
              </p:cNvSpPr>
              <p:nvPr/>
            </p:nvSpPr>
            <p:spPr bwMode="auto">
              <a:xfrm>
                <a:off x="948" y="3140"/>
                <a:ext cx="169" cy="156"/>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4" name="AutoShape 96">
                <a:extLst>
                  <a:ext uri="{FF2B5EF4-FFF2-40B4-BE49-F238E27FC236}">
                    <a16:creationId xmlns:a16="http://schemas.microsoft.com/office/drawing/2014/main" id="{5C02A127-7B34-B18D-502E-847BA011AB3C}"/>
                  </a:ext>
                </a:extLst>
              </p:cNvPr>
              <p:cNvSpPr>
                <a:spLocks noChangeArrowheads="1"/>
              </p:cNvSpPr>
              <p:nvPr/>
            </p:nvSpPr>
            <p:spPr bwMode="auto">
              <a:xfrm>
                <a:off x="937" y="3023"/>
                <a:ext cx="203" cy="179"/>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5" name="AutoShape 97">
                <a:extLst>
                  <a:ext uri="{FF2B5EF4-FFF2-40B4-BE49-F238E27FC236}">
                    <a16:creationId xmlns:a16="http://schemas.microsoft.com/office/drawing/2014/main" id="{F24BDC6D-87AF-5E78-8C4A-F91AC1A4C4E3}"/>
                  </a:ext>
                </a:extLst>
              </p:cNvPr>
              <p:cNvSpPr>
                <a:spLocks noChangeArrowheads="1"/>
              </p:cNvSpPr>
              <p:nvPr/>
            </p:nvSpPr>
            <p:spPr bwMode="auto">
              <a:xfrm>
                <a:off x="309" y="3516"/>
                <a:ext cx="250" cy="188"/>
              </a:xfrm>
              <a:prstGeom prst="cube">
                <a:avLst>
                  <a:gd name="adj" fmla="val 24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6" name="Oval 98">
                <a:extLst>
                  <a:ext uri="{FF2B5EF4-FFF2-40B4-BE49-F238E27FC236}">
                    <a16:creationId xmlns:a16="http://schemas.microsoft.com/office/drawing/2014/main" id="{22B9B2E0-5B04-8B89-E9C4-03E3E4052F79}"/>
                  </a:ext>
                </a:extLst>
              </p:cNvPr>
              <p:cNvSpPr>
                <a:spLocks noChangeArrowheads="1"/>
              </p:cNvSpPr>
              <p:nvPr/>
            </p:nvSpPr>
            <p:spPr bwMode="auto">
              <a:xfrm>
                <a:off x="329" y="3386"/>
                <a:ext cx="168" cy="157"/>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7" name="AutoShape 99">
                <a:extLst>
                  <a:ext uri="{FF2B5EF4-FFF2-40B4-BE49-F238E27FC236}">
                    <a16:creationId xmlns:a16="http://schemas.microsoft.com/office/drawing/2014/main" id="{FA0D331A-5450-5562-B802-E39EE606E28A}"/>
                  </a:ext>
                </a:extLst>
              </p:cNvPr>
              <p:cNvSpPr>
                <a:spLocks noChangeArrowheads="1"/>
              </p:cNvSpPr>
              <p:nvPr/>
            </p:nvSpPr>
            <p:spPr bwMode="auto">
              <a:xfrm>
                <a:off x="317" y="3269"/>
                <a:ext cx="203" cy="18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8" name="AutoShape 100">
                <a:extLst>
                  <a:ext uri="{FF2B5EF4-FFF2-40B4-BE49-F238E27FC236}">
                    <a16:creationId xmlns:a16="http://schemas.microsoft.com/office/drawing/2014/main" id="{9839AB2F-6149-944D-DB36-8C7D37607653}"/>
                  </a:ext>
                </a:extLst>
              </p:cNvPr>
              <p:cNvSpPr>
                <a:spLocks noChangeArrowheads="1"/>
              </p:cNvSpPr>
              <p:nvPr/>
            </p:nvSpPr>
            <p:spPr bwMode="auto">
              <a:xfrm>
                <a:off x="544" y="3505"/>
                <a:ext cx="251" cy="187"/>
              </a:xfrm>
              <a:prstGeom prst="cube">
                <a:avLst>
                  <a:gd name="adj" fmla="val 24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9" name="Oval 101">
                <a:extLst>
                  <a:ext uri="{FF2B5EF4-FFF2-40B4-BE49-F238E27FC236}">
                    <a16:creationId xmlns:a16="http://schemas.microsoft.com/office/drawing/2014/main" id="{5737E886-18EB-2863-6FB6-A8D3468D410E}"/>
                  </a:ext>
                </a:extLst>
              </p:cNvPr>
              <p:cNvSpPr>
                <a:spLocks noChangeArrowheads="1"/>
              </p:cNvSpPr>
              <p:nvPr/>
            </p:nvSpPr>
            <p:spPr bwMode="auto">
              <a:xfrm>
                <a:off x="564" y="3375"/>
                <a:ext cx="168" cy="156"/>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0" name="AutoShape 102">
                <a:extLst>
                  <a:ext uri="{FF2B5EF4-FFF2-40B4-BE49-F238E27FC236}">
                    <a16:creationId xmlns:a16="http://schemas.microsoft.com/office/drawing/2014/main" id="{C24927CA-7AD1-C529-14DD-2E2182DF2887}"/>
                  </a:ext>
                </a:extLst>
              </p:cNvPr>
              <p:cNvSpPr>
                <a:spLocks noChangeArrowheads="1"/>
              </p:cNvSpPr>
              <p:nvPr/>
            </p:nvSpPr>
            <p:spPr bwMode="auto">
              <a:xfrm>
                <a:off x="552" y="3258"/>
                <a:ext cx="203" cy="18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1" name="AutoShape 103">
                <a:extLst>
                  <a:ext uri="{FF2B5EF4-FFF2-40B4-BE49-F238E27FC236}">
                    <a16:creationId xmlns:a16="http://schemas.microsoft.com/office/drawing/2014/main" id="{E6DD0B77-9E85-966F-790F-6DFD9747DB08}"/>
                  </a:ext>
                </a:extLst>
              </p:cNvPr>
              <p:cNvSpPr>
                <a:spLocks noChangeArrowheads="1"/>
              </p:cNvSpPr>
              <p:nvPr/>
            </p:nvSpPr>
            <p:spPr bwMode="auto">
              <a:xfrm>
                <a:off x="391" y="3199"/>
                <a:ext cx="251" cy="188"/>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2" name="Oval 104">
                <a:extLst>
                  <a:ext uri="{FF2B5EF4-FFF2-40B4-BE49-F238E27FC236}">
                    <a16:creationId xmlns:a16="http://schemas.microsoft.com/office/drawing/2014/main" id="{BBC054A2-BCB9-B064-AEFD-6CBDB711948B}"/>
                  </a:ext>
                </a:extLst>
              </p:cNvPr>
              <p:cNvSpPr>
                <a:spLocks noChangeArrowheads="1"/>
              </p:cNvSpPr>
              <p:nvPr/>
            </p:nvSpPr>
            <p:spPr bwMode="auto">
              <a:xfrm>
                <a:off x="411" y="3069"/>
                <a:ext cx="168" cy="157"/>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 name="AutoShape 105">
                <a:extLst>
                  <a:ext uri="{FF2B5EF4-FFF2-40B4-BE49-F238E27FC236}">
                    <a16:creationId xmlns:a16="http://schemas.microsoft.com/office/drawing/2014/main" id="{37F4983D-6EE4-104E-138E-7AA4A1CA8635}"/>
                  </a:ext>
                </a:extLst>
              </p:cNvPr>
              <p:cNvSpPr>
                <a:spLocks noChangeArrowheads="1"/>
              </p:cNvSpPr>
              <p:nvPr/>
            </p:nvSpPr>
            <p:spPr bwMode="auto">
              <a:xfrm>
                <a:off x="399" y="2952"/>
                <a:ext cx="204" cy="18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4" name="Rectangle 106">
                <a:extLst>
                  <a:ext uri="{FF2B5EF4-FFF2-40B4-BE49-F238E27FC236}">
                    <a16:creationId xmlns:a16="http://schemas.microsoft.com/office/drawing/2014/main" id="{F8EF6DF7-B2A3-299A-44B0-23E5A2C539E5}"/>
                  </a:ext>
                </a:extLst>
              </p:cNvPr>
              <p:cNvSpPr>
                <a:spLocks noChangeArrowheads="1"/>
              </p:cNvSpPr>
              <p:nvPr/>
            </p:nvSpPr>
            <p:spPr bwMode="auto">
              <a:xfrm>
                <a:off x="262" y="3594"/>
                <a:ext cx="537" cy="333"/>
              </a:xfrm>
              <a:prstGeom prst="rect">
                <a:avLst/>
              </a:prstGeom>
              <a:solidFill>
                <a:schemeClr val="bg1"/>
              </a:solidFill>
              <a:ln w="254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5" name="Oval 107">
                <a:extLst>
                  <a:ext uri="{FF2B5EF4-FFF2-40B4-BE49-F238E27FC236}">
                    <a16:creationId xmlns:a16="http://schemas.microsoft.com/office/drawing/2014/main" id="{C23296FF-68CC-FCDE-E6CF-781BFFC70232}"/>
                  </a:ext>
                </a:extLst>
              </p:cNvPr>
              <p:cNvSpPr>
                <a:spLocks noChangeArrowheads="1"/>
              </p:cNvSpPr>
              <p:nvPr/>
            </p:nvSpPr>
            <p:spPr bwMode="auto">
              <a:xfrm>
                <a:off x="1202" y="3226"/>
                <a:ext cx="134" cy="141"/>
              </a:xfrm>
              <a:prstGeom prst="ellipse">
                <a:avLst/>
              </a:prstGeom>
              <a:solidFill>
                <a:schemeClr val="accent5"/>
              </a:solidFill>
              <a:ln w="254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6" name="Rectangle 108">
                <a:extLst>
                  <a:ext uri="{FF2B5EF4-FFF2-40B4-BE49-F238E27FC236}">
                    <a16:creationId xmlns:a16="http://schemas.microsoft.com/office/drawing/2014/main" id="{849AF667-5967-A431-3764-0F2AD2FABF36}"/>
                  </a:ext>
                </a:extLst>
              </p:cNvPr>
              <p:cNvSpPr>
                <a:spLocks noChangeArrowheads="1"/>
              </p:cNvSpPr>
              <p:nvPr/>
            </p:nvSpPr>
            <p:spPr bwMode="auto">
              <a:xfrm>
                <a:off x="1180" y="3273"/>
                <a:ext cx="178" cy="13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7" name="Oval 109">
                <a:extLst>
                  <a:ext uri="{FF2B5EF4-FFF2-40B4-BE49-F238E27FC236}">
                    <a16:creationId xmlns:a16="http://schemas.microsoft.com/office/drawing/2014/main" id="{9742665A-7E8A-0D22-EE8B-CADFF5B0B88F}"/>
                  </a:ext>
                </a:extLst>
              </p:cNvPr>
              <p:cNvSpPr>
                <a:spLocks noChangeArrowheads="1"/>
              </p:cNvSpPr>
              <p:nvPr/>
            </p:nvSpPr>
            <p:spPr bwMode="auto">
              <a:xfrm>
                <a:off x="1216" y="3079"/>
                <a:ext cx="29" cy="50"/>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8" name="Oval 110">
                <a:extLst>
                  <a:ext uri="{FF2B5EF4-FFF2-40B4-BE49-F238E27FC236}">
                    <a16:creationId xmlns:a16="http://schemas.microsoft.com/office/drawing/2014/main" id="{BCCF7EAD-F973-A6D1-D839-65B220D90A39}"/>
                  </a:ext>
                </a:extLst>
              </p:cNvPr>
              <p:cNvSpPr>
                <a:spLocks noChangeArrowheads="1"/>
              </p:cNvSpPr>
              <p:nvPr/>
            </p:nvSpPr>
            <p:spPr bwMode="auto">
              <a:xfrm>
                <a:off x="1298" y="3084"/>
                <a:ext cx="29" cy="51"/>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19" name="Line 112">
              <a:extLst>
                <a:ext uri="{FF2B5EF4-FFF2-40B4-BE49-F238E27FC236}">
                  <a16:creationId xmlns:a16="http://schemas.microsoft.com/office/drawing/2014/main" id="{41C7D435-748C-C9A6-40A4-745777CBBB36}"/>
                </a:ext>
              </a:extLst>
            </p:cNvPr>
            <p:cNvSpPr>
              <a:spLocks noChangeShapeType="1"/>
            </p:cNvSpPr>
            <p:nvPr/>
          </p:nvSpPr>
          <p:spPr bwMode="auto">
            <a:xfrm>
              <a:off x="3040063" y="3311525"/>
              <a:ext cx="3429000" cy="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20" name="Line 113">
              <a:extLst>
                <a:ext uri="{FF2B5EF4-FFF2-40B4-BE49-F238E27FC236}">
                  <a16:creationId xmlns:a16="http://schemas.microsoft.com/office/drawing/2014/main" id="{5ED22E32-316A-5C4C-3394-E9013112F092}"/>
                </a:ext>
              </a:extLst>
            </p:cNvPr>
            <p:cNvSpPr>
              <a:spLocks noChangeShapeType="1"/>
            </p:cNvSpPr>
            <p:nvPr/>
          </p:nvSpPr>
          <p:spPr bwMode="auto">
            <a:xfrm flipH="1">
              <a:off x="3052763" y="3490913"/>
              <a:ext cx="3124200" cy="914400"/>
            </a:xfrm>
            <a:prstGeom prst="line">
              <a:avLst/>
            </a:prstGeom>
            <a:noFill/>
            <a:ln w="508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1" name="Line 114">
              <a:extLst>
                <a:ext uri="{FF2B5EF4-FFF2-40B4-BE49-F238E27FC236}">
                  <a16:creationId xmlns:a16="http://schemas.microsoft.com/office/drawing/2014/main" id="{81559EA1-D27D-6830-F615-8C24EB30A7B3}"/>
                </a:ext>
              </a:extLst>
            </p:cNvPr>
            <p:cNvSpPr>
              <a:spLocks noChangeShapeType="1"/>
            </p:cNvSpPr>
            <p:nvPr/>
          </p:nvSpPr>
          <p:spPr bwMode="auto">
            <a:xfrm>
              <a:off x="3205163" y="4557713"/>
              <a:ext cx="2438400" cy="533400"/>
            </a:xfrm>
            <a:prstGeom prst="line">
              <a:avLst/>
            </a:prstGeom>
            <a:noFill/>
            <a:ln w="508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294368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47E0-EACE-8A1F-33DB-4B9B87390931}"/>
              </a:ext>
            </a:extLst>
          </p:cNvPr>
          <p:cNvSpPr>
            <a:spLocks noGrp="1"/>
          </p:cNvSpPr>
          <p:nvPr>
            <p:ph type="title"/>
          </p:nvPr>
        </p:nvSpPr>
        <p:spPr/>
        <p:txBody>
          <a:bodyPr/>
          <a:lstStyle/>
          <a:p>
            <a:r>
              <a:rPr lang="en-US" dirty="0"/>
              <a:t>Flow Production</a:t>
            </a:r>
          </a:p>
        </p:txBody>
      </p:sp>
      <p:grpSp>
        <p:nvGrpSpPr>
          <p:cNvPr id="5" name="Group 4">
            <a:extLst>
              <a:ext uri="{FF2B5EF4-FFF2-40B4-BE49-F238E27FC236}">
                <a16:creationId xmlns:a16="http://schemas.microsoft.com/office/drawing/2014/main" id="{B7652A2B-23AB-126A-4CF8-333228D55EB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22F7780D-2979-E2A3-ED36-045FB42FB309}"/>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FD71BBBB-B6B0-0F7C-C86F-FD98EC48B71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3C62BB8-580F-EF62-C8F2-3528B63ACFD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5FFDFCA-8CF1-25EC-EC20-98B54C95349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94019AC-E480-40CB-3001-175BE4DF67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17F3A5-4836-E9CE-4C6D-7DB7BF26B1E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6A51BB81-B3EF-AB80-1B90-6BF35778146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175" name="Group 174">
            <a:extLst>
              <a:ext uri="{FF2B5EF4-FFF2-40B4-BE49-F238E27FC236}">
                <a16:creationId xmlns:a16="http://schemas.microsoft.com/office/drawing/2014/main" id="{17A61611-41EF-BFCF-0064-01BAEE0A9F93}"/>
              </a:ext>
            </a:extLst>
          </p:cNvPr>
          <p:cNvGrpSpPr/>
          <p:nvPr/>
        </p:nvGrpSpPr>
        <p:grpSpPr>
          <a:xfrm>
            <a:off x="1054608" y="1949451"/>
            <a:ext cx="9275233" cy="4227512"/>
            <a:chOff x="342900" y="2046288"/>
            <a:chExt cx="8242300" cy="4227512"/>
          </a:xfrm>
        </p:grpSpPr>
        <p:sp>
          <p:nvSpPr>
            <p:cNvPr id="3" name="Rectangle 7">
              <a:extLst>
                <a:ext uri="{FF2B5EF4-FFF2-40B4-BE49-F238E27FC236}">
                  <a16:creationId xmlns:a16="http://schemas.microsoft.com/office/drawing/2014/main" id="{5D066A97-AD21-77A6-846D-FAE7BD94F553}"/>
                </a:ext>
              </a:extLst>
            </p:cNvPr>
            <p:cNvSpPr>
              <a:spLocks noChangeArrowheads="1"/>
            </p:cNvSpPr>
            <p:nvPr/>
          </p:nvSpPr>
          <p:spPr bwMode="auto">
            <a:xfrm>
              <a:off x="3440113" y="2600325"/>
              <a:ext cx="2238375" cy="69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spcBef>
                  <a:spcPct val="50000"/>
                </a:spcBef>
              </a:pPr>
              <a:r>
                <a:rPr lang="en-US" altLang="en-US" sz="4800" dirty="0">
                  <a:solidFill>
                    <a:schemeClr val="tx1"/>
                  </a:solidFill>
                  <a:latin typeface="Roboto" panose="02000000000000000000" pitchFamily="2" charset="0"/>
                  <a:ea typeface="Roboto" panose="02000000000000000000" pitchFamily="2" charset="0"/>
                </a:rPr>
                <a:t>Waste</a:t>
              </a:r>
            </a:p>
          </p:txBody>
        </p:sp>
        <p:grpSp>
          <p:nvGrpSpPr>
            <p:cNvPr id="4" name="Group 8">
              <a:extLst>
                <a:ext uri="{FF2B5EF4-FFF2-40B4-BE49-F238E27FC236}">
                  <a16:creationId xmlns:a16="http://schemas.microsoft.com/office/drawing/2014/main" id="{4BF0BD62-B7AB-E19C-91AE-BEC82EB64655}"/>
                </a:ext>
              </a:extLst>
            </p:cNvPr>
            <p:cNvGrpSpPr>
              <a:grpSpLocks/>
            </p:cNvGrpSpPr>
            <p:nvPr/>
          </p:nvGrpSpPr>
          <p:grpSpPr bwMode="auto">
            <a:xfrm>
              <a:off x="3549650" y="2046288"/>
              <a:ext cx="1974850" cy="1876425"/>
              <a:chOff x="2200" y="1289"/>
              <a:chExt cx="1244" cy="1182"/>
            </a:xfrm>
          </p:grpSpPr>
          <p:sp>
            <p:nvSpPr>
              <p:cNvPr id="123" name="Oval 9">
                <a:extLst>
                  <a:ext uri="{FF2B5EF4-FFF2-40B4-BE49-F238E27FC236}">
                    <a16:creationId xmlns:a16="http://schemas.microsoft.com/office/drawing/2014/main" id="{CDF93E74-90B0-8421-EB21-65ADA87F1B6D}"/>
                  </a:ext>
                </a:extLst>
              </p:cNvPr>
              <p:cNvSpPr>
                <a:spLocks noChangeArrowheads="1"/>
              </p:cNvSpPr>
              <p:nvPr/>
            </p:nvSpPr>
            <p:spPr bwMode="auto">
              <a:xfrm>
                <a:off x="2200" y="1289"/>
                <a:ext cx="1244" cy="1182"/>
              </a:xfrm>
              <a:prstGeom prst="ellipse">
                <a:avLst/>
              </a:prstGeom>
              <a:noFill/>
              <a:ln w="76200">
                <a:solidFill>
                  <a:srgbClr val="FC012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4" name="Line 10">
                <a:extLst>
                  <a:ext uri="{FF2B5EF4-FFF2-40B4-BE49-F238E27FC236}">
                    <a16:creationId xmlns:a16="http://schemas.microsoft.com/office/drawing/2014/main" id="{CC877E14-34C8-9AD5-1747-E2DA9B4056C8}"/>
                  </a:ext>
                </a:extLst>
              </p:cNvPr>
              <p:cNvSpPr>
                <a:spLocks noChangeShapeType="1"/>
              </p:cNvSpPr>
              <p:nvPr/>
            </p:nvSpPr>
            <p:spPr bwMode="auto">
              <a:xfrm flipH="1">
                <a:off x="2423" y="1382"/>
                <a:ext cx="756" cy="982"/>
              </a:xfrm>
              <a:prstGeom prst="line">
                <a:avLst/>
              </a:prstGeom>
              <a:noFill/>
              <a:ln w="762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25" name="Rectangle 12">
              <a:extLst>
                <a:ext uri="{FF2B5EF4-FFF2-40B4-BE49-F238E27FC236}">
                  <a16:creationId xmlns:a16="http://schemas.microsoft.com/office/drawing/2014/main" id="{B5EBF816-23FE-30BB-0D21-5E4C6D5F1036}"/>
                </a:ext>
              </a:extLst>
            </p:cNvPr>
            <p:cNvSpPr>
              <a:spLocks noChangeArrowheads="1"/>
            </p:cNvSpPr>
            <p:nvPr/>
          </p:nvSpPr>
          <p:spPr bwMode="auto">
            <a:xfrm>
              <a:off x="719138" y="5868988"/>
              <a:ext cx="1849437"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6" name="Rectangle 13">
              <a:extLst>
                <a:ext uri="{FF2B5EF4-FFF2-40B4-BE49-F238E27FC236}">
                  <a16:creationId xmlns:a16="http://schemas.microsoft.com/office/drawing/2014/main" id="{30E91595-04C3-CDF2-942E-F0A5FC2E6612}"/>
                </a:ext>
              </a:extLst>
            </p:cNvPr>
            <p:cNvSpPr>
              <a:spLocks noChangeArrowheads="1"/>
            </p:cNvSpPr>
            <p:nvPr/>
          </p:nvSpPr>
          <p:spPr bwMode="auto">
            <a:xfrm>
              <a:off x="2816225" y="5868988"/>
              <a:ext cx="28130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27" name="Group 14">
              <a:extLst>
                <a:ext uri="{FF2B5EF4-FFF2-40B4-BE49-F238E27FC236}">
                  <a16:creationId xmlns:a16="http://schemas.microsoft.com/office/drawing/2014/main" id="{78BC9A26-B39B-7C63-ACE9-BBFBD5D31B43}"/>
                </a:ext>
              </a:extLst>
            </p:cNvPr>
            <p:cNvGrpSpPr>
              <a:grpSpLocks/>
            </p:cNvGrpSpPr>
            <p:nvPr/>
          </p:nvGrpSpPr>
          <p:grpSpPr bwMode="auto">
            <a:xfrm>
              <a:off x="2674938" y="4398963"/>
              <a:ext cx="708025" cy="1746250"/>
              <a:chOff x="1856" y="2771"/>
              <a:chExt cx="446" cy="1100"/>
            </a:xfrm>
          </p:grpSpPr>
          <p:sp>
            <p:nvSpPr>
              <p:cNvPr id="128" name="AutoShape 15">
                <a:extLst>
                  <a:ext uri="{FF2B5EF4-FFF2-40B4-BE49-F238E27FC236}">
                    <a16:creationId xmlns:a16="http://schemas.microsoft.com/office/drawing/2014/main" id="{76691BF5-2F40-E2FA-B1CC-F384415BAC08}"/>
                  </a:ext>
                </a:extLst>
              </p:cNvPr>
              <p:cNvSpPr>
                <a:spLocks noChangeArrowheads="1"/>
              </p:cNvSpPr>
              <p:nvPr/>
            </p:nvSpPr>
            <p:spPr bwMode="auto">
              <a:xfrm>
                <a:off x="1856" y="3144"/>
                <a:ext cx="446" cy="727"/>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9" name="Oval 16">
                <a:extLst>
                  <a:ext uri="{FF2B5EF4-FFF2-40B4-BE49-F238E27FC236}">
                    <a16:creationId xmlns:a16="http://schemas.microsoft.com/office/drawing/2014/main" id="{7D704E32-98B4-905E-41D7-8AE637EAB3D7}"/>
                  </a:ext>
                </a:extLst>
              </p:cNvPr>
              <p:cNvSpPr>
                <a:spLocks noChangeArrowheads="1"/>
              </p:cNvSpPr>
              <p:nvPr/>
            </p:nvSpPr>
            <p:spPr bwMode="auto">
              <a:xfrm>
                <a:off x="1881" y="2771"/>
                <a:ext cx="380" cy="392"/>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30" name="Rectangle 17">
              <a:extLst>
                <a:ext uri="{FF2B5EF4-FFF2-40B4-BE49-F238E27FC236}">
                  <a16:creationId xmlns:a16="http://schemas.microsoft.com/office/drawing/2014/main" id="{9B4D2F01-93C0-1A9A-4A15-B31921331B65}"/>
                </a:ext>
              </a:extLst>
            </p:cNvPr>
            <p:cNvSpPr>
              <a:spLocks noChangeArrowheads="1"/>
            </p:cNvSpPr>
            <p:nvPr/>
          </p:nvSpPr>
          <p:spPr bwMode="auto">
            <a:xfrm rot="4080000">
              <a:off x="3417888" y="4779963"/>
              <a:ext cx="200025" cy="454025"/>
            </a:xfrm>
            <a:prstGeom prst="rect">
              <a:avLst/>
            </a:prstGeom>
            <a:solidFill>
              <a:schemeClr val="accent5"/>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31" name="Rectangle 18">
              <a:extLst>
                <a:ext uri="{FF2B5EF4-FFF2-40B4-BE49-F238E27FC236}">
                  <a16:creationId xmlns:a16="http://schemas.microsoft.com/office/drawing/2014/main" id="{3B95C431-4760-B4A6-D9EA-ECE47DA1EB31}"/>
                </a:ext>
              </a:extLst>
            </p:cNvPr>
            <p:cNvSpPr>
              <a:spLocks noChangeArrowheads="1"/>
            </p:cNvSpPr>
            <p:nvPr/>
          </p:nvSpPr>
          <p:spPr bwMode="auto">
            <a:xfrm>
              <a:off x="2859088" y="4635500"/>
              <a:ext cx="314325" cy="16192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32" name="Group 19">
              <a:extLst>
                <a:ext uri="{FF2B5EF4-FFF2-40B4-BE49-F238E27FC236}">
                  <a16:creationId xmlns:a16="http://schemas.microsoft.com/office/drawing/2014/main" id="{A616AFA7-BDFD-AD02-5FD9-001CBBD997D3}"/>
                </a:ext>
              </a:extLst>
            </p:cNvPr>
            <p:cNvGrpSpPr>
              <a:grpSpLocks/>
            </p:cNvGrpSpPr>
            <p:nvPr/>
          </p:nvGrpSpPr>
          <p:grpSpPr bwMode="auto">
            <a:xfrm>
              <a:off x="2906713" y="4579938"/>
              <a:ext cx="223837" cy="93662"/>
              <a:chOff x="2002" y="2885"/>
              <a:chExt cx="141" cy="59"/>
            </a:xfrm>
          </p:grpSpPr>
          <p:sp>
            <p:nvSpPr>
              <p:cNvPr id="133" name="Oval 20">
                <a:extLst>
                  <a:ext uri="{FF2B5EF4-FFF2-40B4-BE49-F238E27FC236}">
                    <a16:creationId xmlns:a16="http://schemas.microsoft.com/office/drawing/2014/main" id="{1A33B597-2F55-557C-8F3A-7D9822BF86A5}"/>
                  </a:ext>
                </a:extLst>
              </p:cNvPr>
              <p:cNvSpPr>
                <a:spLocks noChangeArrowheads="1"/>
              </p:cNvSpPr>
              <p:nvPr/>
            </p:nvSpPr>
            <p:spPr bwMode="auto">
              <a:xfrm>
                <a:off x="2002"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34" name="Oval 21">
                <a:extLst>
                  <a:ext uri="{FF2B5EF4-FFF2-40B4-BE49-F238E27FC236}">
                    <a16:creationId xmlns:a16="http://schemas.microsoft.com/office/drawing/2014/main" id="{2424AEB1-7D48-7E38-0CF6-FD1C96BEDDAF}"/>
                  </a:ext>
                </a:extLst>
              </p:cNvPr>
              <p:cNvSpPr>
                <a:spLocks noChangeArrowheads="1"/>
              </p:cNvSpPr>
              <p:nvPr/>
            </p:nvSpPr>
            <p:spPr bwMode="auto">
              <a:xfrm>
                <a:off x="2105"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135" name="Group 22">
              <a:extLst>
                <a:ext uri="{FF2B5EF4-FFF2-40B4-BE49-F238E27FC236}">
                  <a16:creationId xmlns:a16="http://schemas.microsoft.com/office/drawing/2014/main" id="{254D61E1-45C4-CE65-284B-CF57F23FE9DE}"/>
                </a:ext>
              </a:extLst>
            </p:cNvPr>
            <p:cNvGrpSpPr>
              <a:grpSpLocks/>
            </p:cNvGrpSpPr>
            <p:nvPr/>
          </p:nvGrpSpPr>
          <p:grpSpPr bwMode="auto">
            <a:xfrm>
              <a:off x="4397375" y="4413250"/>
              <a:ext cx="708025" cy="1747838"/>
              <a:chOff x="2941" y="2780"/>
              <a:chExt cx="446" cy="1101"/>
            </a:xfrm>
          </p:grpSpPr>
          <p:sp>
            <p:nvSpPr>
              <p:cNvPr id="136" name="AutoShape 23">
                <a:extLst>
                  <a:ext uri="{FF2B5EF4-FFF2-40B4-BE49-F238E27FC236}">
                    <a16:creationId xmlns:a16="http://schemas.microsoft.com/office/drawing/2014/main" id="{D68E23B2-8D88-C2DB-8105-68C421768555}"/>
                  </a:ext>
                </a:extLst>
              </p:cNvPr>
              <p:cNvSpPr>
                <a:spLocks noChangeArrowheads="1"/>
              </p:cNvSpPr>
              <p:nvPr/>
            </p:nvSpPr>
            <p:spPr bwMode="auto">
              <a:xfrm>
                <a:off x="2941" y="3152"/>
                <a:ext cx="446" cy="729"/>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37" name="Oval 24">
                <a:extLst>
                  <a:ext uri="{FF2B5EF4-FFF2-40B4-BE49-F238E27FC236}">
                    <a16:creationId xmlns:a16="http://schemas.microsoft.com/office/drawing/2014/main" id="{08D6A592-6DED-35EE-A5B5-1C97416FC18C}"/>
                  </a:ext>
                </a:extLst>
              </p:cNvPr>
              <p:cNvSpPr>
                <a:spLocks noChangeArrowheads="1"/>
              </p:cNvSpPr>
              <p:nvPr/>
            </p:nvSpPr>
            <p:spPr bwMode="auto">
              <a:xfrm>
                <a:off x="2965" y="2780"/>
                <a:ext cx="380" cy="393"/>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38" name="Rectangle 25">
              <a:extLst>
                <a:ext uri="{FF2B5EF4-FFF2-40B4-BE49-F238E27FC236}">
                  <a16:creationId xmlns:a16="http://schemas.microsoft.com/office/drawing/2014/main" id="{8B50012C-E5F5-3C2E-4BBD-F5A522911379}"/>
                </a:ext>
              </a:extLst>
            </p:cNvPr>
            <p:cNvSpPr>
              <a:spLocks noChangeArrowheads="1"/>
            </p:cNvSpPr>
            <p:nvPr/>
          </p:nvSpPr>
          <p:spPr bwMode="auto">
            <a:xfrm rot="4080000">
              <a:off x="5153025" y="4791075"/>
              <a:ext cx="200025" cy="454025"/>
            </a:xfrm>
            <a:prstGeom prst="rect">
              <a:avLst/>
            </a:prstGeom>
            <a:solidFill>
              <a:schemeClr val="accent5"/>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39" name="Rectangle 26">
              <a:extLst>
                <a:ext uri="{FF2B5EF4-FFF2-40B4-BE49-F238E27FC236}">
                  <a16:creationId xmlns:a16="http://schemas.microsoft.com/office/drawing/2014/main" id="{5D740070-9682-3F0A-B6E1-195B2155B2FD}"/>
                </a:ext>
              </a:extLst>
            </p:cNvPr>
            <p:cNvSpPr>
              <a:spLocks noChangeArrowheads="1"/>
            </p:cNvSpPr>
            <p:nvPr/>
          </p:nvSpPr>
          <p:spPr bwMode="auto">
            <a:xfrm>
              <a:off x="4579938" y="4635500"/>
              <a:ext cx="314325" cy="16192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40" name="Group 27">
              <a:extLst>
                <a:ext uri="{FF2B5EF4-FFF2-40B4-BE49-F238E27FC236}">
                  <a16:creationId xmlns:a16="http://schemas.microsoft.com/office/drawing/2014/main" id="{A63B2D42-1298-30C6-DCBA-9B8C29FB0163}"/>
                </a:ext>
              </a:extLst>
            </p:cNvPr>
            <p:cNvGrpSpPr>
              <a:grpSpLocks/>
            </p:cNvGrpSpPr>
            <p:nvPr/>
          </p:nvGrpSpPr>
          <p:grpSpPr bwMode="auto">
            <a:xfrm>
              <a:off x="4627563" y="4579938"/>
              <a:ext cx="223837" cy="93662"/>
              <a:chOff x="3086" y="2885"/>
              <a:chExt cx="141" cy="59"/>
            </a:xfrm>
          </p:grpSpPr>
          <p:sp>
            <p:nvSpPr>
              <p:cNvPr id="141" name="Oval 28">
                <a:extLst>
                  <a:ext uri="{FF2B5EF4-FFF2-40B4-BE49-F238E27FC236}">
                    <a16:creationId xmlns:a16="http://schemas.microsoft.com/office/drawing/2014/main" id="{FD55B596-2633-B6B5-49B8-F06DA2D5175B}"/>
                  </a:ext>
                </a:extLst>
              </p:cNvPr>
              <p:cNvSpPr>
                <a:spLocks noChangeArrowheads="1"/>
              </p:cNvSpPr>
              <p:nvPr/>
            </p:nvSpPr>
            <p:spPr bwMode="auto">
              <a:xfrm>
                <a:off x="3086"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42" name="Oval 29">
                <a:extLst>
                  <a:ext uri="{FF2B5EF4-FFF2-40B4-BE49-F238E27FC236}">
                    <a16:creationId xmlns:a16="http://schemas.microsoft.com/office/drawing/2014/main" id="{6A08EC6C-9DD1-A4EB-34B6-4F499A1E8A14}"/>
                  </a:ext>
                </a:extLst>
              </p:cNvPr>
              <p:cNvSpPr>
                <a:spLocks noChangeArrowheads="1"/>
              </p:cNvSpPr>
              <p:nvPr/>
            </p:nvSpPr>
            <p:spPr bwMode="auto">
              <a:xfrm>
                <a:off x="3189"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143" name="Group 30">
              <a:extLst>
                <a:ext uri="{FF2B5EF4-FFF2-40B4-BE49-F238E27FC236}">
                  <a16:creationId xmlns:a16="http://schemas.microsoft.com/office/drawing/2014/main" id="{B84621C9-62AC-49A0-184A-57AA61CA06B2}"/>
                </a:ext>
              </a:extLst>
            </p:cNvPr>
            <p:cNvGrpSpPr>
              <a:grpSpLocks/>
            </p:cNvGrpSpPr>
            <p:nvPr/>
          </p:nvGrpSpPr>
          <p:grpSpPr bwMode="auto">
            <a:xfrm>
              <a:off x="6180138" y="4429125"/>
              <a:ext cx="708025" cy="1744663"/>
              <a:chOff x="4064" y="2790"/>
              <a:chExt cx="446" cy="1099"/>
            </a:xfrm>
          </p:grpSpPr>
          <p:sp>
            <p:nvSpPr>
              <p:cNvPr id="144" name="AutoShape 31">
                <a:extLst>
                  <a:ext uri="{FF2B5EF4-FFF2-40B4-BE49-F238E27FC236}">
                    <a16:creationId xmlns:a16="http://schemas.microsoft.com/office/drawing/2014/main" id="{5A9C91AA-F3E4-6B90-03F7-85E92343EA49}"/>
                  </a:ext>
                </a:extLst>
              </p:cNvPr>
              <p:cNvSpPr>
                <a:spLocks noChangeArrowheads="1"/>
              </p:cNvSpPr>
              <p:nvPr/>
            </p:nvSpPr>
            <p:spPr bwMode="auto">
              <a:xfrm>
                <a:off x="4064" y="3162"/>
                <a:ext cx="446" cy="727"/>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45" name="Oval 32">
                <a:extLst>
                  <a:ext uri="{FF2B5EF4-FFF2-40B4-BE49-F238E27FC236}">
                    <a16:creationId xmlns:a16="http://schemas.microsoft.com/office/drawing/2014/main" id="{30762A0D-FC58-7CCC-02E0-5BE26300ABA1}"/>
                  </a:ext>
                </a:extLst>
              </p:cNvPr>
              <p:cNvSpPr>
                <a:spLocks noChangeArrowheads="1"/>
              </p:cNvSpPr>
              <p:nvPr/>
            </p:nvSpPr>
            <p:spPr bwMode="auto">
              <a:xfrm>
                <a:off x="4088" y="2790"/>
                <a:ext cx="380" cy="392"/>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46" name="Rectangle 33">
              <a:extLst>
                <a:ext uri="{FF2B5EF4-FFF2-40B4-BE49-F238E27FC236}">
                  <a16:creationId xmlns:a16="http://schemas.microsoft.com/office/drawing/2014/main" id="{799546F7-1A88-7AC5-652C-18F5AA040A07}"/>
                </a:ext>
              </a:extLst>
            </p:cNvPr>
            <p:cNvSpPr>
              <a:spLocks noChangeArrowheads="1"/>
            </p:cNvSpPr>
            <p:nvPr/>
          </p:nvSpPr>
          <p:spPr bwMode="auto">
            <a:xfrm rot="4080000">
              <a:off x="6937375" y="4773613"/>
              <a:ext cx="200025" cy="454025"/>
            </a:xfrm>
            <a:prstGeom prst="rect">
              <a:avLst/>
            </a:prstGeom>
            <a:solidFill>
              <a:schemeClr val="accent5"/>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47" name="Rectangle 34">
              <a:extLst>
                <a:ext uri="{FF2B5EF4-FFF2-40B4-BE49-F238E27FC236}">
                  <a16:creationId xmlns:a16="http://schemas.microsoft.com/office/drawing/2014/main" id="{4B47FD24-D426-B6FF-D0E0-92CBC19D5983}"/>
                </a:ext>
              </a:extLst>
            </p:cNvPr>
            <p:cNvSpPr>
              <a:spLocks noChangeArrowheads="1"/>
            </p:cNvSpPr>
            <p:nvPr/>
          </p:nvSpPr>
          <p:spPr bwMode="auto">
            <a:xfrm>
              <a:off x="6362700" y="4635500"/>
              <a:ext cx="314325" cy="16192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48" name="Group 35">
              <a:extLst>
                <a:ext uri="{FF2B5EF4-FFF2-40B4-BE49-F238E27FC236}">
                  <a16:creationId xmlns:a16="http://schemas.microsoft.com/office/drawing/2014/main" id="{9CB29560-0AC0-B3C7-2AC5-14EBCE1847F1}"/>
                </a:ext>
              </a:extLst>
            </p:cNvPr>
            <p:cNvGrpSpPr>
              <a:grpSpLocks/>
            </p:cNvGrpSpPr>
            <p:nvPr/>
          </p:nvGrpSpPr>
          <p:grpSpPr bwMode="auto">
            <a:xfrm>
              <a:off x="6410325" y="4579938"/>
              <a:ext cx="223838" cy="93662"/>
              <a:chOff x="4209" y="2885"/>
              <a:chExt cx="141" cy="59"/>
            </a:xfrm>
          </p:grpSpPr>
          <p:sp>
            <p:nvSpPr>
              <p:cNvPr id="149" name="Oval 36">
                <a:extLst>
                  <a:ext uri="{FF2B5EF4-FFF2-40B4-BE49-F238E27FC236}">
                    <a16:creationId xmlns:a16="http://schemas.microsoft.com/office/drawing/2014/main" id="{5D7BC7B2-8139-1946-5058-B23D8D644FF1}"/>
                  </a:ext>
                </a:extLst>
              </p:cNvPr>
              <p:cNvSpPr>
                <a:spLocks noChangeArrowheads="1"/>
              </p:cNvSpPr>
              <p:nvPr/>
            </p:nvSpPr>
            <p:spPr bwMode="auto">
              <a:xfrm>
                <a:off x="4209"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0" name="Oval 37">
                <a:extLst>
                  <a:ext uri="{FF2B5EF4-FFF2-40B4-BE49-F238E27FC236}">
                    <a16:creationId xmlns:a16="http://schemas.microsoft.com/office/drawing/2014/main" id="{96371124-489A-0AFA-B90A-C3C0160ED2C1}"/>
                  </a:ext>
                </a:extLst>
              </p:cNvPr>
              <p:cNvSpPr>
                <a:spLocks noChangeArrowheads="1"/>
              </p:cNvSpPr>
              <p:nvPr/>
            </p:nvSpPr>
            <p:spPr bwMode="auto">
              <a:xfrm>
                <a:off x="4312"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151" name="Group 38">
              <a:extLst>
                <a:ext uri="{FF2B5EF4-FFF2-40B4-BE49-F238E27FC236}">
                  <a16:creationId xmlns:a16="http://schemas.microsoft.com/office/drawing/2014/main" id="{BE8D49FF-C664-8B97-9EE8-4E1067A359F3}"/>
                </a:ext>
              </a:extLst>
            </p:cNvPr>
            <p:cNvGrpSpPr>
              <a:grpSpLocks/>
            </p:cNvGrpSpPr>
            <p:nvPr/>
          </p:nvGrpSpPr>
          <p:grpSpPr bwMode="auto">
            <a:xfrm>
              <a:off x="541338" y="5249863"/>
              <a:ext cx="7454900" cy="911225"/>
              <a:chOff x="341" y="3307"/>
              <a:chExt cx="5089" cy="574"/>
            </a:xfrm>
          </p:grpSpPr>
          <p:sp>
            <p:nvSpPr>
              <p:cNvPr id="152" name="Rectangle 39">
                <a:extLst>
                  <a:ext uri="{FF2B5EF4-FFF2-40B4-BE49-F238E27FC236}">
                    <a16:creationId xmlns:a16="http://schemas.microsoft.com/office/drawing/2014/main" id="{6CEC0AE8-D2FB-4FB4-F60B-1A3732F1D934}"/>
                  </a:ext>
                </a:extLst>
              </p:cNvPr>
              <p:cNvSpPr>
                <a:spLocks noChangeArrowheads="1"/>
              </p:cNvSpPr>
              <p:nvPr/>
            </p:nvSpPr>
            <p:spPr bwMode="auto">
              <a:xfrm>
                <a:off x="341" y="3307"/>
                <a:ext cx="5089" cy="76"/>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3" name="Rectangle 40">
                <a:extLst>
                  <a:ext uri="{FF2B5EF4-FFF2-40B4-BE49-F238E27FC236}">
                    <a16:creationId xmlns:a16="http://schemas.microsoft.com/office/drawing/2014/main" id="{FA9E551A-6D71-A5D0-6285-D4B096621CEF}"/>
                  </a:ext>
                </a:extLst>
              </p:cNvPr>
              <p:cNvSpPr>
                <a:spLocks noChangeArrowheads="1"/>
              </p:cNvSpPr>
              <p:nvPr/>
            </p:nvSpPr>
            <p:spPr bwMode="auto">
              <a:xfrm>
                <a:off x="637" y="3307"/>
                <a:ext cx="289" cy="564"/>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4" name="Rectangle 41">
                <a:extLst>
                  <a:ext uri="{FF2B5EF4-FFF2-40B4-BE49-F238E27FC236}">
                    <a16:creationId xmlns:a16="http://schemas.microsoft.com/office/drawing/2014/main" id="{2E16266E-90EA-64B9-EA2D-370FA299BA96}"/>
                  </a:ext>
                </a:extLst>
              </p:cNvPr>
              <p:cNvSpPr>
                <a:spLocks noChangeArrowheads="1"/>
              </p:cNvSpPr>
              <p:nvPr/>
            </p:nvSpPr>
            <p:spPr bwMode="auto">
              <a:xfrm>
                <a:off x="4813" y="3316"/>
                <a:ext cx="288" cy="565"/>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55" name="AutoShape 42">
              <a:extLst>
                <a:ext uri="{FF2B5EF4-FFF2-40B4-BE49-F238E27FC236}">
                  <a16:creationId xmlns:a16="http://schemas.microsoft.com/office/drawing/2014/main" id="{931DFE03-68FA-BC52-2B66-4D7689514674}"/>
                </a:ext>
              </a:extLst>
            </p:cNvPr>
            <p:cNvSpPr>
              <a:spLocks noChangeArrowheads="1"/>
            </p:cNvSpPr>
            <p:nvPr/>
          </p:nvSpPr>
          <p:spPr bwMode="auto">
            <a:xfrm>
              <a:off x="1901825" y="4960938"/>
              <a:ext cx="420688"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6" name="Oval 43">
              <a:extLst>
                <a:ext uri="{FF2B5EF4-FFF2-40B4-BE49-F238E27FC236}">
                  <a16:creationId xmlns:a16="http://schemas.microsoft.com/office/drawing/2014/main" id="{B9B86C5A-DAF7-EBE0-AA94-D6C24866575D}"/>
                </a:ext>
              </a:extLst>
            </p:cNvPr>
            <p:cNvSpPr>
              <a:spLocks noChangeArrowheads="1"/>
            </p:cNvSpPr>
            <p:nvPr/>
          </p:nvSpPr>
          <p:spPr bwMode="auto">
            <a:xfrm>
              <a:off x="1933575" y="47164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7" name="AutoShape 44">
              <a:extLst>
                <a:ext uri="{FF2B5EF4-FFF2-40B4-BE49-F238E27FC236}">
                  <a16:creationId xmlns:a16="http://schemas.microsoft.com/office/drawing/2014/main" id="{BA8488A1-F1CB-5C54-0D07-D00383B33D58}"/>
                </a:ext>
              </a:extLst>
            </p:cNvPr>
            <p:cNvSpPr>
              <a:spLocks noChangeArrowheads="1"/>
            </p:cNvSpPr>
            <p:nvPr/>
          </p:nvSpPr>
          <p:spPr bwMode="auto">
            <a:xfrm>
              <a:off x="1914525" y="4494213"/>
              <a:ext cx="341313" cy="34290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8" name="AutoShape 45">
              <a:extLst>
                <a:ext uri="{FF2B5EF4-FFF2-40B4-BE49-F238E27FC236}">
                  <a16:creationId xmlns:a16="http://schemas.microsoft.com/office/drawing/2014/main" id="{BD00E81B-65CA-583F-5DC5-51AA214A517B}"/>
                </a:ext>
              </a:extLst>
            </p:cNvPr>
            <p:cNvSpPr>
              <a:spLocks noChangeArrowheads="1"/>
            </p:cNvSpPr>
            <p:nvPr/>
          </p:nvSpPr>
          <p:spPr bwMode="auto">
            <a:xfrm>
              <a:off x="7167563" y="4967288"/>
              <a:ext cx="420687" cy="34925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9" name="AutoShape 46">
              <a:extLst>
                <a:ext uri="{FF2B5EF4-FFF2-40B4-BE49-F238E27FC236}">
                  <a16:creationId xmlns:a16="http://schemas.microsoft.com/office/drawing/2014/main" id="{BFB07D71-45E2-286D-30AF-A3D226F01311}"/>
                </a:ext>
              </a:extLst>
            </p:cNvPr>
            <p:cNvSpPr>
              <a:spLocks noChangeArrowheads="1"/>
            </p:cNvSpPr>
            <p:nvPr/>
          </p:nvSpPr>
          <p:spPr bwMode="auto">
            <a:xfrm>
              <a:off x="3562350" y="4960938"/>
              <a:ext cx="420688"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0" name="Oval 47">
              <a:extLst>
                <a:ext uri="{FF2B5EF4-FFF2-40B4-BE49-F238E27FC236}">
                  <a16:creationId xmlns:a16="http://schemas.microsoft.com/office/drawing/2014/main" id="{B2AD974C-8E25-0755-C7BB-0ED3DC933AF2}"/>
                </a:ext>
              </a:extLst>
            </p:cNvPr>
            <p:cNvSpPr>
              <a:spLocks noChangeArrowheads="1"/>
            </p:cNvSpPr>
            <p:nvPr/>
          </p:nvSpPr>
          <p:spPr bwMode="auto">
            <a:xfrm>
              <a:off x="3594100" y="47164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1" name="Rectangle 48">
              <a:extLst>
                <a:ext uri="{FF2B5EF4-FFF2-40B4-BE49-F238E27FC236}">
                  <a16:creationId xmlns:a16="http://schemas.microsoft.com/office/drawing/2014/main" id="{165B9FBA-E0BF-894B-6984-3E41F450ADCA}"/>
                </a:ext>
              </a:extLst>
            </p:cNvPr>
            <p:cNvSpPr>
              <a:spLocks noChangeArrowheads="1"/>
            </p:cNvSpPr>
            <p:nvPr/>
          </p:nvSpPr>
          <p:spPr bwMode="auto">
            <a:xfrm>
              <a:off x="5372100" y="5019675"/>
              <a:ext cx="309563" cy="296863"/>
            </a:xfrm>
            <a:prstGeom prst="rect">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62" name="Group 49">
              <a:extLst>
                <a:ext uri="{FF2B5EF4-FFF2-40B4-BE49-F238E27FC236}">
                  <a16:creationId xmlns:a16="http://schemas.microsoft.com/office/drawing/2014/main" id="{F6A7629C-9DE8-DD96-9E09-A7C05EF6EDB3}"/>
                </a:ext>
              </a:extLst>
            </p:cNvPr>
            <p:cNvGrpSpPr>
              <a:grpSpLocks/>
            </p:cNvGrpSpPr>
            <p:nvPr/>
          </p:nvGrpSpPr>
          <p:grpSpPr bwMode="auto">
            <a:xfrm>
              <a:off x="342900" y="4117975"/>
              <a:ext cx="1536700" cy="1239838"/>
              <a:chOff x="216" y="2594"/>
              <a:chExt cx="968" cy="781"/>
            </a:xfrm>
          </p:grpSpPr>
          <p:sp>
            <p:nvSpPr>
              <p:cNvPr id="163" name="Freeform 50">
                <a:extLst>
                  <a:ext uri="{FF2B5EF4-FFF2-40B4-BE49-F238E27FC236}">
                    <a16:creationId xmlns:a16="http://schemas.microsoft.com/office/drawing/2014/main" id="{5A196DC2-779C-797B-641F-807B71146FF1}"/>
                  </a:ext>
                </a:extLst>
              </p:cNvPr>
              <p:cNvSpPr>
                <a:spLocks/>
              </p:cNvSpPr>
              <p:nvPr/>
            </p:nvSpPr>
            <p:spPr bwMode="auto">
              <a:xfrm>
                <a:off x="274" y="2594"/>
                <a:ext cx="910" cy="781"/>
              </a:xfrm>
              <a:custGeom>
                <a:avLst/>
                <a:gdLst>
                  <a:gd name="T0" fmla="*/ 362 w 910"/>
                  <a:gd name="T1" fmla="*/ 90 h 781"/>
                  <a:gd name="T2" fmla="*/ 474 w 910"/>
                  <a:gd name="T3" fmla="*/ 66 h 781"/>
                  <a:gd name="T4" fmla="*/ 643 w 910"/>
                  <a:gd name="T5" fmla="*/ 174 h 781"/>
                  <a:gd name="T6" fmla="*/ 654 w 910"/>
                  <a:gd name="T7" fmla="*/ 206 h 781"/>
                  <a:gd name="T8" fmla="*/ 629 w 910"/>
                  <a:gd name="T9" fmla="*/ 252 h 781"/>
                  <a:gd name="T10" fmla="*/ 599 w 910"/>
                  <a:gd name="T11" fmla="*/ 257 h 781"/>
                  <a:gd name="T12" fmla="*/ 573 w 910"/>
                  <a:gd name="T13" fmla="*/ 257 h 781"/>
                  <a:gd name="T14" fmla="*/ 889 w 910"/>
                  <a:gd name="T15" fmla="*/ 458 h 781"/>
                  <a:gd name="T16" fmla="*/ 898 w 910"/>
                  <a:gd name="T17" fmla="*/ 480 h 781"/>
                  <a:gd name="T18" fmla="*/ 909 w 910"/>
                  <a:gd name="T19" fmla="*/ 512 h 781"/>
                  <a:gd name="T20" fmla="*/ 904 w 910"/>
                  <a:gd name="T21" fmla="*/ 541 h 781"/>
                  <a:gd name="T22" fmla="*/ 892 w 910"/>
                  <a:gd name="T23" fmla="*/ 557 h 781"/>
                  <a:gd name="T24" fmla="*/ 854 w 910"/>
                  <a:gd name="T25" fmla="*/ 573 h 781"/>
                  <a:gd name="T26" fmla="*/ 714 w 910"/>
                  <a:gd name="T27" fmla="*/ 483 h 781"/>
                  <a:gd name="T28" fmla="*/ 726 w 910"/>
                  <a:gd name="T29" fmla="*/ 490 h 781"/>
                  <a:gd name="T30" fmla="*/ 842 w 910"/>
                  <a:gd name="T31" fmla="*/ 565 h 781"/>
                  <a:gd name="T32" fmla="*/ 864 w 910"/>
                  <a:gd name="T33" fmla="*/ 595 h 781"/>
                  <a:gd name="T34" fmla="*/ 867 w 910"/>
                  <a:gd name="T35" fmla="*/ 613 h 781"/>
                  <a:gd name="T36" fmla="*/ 867 w 910"/>
                  <a:gd name="T37" fmla="*/ 635 h 781"/>
                  <a:gd name="T38" fmla="*/ 843 w 910"/>
                  <a:gd name="T39" fmla="*/ 654 h 781"/>
                  <a:gd name="T40" fmla="*/ 806 w 910"/>
                  <a:gd name="T41" fmla="*/ 669 h 781"/>
                  <a:gd name="T42" fmla="*/ 633 w 910"/>
                  <a:gd name="T43" fmla="*/ 566 h 781"/>
                  <a:gd name="T44" fmla="*/ 609 w 910"/>
                  <a:gd name="T45" fmla="*/ 551 h 781"/>
                  <a:gd name="T46" fmla="*/ 790 w 910"/>
                  <a:gd name="T47" fmla="*/ 667 h 781"/>
                  <a:gd name="T48" fmla="*/ 789 w 910"/>
                  <a:gd name="T49" fmla="*/ 714 h 781"/>
                  <a:gd name="T50" fmla="*/ 759 w 910"/>
                  <a:gd name="T51" fmla="*/ 742 h 781"/>
                  <a:gd name="T52" fmla="*/ 735 w 910"/>
                  <a:gd name="T53" fmla="*/ 750 h 781"/>
                  <a:gd name="T54" fmla="*/ 704 w 910"/>
                  <a:gd name="T55" fmla="*/ 746 h 781"/>
                  <a:gd name="T56" fmla="*/ 557 w 910"/>
                  <a:gd name="T57" fmla="*/ 653 h 781"/>
                  <a:gd name="T58" fmla="*/ 635 w 910"/>
                  <a:gd name="T59" fmla="*/ 710 h 781"/>
                  <a:gd name="T60" fmla="*/ 636 w 910"/>
                  <a:gd name="T61" fmla="*/ 743 h 781"/>
                  <a:gd name="T62" fmla="*/ 606 w 910"/>
                  <a:gd name="T63" fmla="*/ 772 h 781"/>
                  <a:gd name="T64" fmla="*/ 581 w 910"/>
                  <a:gd name="T65" fmla="*/ 780 h 781"/>
                  <a:gd name="T66" fmla="*/ 540 w 910"/>
                  <a:gd name="T67" fmla="*/ 754 h 781"/>
                  <a:gd name="T68" fmla="*/ 511 w 910"/>
                  <a:gd name="T69" fmla="*/ 734 h 781"/>
                  <a:gd name="T70" fmla="*/ 187 w 910"/>
                  <a:gd name="T71" fmla="*/ 535 h 781"/>
                  <a:gd name="T72" fmla="*/ 69 w 910"/>
                  <a:gd name="T73" fmla="*/ 301 h 781"/>
                  <a:gd name="T74" fmla="*/ 0 w 910"/>
                  <a:gd name="T75" fmla="*/ 256 h 781"/>
                  <a:gd name="T76" fmla="*/ 196 w 910"/>
                  <a:gd name="T77" fmla="*/ 0 h 781"/>
                  <a:gd name="T78" fmla="*/ 341 w 910"/>
                  <a:gd name="T79" fmla="*/ 94 h 781"/>
                  <a:gd name="T80" fmla="*/ 375 w 910"/>
                  <a:gd name="T81" fmla="*/ 83 h 781"/>
                  <a:gd name="T82" fmla="*/ 362 w 910"/>
                  <a:gd name="T83" fmla="*/ 90 h 78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910" h="781">
                    <a:moveTo>
                      <a:pt x="362" y="90"/>
                    </a:moveTo>
                    <a:lnTo>
                      <a:pt x="474" y="66"/>
                    </a:lnTo>
                    <a:lnTo>
                      <a:pt x="643" y="174"/>
                    </a:lnTo>
                    <a:lnTo>
                      <a:pt x="654" y="206"/>
                    </a:lnTo>
                    <a:lnTo>
                      <a:pt x="629" y="252"/>
                    </a:lnTo>
                    <a:lnTo>
                      <a:pt x="599" y="257"/>
                    </a:lnTo>
                    <a:lnTo>
                      <a:pt x="573" y="257"/>
                    </a:lnTo>
                    <a:lnTo>
                      <a:pt x="889" y="458"/>
                    </a:lnTo>
                    <a:lnTo>
                      <a:pt x="898" y="480"/>
                    </a:lnTo>
                    <a:lnTo>
                      <a:pt x="909" y="512"/>
                    </a:lnTo>
                    <a:lnTo>
                      <a:pt x="904" y="541"/>
                    </a:lnTo>
                    <a:lnTo>
                      <a:pt x="892" y="557"/>
                    </a:lnTo>
                    <a:lnTo>
                      <a:pt x="854" y="573"/>
                    </a:lnTo>
                    <a:lnTo>
                      <a:pt x="714" y="483"/>
                    </a:lnTo>
                    <a:lnTo>
                      <a:pt x="726" y="490"/>
                    </a:lnTo>
                    <a:lnTo>
                      <a:pt x="842" y="565"/>
                    </a:lnTo>
                    <a:lnTo>
                      <a:pt x="864" y="595"/>
                    </a:lnTo>
                    <a:lnTo>
                      <a:pt x="867" y="613"/>
                    </a:lnTo>
                    <a:lnTo>
                      <a:pt x="867" y="635"/>
                    </a:lnTo>
                    <a:lnTo>
                      <a:pt x="843" y="654"/>
                    </a:lnTo>
                    <a:lnTo>
                      <a:pt x="806" y="669"/>
                    </a:lnTo>
                    <a:lnTo>
                      <a:pt x="633" y="566"/>
                    </a:lnTo>
                    <a:lnTo>
                      <a:pt x="609" y="551"/>
                    </a:lnTo>
                    <a:lnTo>
                      <a:pt x="790" y="667"/>
                    </a:lnTo>
                    <a:lnTo>
                      <a:pt x="789" y="714"/>
                    </a:lnTo>
                    <a:lnTo>
                      <a:pt x="759" y="742"/>
                    </a:lnTo>
                    <a:lnTo>
                      <a:pt x="735" y="750"/>
                    </a:lnTo>
                    <a:lnTo>
                      <a:pt x="704" y="746"/>
                    </a:lnTo>
                    <a:lnTo>
                      <a:pt x="557" y="653"/>
                    </a:lnTo>
                    <a:lnTo>
                      <a:pt x="635" y="710"/>
                    </a:lnTo>
                    <a:lnTo>
                      <a:pt x="636" y="743"/>
                    </a:lnTo>
                    <a:lnTo>
                      <a:pt x="606" y="772"/>
                    </a:lnTo>
                    <a:lnTo>
                      <a:pt x="581" y="780"/>
                    </a:lnTo>
                    <a:lnTo>
                      <a:pt x="540" y="754"/>
                    </a:lnTo>
                    <a:lnTo>
                      <a:pt x="511" y="734"/>
                    </a:lnTo>
                    <a:lnTo>
                      <a:pt x="187" y="535"/>
                    </a:lnTo>
                    <a:lnTo>
                      <a:pt x="69" y="301"/>
                    </a:lnTo>
                    <a:lnTo>
                      <a:pt x="0" y="256"/>
                    </a:lnTo>
                    <a:lnTo>
                      <a:pt x="196" y="0"/>
                    </a:lnTo>
                    <a:lnTo>
                      <a:pt x="341" y="94"/>
                    </a:lnTo>
                    <a:lnTo>
                      <a:pt x="375" y="83"/>
                    </a:lnTo>
                    <a:lnTo>
                      <a:pt x="362" y="90"/>
                    </a:lnTo>
                  </a:path>
                </a:pathLst>
              </a:custGeom>
              <a:solidFill>
                <a:srgbClr val="FFFFFF"/>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164" name="Rectangle 51">
                <a:extLst>
                  <a:ext uri="{FF2B5EF4-FFF2-40B4-BE49-F238E27FC236}">
                    <a16:creationId xmlns:a16="http://schemas.microsoft.com/office/drawing/2014/main" id="{D51B5A20-4916-4203-97DD-0851012523DB}"/>
                  </a:ext>
                </a:extLst>
              </p:cNvPr>
              <p:cNvSpPr>
                <a:spLocks noChangeArrowheads="1"/>
              </p:cNvSpPr>
              <p:nvPr/>
            </p:nvSpPr>
            <p:spPr bwMode="auto">
              <a:xfrm rot="2160000">
                <a:off x="216" y="2853"/>
                <a:ext cx="9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400" dirty="0">
                    <a:solidFill>
                      <a:srgbClr val="000000"/>
                    </a:solidFill>
                    <a:latin typeface="Roboto" panose="02000000000000000000" pitchFamily="2" charset="0"/>
                    <a:ea typeface="Roboto" panose="02000000000000000000" pitchFamily="2" charset="0"/>
                  </a:rPr>
                  <a:t>CUSTOMER</a:t>
                </a:r>
              </a:p>
            </p:txBody>
          </p:sp>
        </p:grpSp>
        <p:sp>
          <p:nvSpPr>
            <p:cNvPr id="165" name="Line 52">
              <a:extLst>
                <a:ext uri="{FF2B5EF4-FFF2-40B4-BE49-F238E27FC236}">
                  <a16:creationId xmlns:a16="http://schemas.microsoft.com/office/drawing/2014/main" id="{237E08CD-810D-5614-DBA3-6D70BD96B938}"/>
                </a:ext>
              </a:extLst>
            </p:cNvPr>
            <p:cNvSpPr>
              <a:spLocks noChangeShapeType="1"/>
            </p:cNvSpPr>
            <p:nvPr/>
          </p:nvSpPr>
          <p:spPr bwMode="auto">
            <a:xfrm flipV="1">
              <a:off x="7672388" y="5029200"/>
              <a:ext cx="912812" cy="22860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66" name="AutoShape 53">
              <a:extLst>
                <a:ext uri="{FF2B5EF4-FFF2-40B4-BE49-F238E27FC236}">
                  <a16:creationId xmlns:a16="http://schemas.microsoft.com/office/drawing/2014/main" id="{02BA0785-0097-F726-289B-1F841798500C}"/>
                </a:ext>
              </a:extLst>
            </p:cNvPr>
            <p:cNvSpPr>
              <a:spLocks noChangeArrowheads="1"/>
            </p:cNvSpPr>
            <p:nvPr/>
          </p:nvSpPr>
          <p:spPr bwMode="auto">
            <a:xfrm rot="20640000">
              <a:off x="8081963" y="4738688"/>
              <a:ext cx="420687" cy="360362"/>
            </a:xfrm>
            <a:prstGeom prst="cube">
              <a:avLst>
                <a:gd name="adj" fmla="val 24995"/>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7" name="Rectangle 54">
              <a:extLst>
                <a:ext uri="{FF2B5EF4-FFF2-40B4-BE49-F238E27FC236}">
                  <a16:creationId xmlns:a16="http://schemas.microsoft.com/office/drawing/2014/main" id="{2F1974AF-43BA-02E9-41A1-03C5D2435CFA}"/>
                </a:ext>
              </a:extLst>
            </p:cNvPr>
            <p:cNvSpPr>
              <a:spLocks noChangeArrowheads="1"/>
            </p:cNvSpPr>
            <p:nvPr/>
          </p:nvSpPr>
          <p:spPr bwMode="auto">
            <a:xfrm rot="20040000">
              <a:off x="8063385" y="4841961"/>
              <a:ext cx="36894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b="0" dirty="0">
                  <a:solidFill>
                    <a:schemeClr val="tx1"/>
                  </a:solidFill>
                  <a:latin typeface="Roboto" panose="02000000000000000000" pitchFamily="2" charset="0"/>
                  <a:ea typeface="Roboto" panose="02000000000000000000" pitchFamily="2" charset="0"/>
                </a:rPr>
                <a:t>RM</a:t>
              </a:r>
            </a:p>
          </p:txBody>
        </p:sp>
        <p:sp>
          <p:nvSpPr>
            <p:cNvPr id="168" name="AutoShape 55">
              <a:extLst>
                <a:ext uri="{FF2B5EF4-FFF2-40B4-BE49-F238E27FC236}">
                  <a16:creationId xmlns:a16="http://schemas.microsoft.com/office/drawing/2014/main" id="{3C72D426-4543-3578-31B6-CC1C2F6723D3}"/>
                </a:ext>
              </a:extLst>
            </p:cNvPr>
            <p:cNvSpPr>
              <a:spLocks noChangeArrowheads="1"/>
            </p:cNvSpPr>
            <p:nvPr/>
          </p:nvSpPr>
          <p:spPr bwMode="auto">
            <a:xfrm rot="20640000">
              <a:off x="7626350" y="4891088"/>
              <a:ext cx="420688" cy="360362"/>
            </a:xfrm>
            <a:prstGeom prst="cube">
              <a:avLst>
                <a:gd name="adj" fmla="val 24995"/>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9" name="Rectangle 56">
              <a:extLst>
                <a:ext uri="{FF2B5EF4-FFF2-40B4-BE49-F238E27FC236}">
                  <a16:creationId xmlns:a16="http://schemas.microsoft.com/office/drawing/2014/main" id="{04F4C689-E48B-5A14-8974-8F31AA4AFCEE}"/>
                </a:ext>
              </a:extLst>
            </p:cNvPr>
            <p:cNvSpPr>
              <a:spLocks noChangeArrowheads="1"/>
            </p:cNvSpPr>
            <p:nvPr/>
          </p:nvSpPr>
          <p:spPr bwMode="auto">
            <a:xfrm rot="20340000">
              <a:off x="7602538" y="5011824"/>
              <a:ext cx="420687"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rPr>
                <a:t>RM</a:t>
              </a:r>
            </a:p>
          </p:txBody>
        </p:sp>
        <p:sp>
          <p:nvSpPr>
            <p:cNvPr id="170" name="Oval 57">
              <a:extLst>
                <a:ext uri="{FF2B5EF4-FFF2-40B4-BE49-F238E27FC236}">
                  <a16:creationId xmlns:a16="http://schemas.microsoft.com/office/drawing/2014/main" id="{BA944FE0-FEE8-A340-E6DE-F665C44ECED3}"/>
                </a:ext>
              </a:extLst>
            </p:cNvPr>
            <p:cNvSpPr>
              <a:spLocks noChangeArrowheads="1"/>
            </p:cNvSpPr>
            <p:nvPr/>
          </p:nvSpPr>
          <p:spPr bwMode="auto">
            <a:xfrm>
              <a:off x="5422900" y="47164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71" name="AutoShape 58">
              <a:extLst>
                <a:ext uri="{FF2B5EF4-FFF2-40B4-BE49-F238E27FC236}">
                  <a16:creationId xmlns:a16="http://schemas.microsoft.com/office/drawing/2014/main" id="{1D1BD610-0C47-5568-B94D-4D9457B5235C}"/>
                </a:ext>
              </a:extLst>
            </p:cNvPr>
            <p:cNvSpPr>
              <a:spLocks noChangeArrowheads="1"/>
            </p:cNvSpPr>
            <p:nvPr/>
          </p:nvSpPr>
          <p:spPr bwMode="auto">
            <a:xfrm>
              <a:off x="3590925" y="4418013"/>
              <a:ext cx="341313" cy="34290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72" name="Line 59">
              <a:extLst>
                <a:ext uri="{FF2B5EF4-FFF2-40B4-BE49-F238E27FC236}">
                  <a16:creationId xmlns:a16="http://schemas.microsoft.com/office/drawing/2014/main" id="{20CF79DF-0935-9D21-B803-0D8209ED9A75}"/>
                </a:ext>
              </a:extLst>
            </p:cNvPr>
            <p:cNvSpPr>
              <a:spLocks noChangeShapeType="1"/>
            </p:cNvSpPr>
            <p:nvPr/>
          </p:nvSpPr>
          <p:spPr bwMode="auto">
            <a:xfrm>
              <a:off x="2890838" y="48768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3" name="Line 60">
              <a:extLst>
                <a:ext uri="{FF2B5EF4-FFF2-40B4-BE49-F238E27FC236}">
                  <a16:creationId xmlns:a16="http://schemas.microsoft.com/office/drawing/2014/main" id="{F365F684-4A00-4D2F-26A5-C4F2EF013DD7}"/>
                </a:ext>
              </a:extLst>
            </p:cNvPr>
            <p:cNvSpPr>
              <a:spLocks noChangeShapeType="1"/>
            </p:cNvSpPr>
            <p:nvPr/>
          </p:nvSpPr>
          <p:spPr bwMode="auto">
            <a:xfrm>
              <a:off x="4630738" y="48641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4" name="Line 61">
              <a:extLst>
                <a:ext uri="{FF2B5EF4-FFF2-40B4-BE49-F238E27FC236}">
                  <a16:creationId xmlns:a16="http://schemas.microsoft.com/office/drawing/2014/main" id="{A32BDC84-3F7C-6A46-C80D-807288FEFCFB}"/>
                </a:ext>
              </a:extLst>
            </p:cNvPr>
            <p:cNvSpPr>
              <a:spLocks noChangeShapeType="1"/>
            </p:cNvSpPr>
            <p:nvPr/>
          </p:nvSpPr>
          <p:spPr bwMode="auto">
            <a:xfrm>
              <a:off x="6396038" y="48895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86669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47E0-EACE-8A1F-33DB-4B9B87390931}"/>
              </a:ext>
            </a:extLst>
          </p:cNvPr>
          <p:cNvSpPr>
            <a:spLocks noGrp="1"/>
          </p:cNvSpPr>
          <p:nvPr>
            <p:ph type="title"/>
          </p:nvPr>
        </p:nvSpPr>
        <p:spPr/>
        <p:txBody>
          <a:bodyPr/>
          <a:lstStyle/>
          <a:p>
            <a:r>
              <a:rPr lang="en-US" dirty="0"/>
              <a:t>Fake Flow Production</a:t>
            </a:r>
          </a:p>
        </p:txBody>
      </p:sp>
      <p:grpSp>
        <p:nvGrpSpPr>
          <p:cNvPr id="5" name="Group 4">
            <a:extLst>
              <a:ext uri="{FF2B5EF4-FFF2-40B4-BE49-F238E27FC236}">
                <a16:creationId xmlns:a16="http://schemas.microsoft.com/office/drawing/2014/main" id="{B7652A2B-23AB-126A-4CF8-333228D55EB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22F7780D-2979-E2A3-ED36-045FB42FB309}"/>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FD71BBBB-B6B0-0F7C-C86F-FD98EC48B71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3C62BB8-580F-EF62-C8F2-3528B63ACFD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5FFDFCA-8CF1-25EC-EC20-98B54C95349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94019AC-E480-40CB-3001-175BE4DF67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17F3A5-4836-E9CE-4C6D-7DB7BF26B1E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6A51BB81-B3EF-AB80-1B90-6BF35778146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68" name="Group 67">
            <a:extLst>
              <a:ext uri="{FF2B5EF4-FFF2-40B4-BE49-F238E27FC236}">
                <a16:creationId xmlns:a16="http://schemas.microsoft.com/office/drawing/2014/main" id="{7626DED8-DEF3-C297-422D-E7A55D25D7BD}"/>
              </a:ext>
            </a:extLst>
          </p:cNvPr>
          <p:cNvGrpSpPr/>
          <p:nvPr/>
        </p:nvGrpSpPr>
        <p:grpSpPr>
          <a:xfrm>
            <a:off x="366713" y="3462521"/>
            <a:ext cx="10515600" cy="2811280"/>
            <a:chOff x="366713" y="3965575"/>
            <a:chExt cx="8275637" cy="2308225"/>
          </a:xfrm>
        </p:grpSpPr>
        <p:sp>
          <p:nvSpPr>
            <p:cNvPr id="13" name="Rectangle 7">
              <a:extLst>
                <a:ext uri="{FF2B5EF4-FFF2-40B4-BE49-F238E27FC236}">
                  <a16:creationId xmlns:a16="http://schemas.microsoft.com/office/drawing/2014/main" id="{0FF864E4-8E71-2CC5-F63D-63DB1627B388}"/>
                </a:ext>
              </a:extLst>
            </p:cNvPr>
            <p:cNvSpPr>
              <a:spLocks noChangeArrowheads="1"/>
            </p:cNvSpPr>
            <p:nvPr/>
          </p:nvSpPr>
          <p:spPr bwMode="auto">
            <a:xfrm>
              <a:off x="1047750" y="5868988"/>
              <a:ext cx="18494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4" name="Rectangle 8">
              <a:extLst>
                <a:ext uri="{FF2B5EF4-FFF2-40B4-BE49-F238E27FC236}">
                  <a16:creationId xmlns:a16="http://schemas.microsoft.com/office/drawing/2014/main" id="{EA2E6735-C545-B67B-EF6B-99DDE5BFE127}"/>
                </a:ext>
              </a:extLst>
            </p:cNvPr>
            <p:cNvSpPr>
              <a:spLocks noChangeArrowheads="1"/>
            </p:cNvSpPr>
            <p:nvPr/>
          </p:nvSpPr>
          <p:spPr bwMode="auto">
            <a:xfrm>
              <a:off x="3416300" y="5868988"/>
              <a:ext cx="28130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5" name="Group 9">
              <a:extLst>
                <a:ext uri="{FF2B5EF4-FFF2-40B4-BE49-F238E27FC236}">
                  <a16:creationId xmlns:a16="http://schemas.microsoft.com/office/drawing/2014/main" id="{1E56F1E8-CAC9-5AE0-F5D0-33AE5FA32DCC}"/>
                </a:ext>
              </a:extLst>
            </p:cNvPr>
            <p:cNvGrpSpPr>
              <a:grpSpLocks/>
            </p:cNvGrpSpPr>
            <p:nvPr/>
          </p:nvGrpSpPr>
          <p:grpSpPr bwMode="auto">
            <a:xfrm>
              <a:off x="2960688" y="4398963"/>
              <a:ext cx="708025" cy="1746250"/>
              <a:chOff x="1856" y="2771"/>
              <a:chExt cx="446" cy="1100"/>
            </a:xfrm>
          </p:grpSpPr>
          <p:sp>
            <p:nvSpPr>
              <p:cNvPr id="16" name="AutoShape 10">
                <a:extLst>
                  <a:ext uri="{FF2B5EF4-FFF2-40B4-BE49-F238E27FC236}">
                    <a16:creationId xmlns:a16="http://schemas.microsoft.com/office/drawing/2014/main" id="{811F48C6-A239-2043-1F69-F7340BE0E978}"/>
                  </a:ext>
                </a:extLst>
              </p:cNvPr>
              <p:cNvSpPr>
                <a:spLocks noChangeArrowheads="1"/>
              </p:cNvSpPr>
              <p:nvPr/>
            </p:nvSpPr>
            <p:spPr bwMode="auto">
              <a:xfrm>
                <a:off x="1856" y="3144"/>
                <a:ext cx="446" cy="727"/>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7" name="Oval 11">
                <a:extLst>
                  <a:ext uri="{FF2B5EF4-FFF2-40B4-BE49-F238E27FC236}">
                    <a16:creationId xmlns:a16="http://schemas.microsoft.com/office/drawing/2014/main" id="{EE87B022-25AC-D6E4-459A-48203977A398}"/>
                  </a:ext>
                </a:extLst>
              </p:cNvPr>
              <p:cNvSpPr>
                <a:spLocks noChangeArrowheads="1"/>
              </p:cNvSpPr>
              <p:nvPr/>
            </p:nvSpPr>
            <p:spPr bwMode="auto">
              <a:xfrm>
                <a:off x="1881" y="2771"/>
                <a:ext cx="380" cy="392"/>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8" name="Rectangle 12">
              <a:extLst>
                <a:ext uri="{FF2B5EF4-FFF2-40B4-BE49-F238E27FC236}">
                  <a16:creationId xmlns:a16="http://schemas.microsoft.com/office/drawing/2014/main" id="{E408B6AF-4220-BD19-3ED4-8351D32DA358}"/>
                </a:ext>
              </a:extLst>
            </p:cNvPr>
            <p:cNvSpPr>
              <a:spLocks noChangeArrowheads="1"/>
            </p:cNvSpPr>
            <p:nvPr/>
          </p:nvSpPr>
          <p:spPr bwMode="auto">
            <a:xfrm rot="4080000">
              <a:off x="3697288" y="4773613"/>
              <a:ext cx="212725" cy="466725"/>
            </a:xfrm>
            <a:prstGeom prst="rect">
              <a:avLst/>
            </a:prstGeom>
            <a:solidFill>
              <a:schemeClr val="accent5"/>
            </a:solidFill>
            <a:ln w="9525">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19" name="Group 15">
              <a:extLst>
                <a:ext uri="{FF2B5EF4-FFF2-40B4-BE49-F238E27FC236}">
                  <a16:creationId xmlns:a16="http://schemas.microsoft.com/office/drawing/2014/main" id="{22E9FA10-255A-2EDF-EA93-3A194089BF5C}"/>
                </a:ext>
              </a:extLst>
            </p:cNvPr>
            <p:cNvGrpSpPr>
              <a:grpSpLocks/>
            </p:cNvGrpSpPr>
            <p:nvPr/>
          </p:nvGrpSpPr>
          <p:grpSpPr bwMode="auto">
            <a:xfrm>
              <a:off x="3192463" y="4579938"/>
              <a:ext cx="223837" cy="93662"/>
              <a:chOff x="2002" y="2885"/>
              <a:chExt cx="141" cy="59"/>
            </a:xfrm>
          </p:grpSpPr>
          <p:sp>
            <p:nvSpPr>
              <p:cNvPr id="20" name="Oval 16">
                <a:extLst>
                  <a:ext uri="{FF2B5EF4-FFF2-40B4-BE49-F238E27FC236}">
                    <a16:creationId xmlns:a16="http://schemas.microsoft.com/office/drawing/2014/main" id="{754F8E83-4128-8BE0-D639-D4AB1BFA1CB1}"/>
                  </a:ext>
                </a:extLst>
              </p:cNvPr>
              <p:cNvSpPr>
                <a:spLocks noChangeArrowheads="1"/>
              </p:cNvSpPr>
              <p:nvPr/>
            </p:nvSpPr>
            <p:spPr bwMode="auto">
              <a:xfrm>
                <a:off x="2002"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1" name="Oval 17">
                <a:extLst>
                  <a:ext uri="{FF2B5EF4-FFF2-40B4-BE49-F238E27FC236}">
                    <a16:creationId xmlns:a16="http://schemas.microsoft.com/office/drawing/2014/main" id="{30B55B6B-7D67-7158-C6A0-98D1BF58933A}"/>
                  </a:ext>
                </a:extLst>
              </p:cNvPr>
              <p:cNvSpPr>
                <a:spLocks noChangeArrowheads="1"/>
              </p:cNvSpPr>
              <p:nvPr/>
            </p:nvSpPr>
            <p:spPr bwMode="auto">
              <a:xfrm>
                <a:off x="2105"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22" name="Group 18">
              <a:extLst>
                <a:ext uri="{FF2B5EF4-FFF2-40B4-BE49-F238E27FC236}">
                  <a16:creationId xmlns:a16="http://schemas.microsoft.com/office/drawing/2014/main" id="{BE35ACEA-C3C8-E1C0-FCF6-BE62D2FFAF4C}"/>
                </a:ext>
              </a:extLst>
            </p:cNvPr>
            <p:cNvGrpSpPr>
              <a:grpSpLocks/>
            </p:cNvGrpSpPr>
            <p:nvPr/>
          </p:nvGrpSpPr>
          <p:grpSpPr bwMode="auto">
            <a:xfrm>
              <a:off x="4668838" y="4413250"/>
              <a:ext cx="708025" cy="1747838"/>
              <a:chOff x="2941" y="2780"/>
              <a:chExt cx="446" cy="1101"/>
            </a:xfrm>
          </p:grpSpPr>
          <p:sp>
            <p:nvSpPr>
              <p:cNvPr id="23" name="AutoShape 19">
                <a:extLst>
                  <a:ext uri="{FF2B5EF4-FFF2-40B4-BE49-F238E27FC236}">
                    <a16:creationId xmlns:a16="http://schemas.microsoft.com/office/drawing/2014/main" id="{D7635A73-78D7-D0D7-F7D0-7AAB67DE022C}"/>
                  </a:ext>
                </a:extLst>
              </p:cNvPr>
              <p:cNvSpPr>
                <a:spLocks noChangeArrowheads="1"/>
              </p:cNvSpPr>
              <p:nvPr/>
            </p:nvSpPr>
            <p:spPr bwMode="auto">
              <a:xfrm>
                <a:off x="2941" y="3152"/>
                <a:ext cx="446" cy="729"/>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 name="Oval 20">
                <a:extLst>
                  <a:ext uri="{FF2B5EF4-FFF2-40B4-BE49-F238E27FC236}">
                    <a16:creationId xmlns:a16="http://schemas.microsoft.com/office/drawing/2014/main" id="{50B2D942-6A51-49A5-1CBD-80F27037D1E5}"/>
                  </a:ext>
                </a:extLst>
              </p:cNvPr>
              <p:cNvSpPr>
                <a:spLocks noChangeArrowheads="1"/>
              </p:cNvSpPr>
              <p:nvPr/>
            </p:nvSpPr>
            <p:spPr bwMode="auto">
              <a:xfrm>
                <a:off x="2965" y="2780"/>
                <a:ext cx="380" cy="393"/>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25" name="Rectangle 21">
              <a:extLst>
                <a:ext uri="{FF2B5EF4-FFF2-40B4-BE49-F238E27FC236}">
                  <a16:creationId xmlns:a16="http://schemas.microsoft.com/office/drawing/2014/main" id="{AB588BC4-9AB5-F794-3F40-F5D406864C94}"/>
                </a:ext>
              </a:extLst>
            </p:cNvPr>
            <p:cNvSpPr>
              <a:spLocks noChangeArrowheads="1"/>
            </p:cNvSpPr>
            <p:nvPr/>
          </p:nvSpPr>
          <p:spPr bwMode="auto">
            <a:xfrm rot="7500000">
              <a:off x="4503738" y="4784725"/>
              <a:ext cx="212725" cy="466725"/>
            </a:xfrm>
            <a:prstGeom prst="rect">
              <a:avLst/>
            </a:prstGeom>
            <a:solidFill>
              <a:schemeClr val="accent5"/>
            </a:solidFill>
            <a:ln w="9525">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26" name="Group 24">
              <a:extLst>
                <a:ext uri="{FF2B5EF4-FFF2-40B4-BE49-F238E27FC236}">
                  <a16:creationId xmlns:a16="http://schemas.microsoft.com/office/drawing/2014/main" id="{8844F65D-1EED-FBF2-D60A-411C51B3A986}"/>
                </a:ext>
              </a:extLst>
            </p:cNvPr>
            <p:cNvGrpSpPr>
              <a:grpSpLocks/>
            </p:cNvGrpSpPr>
            <p:nvPr/>
          </p:nvGrpSpPr>
          <p:grpSpPr bwMode="auto">
            <a:xfrm>
              <a:off x="4899025" y="4579938"/>
              <a:ext cx="223838" cy="93662"/>
              <a:chOff x="3086" y="2885"/>
              <a:chExt cx="141" cy="59"/>
            </a:xfrm>
          </p:grpSpPr>
          <p:sp>
            <p:nvSpPr>
              <p:cNvPr id="27" name="Oval 25">
                <a:extLst>
                  <a:ext uri="{FF2B5EF4-FFF2-40B4-BE49-F238E27FC236}">
                    <a16:creationId xmlns:a16="http://schemas.microsoft.com/office/drawing/2014/main" id="{EF2BC0DB-F91D-A4B9-1F64-CD944AC0C832}"/>
                  </a:ext>
                </a:extLst>
              </p:cNvPr>
              <p:cNvSpPr>
                <a:spLocks noChangeArrowheads="1"/>
              </p:cNvSpPr>
              <p:nvPr/>
            </p:nvSpPr>
            <p:spPr bwMode="auto">
              <a:xfrm>
                <a:off x="3086"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 name="Oval 26">
                <a:extLst>
                  <a:ext uri="{FF2B5EF4-FFF2-40B4-BE49-F238E27FC236}">
                    <a16:creationId xmlns:a16="http://schemas.microsoft.com/office/drawing/2014/main" id="{3186865F-DABE-D66E-9059-69AE42FB0E15}"/>
                  </a:ext>
                </a:extLst>
              </p:cNvPr>
              <p:cNvSpPr>
                <a:spLocks noChangeArrowheads="1"/>
              </p:cNvSpPr>
              <p:nvPr/>
            </p:nvSpPr>
            <p:spPr bwMode="auto">
              <a:xfrm>
                <a:off x="3189"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29" name="Group 27">
              <a:extLst>
                <a:ext uri="{FF2B5EF4-FFF2-40B4-BE49-F238E27FC236}">
                  <a16:creationId xmlns:a16="http://schemas.microsoft.com/office/drawing/2014/main" id="{4084EECA-7C8C-3A45-F993-CA94DB1A6C99}"/>
                </a:ext>
              </a:extLst>
            </p:cNvPr>
            <p:cNvGrpSpPr>
              <a:grpSpLocks/>
            </p:cNvGrpSpPr>
            <p:nvPr/>
          </p:nvGrpSpPr>
          <p:grpSpPr bwMode="auto">
            <a:xfrm>
              <a:off x="6265863" y="4429125"/>
              <a:ext cx="708025" cy="1744663"/>
              <a:chOff x="4064" y="2790"/>
              <a:chExt cx="446" cy="1099"/>
            </a:xfrm>
          </p:grpSpPr>
          <p:sp>
            <p:nvSpPr>
              <p:cNvPr id="30" name="AutoShape 28">
                <a:extLst>
                  <a:ext uri="{FF2B5EF4-FFF2-40B4-BE49-F238E27FC236}">
                    <a16:creationId xmlns:a16="http://schemas.microsoft.com/office/drawing/2014/main" id="{E401D7E6-C6EC-21F1-23EC-17AC1B3B6391}"/>
                  </a:ext>
                </a:extLst>
              </p:cNvPr>
              <p:cNvSpPr>
                <a:spLocks noChangeArrowheads="1"/>
              </p:cNvSpPr>
              <p:nvPr/>
            </p:nvSpPr>
            <p:spPr bwMode="auto">
              <a:xfrm>
                <a:off x="4064" y="3162"/>
                <a:ext cx="446" cy="727"/>
              </a:xfrm>
              <a:prstGeom prst="roundRect">
                <a:avLst>
                  <a:gd name="adj" fmla="val 12495"/>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1" name="Oval 29">
                <a:extLst>
                  <a:ext uri="{FF2B5EF4-FFF2-40B4-BE49-F238E27FC236}">
                    <a16:creationId xmlns:a16="http://schemas.microsoft.com/office/drawing/2014/main" id="{08AD7299-4734-CB8F-4AA2-5AFAD92C7400}"/>
                  </a:ext>
                </a:extLst>
              </p:cNvPr>
              <p:cNvSpPr>
                <a:spLocks noChangeArrowheads="1"/>
              </p:cNvSpPr>
              <p:nvPr/>
            </p:nvSpPr>
            <p:spPr bwMode="auto">
              <a:xfrm>
                <a:off x="4088" y="2790"/>
                <a:ext cx="380" cy="392"/>
              </a:xfrm>
              <a:prstGeom prst="ellipse">
                <a:avLst/>
              </a:prstGeom>
              <a:solidFill>
                <a:schemeClr val="accent5"/>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32" name="Rectangle 30">
              <a:extLst>
                <a:ext uri="{FF2B5EF4-FFF2-40B4-BE49-F238E27FC236}">
                  <a16:creationId xmlns:a16="http://schemas.microsoft.com/office/drawing/2014/main" id="{C7B8DA50-571D-91B5-625C-A66477E4CD06}"/>
                </a:ext>
              </a:extLst>
            </p:cNvPr>
            <p:cNvSpPr>
              <a:spLocks noChangeArrowheads="1"/>
            </p:cNvSpPr>
            <p:nvPr/>
          </p:nvSpPr>
          <p:spPr bwMode="auto">
            <a:xfrm rot="4080000">
              <a:off x="7031038" y="4767263"/>
              <a:ext cx="212725" cy="466725"/>
            </a:xfrm>
            <a:prstGeom prst="rect">
              <a:avLst/>
            </a:prstGeom>
            <a:solidFill>
              <a:schemeClr val="accent5"/>
            </a:solidFill>
            <a:ln w="9525">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33" name="Group 33">
              <a:extLst>
                <a:ext uri="{FF2B5EF4-FFF2-40B4-BE49-F238E27FC236}">
                  <a16:creationId xmlns:a16="http://schemas.microsoft.com/office/drawing/2014/main" id="{0F660447-CD3C-3C72-13BF-A6D969A199C0}"/>
                </a:ext>
              </a:extLst>
            </p:cNvPr>
            <p:cNvGrpSpPr>
              <a:grpSpLocks/>
            </p:cNvGrpSpPr>
            <p:nvPr/>
          </p:nvGrpSpPr>
          <p:grpSpPr bwMode="auto">
            <a:xfrm>
              <a:off x="6496050" y="4579938"/>
              <a:ext cx="223838" cy="93662"/>
              <a:chOff x="4209" y="2885"/>
              <a:chExt cx="141" cy="59"/>
            </a:xfrm>
          </p:grpSpPr>
          <p:sp>
            <p:nvSpPr>
              <p:cNvPr id="34" name="Oval 34">
                <a:extLst>
                  <a:ext uri="{FF2B5EF4-FFF2-40B4-BE49-F238E27FC236}">
                    <a16:creationId xmlns:a16="http://schemas.microsoft.com/office/drawing/2014/main" id="{62B6635B-35CF-1094-4E16-160A6B1D65BA}"/>
                  </a:ext>
                </a:extLst>
              </p:cNvPr>
              <p:cNvSpPr>
                <a:spLocks noChangeArrowheads="1"/>
              </p:cNvSpPr>
              <p:nvPr/>
            </p:nvSpPr>
            <p:spPr bwMode="auto">
              <a:xfrm>
                <a:off x="4209" y="2885"/>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 name="Oval 35">
                <a:extLst>
                  <a:ext uri="{FF2B5EF4-FFF2-40B4-BE49-F238E27FC236}">
                    <a16:creationId xmlns:a16="http://schemas.microsoft.com/office/drawing/2014/main" id="{BC1C6097-7CCD-087A-4EBE-180C9E119422}"/>
                  </a:ext>
                </a:extLst>
              </p:cNvPr>
              <p:cNvSpPr>
                <a:spLocks noChangeArrowheads="1"/>
              </p:cNvSpPr>
              <p:nvPr/>
            </p:nvSpPr>
            <p:spPr bwMode="auto">
              <a:xfrm>
                <a:off x="4312" y="2890"/>
                <a:ext cx="38" cy="54"/>
              </a:xfrm>
              <a:prstGeom prst="ellipse">
                <a:avLst/>
              </a:prstGeom>
              <a:solidFill>
                <a:schemeClr val="bg1"/>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36" name="Group 36">
              <a:extLst>
                <a:ext uri="{FF2B5EF4-FFF2-40B4-BE49-F238E27FC236}">
                  <a16:creationId xmlns:a16="http://schemas.microsoft.com/office/drawing/2014/main" id="{BAB549D0-84DF-1F5D-B1F1-012104C41398}"/>
                </a:ext>
              </a:extLst>
            </p:cNvPr>
            <p:cNvGrpSpPr>
              <a:grpSpLocks/>
            </p:cNvGrpSpPr>
            <p:nvPr/>
          </p:nvGrpSpPr>
          <p:grpSpPr bwMode="auto">
            <a:xfrm>
              <a:off x="541338" y="5249863"/>
              <a:ext cx="8078787" cy="911225"/>
              <a:chOff x="341" y="3307"/>
              <a:chExt cx="5089" cy="574"/>
            </a:xfrm>
          </p:grpSpPr>
          <p:sp>
            <p:nvSpPr>
              <p:cNvPr id="37" name="Rectangle 37">
                <a:extLst>
                  <a:ext uri="{FF2B5EF4-FFF2-40B4-BE49-F238E27FC236}">
                    <a16:creationId xmlns:a16="http://schemas.microsoft.com/office/drawing/2014/main" id="{E6A7232B-4E74-A5F1-3211-CFBA4513ECC5}"/>
                  </a:ext>
                </a:extLst>
              </p:cNvPr>
              <p:cNvSpPr>
                <a:spLocks noChangeArrowheads="1"/>
              </p:cNvSpPr>
              <p:nvPr/>
            </p:nvSpPr>
            <p:spPr bwMode="auto">
              <a:xfrm>
                <a:off x="341" y="3307"/>
                <a:ext cx="5089" cy="76"/>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8" name="Rectangle 38">
                <a:extLst>
                  <a:ext uri="{FF2B5EF4-FFF2-40B4-BE49-F238E27FC236}">
                    <a16:creationId xmlns:a16="http://schemas.microsoft.com/office/drawing/2014/main" id="{36F38BAF-5413-579E-A828-86E88FD0DEAC}"/>
                  </a:ext>
                </a:extLst>
              </p:cNvPr>
              <p:cNvSpPr>
                <a:spLocks noChangeArrowheads="1"/>
              </p:cNvSpPr>
              <p:nvPr/>
            </p:nvSpPr>
            <p:spPr bwMode="auto">
              <a:xfrm>
                <a:off x="637" y="3307"/>
                <a:ext cx="289" cy="564"/>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9" name="Rectangle 39">
                <a:extLst>
                  <a:ext uri="{FF2B5EF4-FFF2-40B4-BE49-F238E27FC236}">
                    <a16:creationId xmlns:a16="http://schemas.microsoft.com/office/drawing/2014/main" id="{89D92A31-7816-8B85-40B8-327712C1B7C0}"/>
                  </a:ext>
                </a:extLst>
              </p:cNvPr>
              <p:cNvSpPr>
                <a:spLocks noChangeArrowheads="1"/>
              </p:cNvSpPr>
              <p:nvPr/>
            </p:nvSpPr>
            <p:spPr bwMode="auto">
              <a:xfrm>
                <a:off x="4813" y="3316"/>
                <a:ext cx="291" cy="565"/>
              </a:xfrm>
              <a:prstGeom prst="rect">
                <a:avLst/>
              </a:prstGeom>
              <a:solidFill>
                <a:schemeClr val="accent3"/>
              </a:solidFill>
              <a:ln w="12700">
                <a:solidFill>
                  <a:srgbClr val="676767"/>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40" name="AutoShape 40">
              <a:extLst>
                <a:ext uri="{FF2B5EF4-FFF2-40B4-BE49-F238E27FC236}">
                  <a16:creationId xmlns:a16="http://schemas.microsoft.com/office/drawing/2014/main" id="{40FF480A-091F-BC8E-3D8D-2FE82FD89548}"/>
                </a:ext>
              </a:extLst>
            </p:cNvPr>
            <p:cNvSpPr>
              <a:spLocks noChangeArrowheads="1"/>
            </p:cNvSpPr>
            <p:nvPr/>
          </p:nvSpPr>
          <p:spPr bwMode="auto">
            <a:xfrm>
              <a:off x="2535238" y="4884738"/>
              <a:ext cx="420687"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1" name="Oval 41">
              <a:extLst>
                <a:ext uri="{FF2B5EF4-FFF2-40B4-BE49-F238E27FC236}">
                  <a16:creationId xmlns:a16="http://schemas.microsoft.com/office/drawing/2014/main" id="{566133A3-9CE5-CF14-A05F-2DC1A4C15B1E}"/>
                </a:ext>
              </a:extLst>
            </p:cNvPr>
            <p:cNvSpPr>
              <a:spLocks noChangeArrowheads="1"/>
            </p:cNvSpPr>
            <p:nvPr/>
          </p:nvSpPr>
          <p:spPr bwMode="auto">
            <a:xfrm>
              <a:off x="2581275" y="46402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AutoShape 42">
              <a:extLst>
                <a:ext uri="{FF2B5EF4-FFF2-40B4-BE49-F238E27FC236}">
                  <a16:creationId xmlns:a16="http://schemas.microsoft.com/office/drawing/2014/main" id="{E39205D7-E3BA-D69E-FEF1-6566CD573D13}"/>
                </a:ext>
              </a:extLst>
            </p:cNvPr>
            <p:cNvSpPr>
              <a:spLocks noChangeArrowheads="1"/>
            </p:cNvSpPr>
            <p:nvPr/>
          </p:nvSpPr>
          <p:spPr bwMode="auto">
            <a:xfrm>
              <a:off x="2562225" y="4418013"/>
              <a:ext cx="341313" cy="34290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3" name="AutoShape 43">
              <a:extLst>
                <a:ext uri="{FF2B5EF4-FFF2-40B4-BE49-F238E27FC236}">
                  <a16:creationId xmlns:a16="http://schemas.microsoft.com/office/drawing/2014/main" id="{172C3F2E-4033-47F4-B0BE-0C19392BBF3D}"/>
                </a:ext>
              </a:extLst>
            </p:cNvPr>
            <p:cNvSpPr>
              <a:spLocks noChangeArrowheads="1"/>
            </p:cNvSpPr>
            <p:nvPr/>
          </p:nvSpPr>
          <p:spPr bwMode="auto">
            <a:xfrm>
              <a:off x="7167563" y="4967288"/>
              <a:ext cx="420687" cy="34925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4" name="AutoShape 44">
              <a:extLst>
                <a:ext uri="{FF2B5EF4-FFF2-40B4-BE49-F238E27FC236}">
                  <a16:creationId xmlns:a16="http://schemas.microsoft.com/office/drawing/2014/main" id="{9B385F0F-CDA7-D76C-1907-D9625C2E7EF5}"/>
                </a:ext>
              </a:extLst>
            </p:cNvPr>
            <p:cNvSpPr>
              <a:spLocks noChangeArrowheads="1"/>
            </p:cNvSpPr>
            <p:nvPr/>
          </p:nvSpPr>
          <p:spPr bwMode="auto">
            <a:xfrm>
              <a:off x="3833813" y="4960938"/>
              <a:ext cx="420687"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5" name="Oval 45">
              <a:extLst>
                <a:ext uri="{FF2B5EF4-FFF2-40B4-BE49-F238E27FC236}">
                  <a16:creationId xmlns:a16="http://schemas.microsoft.com/office/drawing/2014/main" id="{FAFBD139-7630-9763-32B2-1C13EFAAFA2D}"/>
                </a:ext>
              </a:extLst>
            </p:cNvPr>
            <p:cNvSpPr>
              <a:spLocks noChangeArrowheads="1"/>
            </p:cNvSpPr>
            <p:nvPr/>
          </p:nvSpPr>
          <p:spPr bwMode="auto">
            <a:xfrm>
              <a:off x="3879850" y="47164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6" name="Rectangle 46">
              <a:extLst>
                <a:ext uri="{FF2B5EF4-FFF2-40B4-BE49-F238E27FC236}">
                  <a16:creationId xmlns:a16="http://schemas.microsoft.com/office/drawing/2014/main" id="{5DE3C04C-2522-BFF8-F221-EBD5A099B5B7}"/>
                </a:ext>
              </a:extLst>
            </p:cNvPr>
            <p:cNvSpPr>
              <a:spLocks noChangeArrowheads="1"/>
            </p:cNvSpPr>
            <p:nvPr/>
          </p:nvSpPr>
          <p:spPr bwMode="auto">
            <a:xfrm>
              <a:off x="5414963" y="5019675"/>
              <a:ext cx="309562" cy="296863"/>
            </a:xfrm>
            <a:prstGeom prst="rect">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7" name="Rectangle 47">
              <a:extLst>
                <a:ext uri="{FF2B5EF4-FFF2-40B4-BE49-F238E27FC236}">
                  <a16:creationId xmlns:a16="http://schemas.microsoft.com/office/drawing/2014/main" id="{4F5BD4A8-7A7E-3472-D609-5598C47A90FF}"/>
                </a:ext>
              </a:extLst>
            </p:cNvPr>
            <p:cNvSpPr>
              <a:spLocks noChangeArrowheads="1"/>
            </p:cNvSpPr>
            <p:nvPr/>
          </p:nvSpPr>
          <p:spPr bwMode="auto">
            <a:xfrm>
              <a:off x="5553075" y="4878388"/>
              <a:ext cx="309563" cy="136525"/>
            </a:xfrm>
            <a:prstGeom prst="rect">
              <a:avLst/>
            </a:prstGeom>
            <a:solidFill>
              <a:schemeClr val="accent4"/>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48" name="Group 48">
              <a:extLst>
                <a:ext uri="{FF2B5EF4-FFF2-40B4-BE49-F238E27FC236}">
                  <a16:creationId xmlns:a16="http://schemas.microsoft.com/office/drawing/2014/main" id="{2573C417-C75B-756B-7B96-FA6849F1B877}"/>
                </a:ext>
              </a:extLst>
            </p:cNvPr>
            <p:cNvGrpSpPr>
              <a:grpSpLocks/>
            </p:cNvGrpSpPr>
            <p:nvPr/>
          </p:nvGrpSpPr>
          <p:grpSpPr bwMode="auto">
            <a:xfrm>
              <a:off x="366713" y="3965575"/>
              <a:ext cx="1536700" cy="1239838"/>
              <a:chOff x="24" y="2498"/>
              <a:chExt cx="968" cy="781"/>
            </a:xfrm>
          </p:grpSpPr>
          <p:sp>
            <p:nvSpPr>
              <p:cNvPr id="49" name="Freeform 49">
                <a:extLst>
                  <a:ext uri="{FF2B5EF4-FFF2-40B4-BE49-F238E27FC236}">
                    <a16:creationId xmlns:a16="http://schemas.microsoft.com/office/drawing/2014/main" id="{2C668693-06A7-3CFB-75D6-6DDDC4CE6728}"/>
                  </a:ext>
                </a:extLst>
              </p:cNvPr>
              <p:cNvSpPr>
                <a:spLocks/>
              </p:cNvSpPr>
              <p:nvPr/>
            </p:nvSpPr>
            <p:spPr bwMode="auto">
              <a:xfrm>
                <a:off x="82" y="2498"/>
                <a:ext cx="910" cy="781"/>
              </a:xfrm>
              <a:custGeom>
                <a:avLst/>
                <a:gdLst>
                  <a:gd name="T0" fmla="*/ 362 w 910"/>
                  <a:gd name="T1" fmla="*/ 90 h 781"/>
                  <a:gd name="T2" fmla="*/ 474 w 910"/>
                  <a:gd name="T3" fmla="*/ 66 h 781"/>
                  <a:gd name="T4" fmla="*/ 643 w 910"/>
                  <a:gd name="T5" fmla="*/ 174 h 781"/>
                  <a:gd name="T6" fmla="*/ 654 w 910"/>
                  <a:gd name="T7" fmla="*/ 206 h 781"/>
                  <a:gd name="T8" fmla="*/ 629 w 910"/>
                  <a:gd name="T9" fmla="*/ 252 h 781"/>
                  <a:gd name="T10" fmla="*/ 599 w 910"/>
                  <a:gd name="T11" fmla="*/ 257 h 781"/>
                  <a:gd name="T12" fmla="*/ 573 w 910"/>
                  <a:gd name="T13" fmla="*/ 257 h 781"/>
                  <a:gd name="T14" fmla="*/ 889 w 910"/>
                  <a:gd name="T15" fmla="*/ 458 h 781"/>
                  <a:gd name="T16" fmla="*/ 898 w 910"/>
                  <a:gd name="T17" fmla="*/ 480 h 781"/>
                  <a:gd name="T18" fmla="*/ 909 w 910"/>
                  <a:gd name="T19" fmla="*/ 512 h 781"/>
                  <a:gd name="T20" fmla="*/ 904 w 910"/>
                  <a:gd name="T21" fmla="*/ 541 h 781"/>
                  <a:gd name="T22" fmla="*/ 892 w 910"/>
                  <a:gd name="T23" fmla="*/ 557 h 781"/>
                  <a:gd name="T24" fmla="*/ 854 w 910"/>
                  <a:gd name="T25" fmla="*/ 573 h 781"/>
                  <a:gd name="T26" fmla="*/ 714 w 910"/>
                  <a:gd name="T27" fmla="*/ 483 h 781"/>
                  <a:gd name="T28" fmla="*/ 726 w 910"/>
                  <a:gd name="T29" fmla="*/ 490 h 781"/>
                  <a:gd name="T30" fmla="*/ 842 w 910"/>
                  <a:gd name="T31" fmla="*/ 565 h 781"/>
                  <a:gd name="T32" fmla="*/ 864 w 910"/>
                  <a:gd name="T33" fmla="*/ 595 h 781"/>
                  <a:gd name="T34" fmla="*/ 867 w 910"/>
                  <a:gd name="T35" fmla="*/ 613 h 781"/>
                  <a:gd name="T36" fmla="*/ 867 w 910"/>
                  <a:gd name="T37" fmla="*/ 635 h 781"/>
                  <a:gd name="T38" fmla="*/ 843 w 910"/>
                  <a:gd name="T39" fmla="*/ 654 h 781"/>
                  <a:gd name="T40" fmla="*/ 806 w 910"/>
                  <a:gd name="T41" fmla="*/ 669 h 781"/>
                  <a:gd name="T42" fmla="*/ 633 w 910"/>
                  <a:gd name="T43" fmla="*/ 566 h 781"/>
                  <a:gd name="T44" fmla="*/ 609 w 910"/>
                  <a:gd name="T45" fmla="*/ 551 h 781"/>
                  <a:gd name="T46" fmla="*/ 790 w 910"/>
                  <a:gd name="T47" fmla="*/ 667 h 781"/>
                  <a:gd name="T48" fmla="*/ 789 w 910"/>
                  <a:gd name="T49" fmla="*/ 714 h 781"/>
                  <a:gd name="T50" fmla="*/ 759 w 910"/>
                  <a:gd name="T51" fmla="*/ 742 h 781"/>
                  <a:gd name="T52" fmla="*/ 735 w 910"/>
                  <a:gd name="T53" fmla="*/ 750 h 781"/>
                  <a:gd name="T54" fmla="*/ 704 w 910"/>
                  <a:gd name="T55" fmla="*/ 746 h 781"/>
                  <a:gd name="T56" fmla="*/ 557 w 910"/>
                  <a:gd name="T57" fmla="*/ 653 h 781"/>
                  <a:gd name="T58" fmla="*/ 635 w 910"/>
                  <a:gd name="T59" fmla="*/ 710 h 781"/>
                  <a:gd name="T60" fmla="*/ 636 w 910"/>
                  <a:gd name="T61" fmla="*/ 743 h 781"/>
                  <a:gd name="T62" fmla="*/ 606 w 910"/>
                  <a:gd name="T63" fmla="*/ 772 h 781"/>
                  <a:gd name="T64" fmla="*/ 581 w 910"/>
                  <a:gd name="T65" fmla="*/ 780 h 781"/>
                  <a:gd name="T66" fmla="*/ 540 w 910"/>
                  <a:gd name="T67" fmla="*/ 754 h 781"/>
                  <a:gd name="T68" fmla="*/ 511 w 910"/>
                  <a:gd name="T69" fmla="*/ 734 h 781"/>
                  <a:gd name="T70" fmla="*/ 187 w 910"/>
                  <a:gd name="T71" fmla="*/ 535 h 781"/>
                  <a:gd name="T72" fmla="*/ 69 w 910"/>
                  <a:gd name="T73" fmla="*/ 301 h 781"/>
                  <a:gd name="T74" fmla="*/ 0 w 910"/>
                  <a:gd name="T75" fmla="*/ 256 h 781"/>
                  <a:gd name="T76" fmla="*/ 196 w 910"/>
                  <a:gd name="T77" fmla="*/ 0 h 781"/>
                  <a:gd name="T78" fmla="*/ 341 w 910"/>
                  <a:gd name="T79" fmla="*/ 94 h 781"/>
                  <a:gd name="T80" fmla="*/ 375 w 910"/>
                  <a:gd name="T81" fmla="*/ 83 h 781"/>
                  <a:gd name="T82" fmla="*/ 362 w 910"/>
                  <a:gd name="T83" fmla="*/ 90 h 78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910" h="781">
                    <a:moveTo>
                      <a:pt x="362" y="90"/>
                    </a:moveTo>
                    <a:lnTo>
                      <a:pt x="474" y="66"/>
                    </a:lnTo>
                    <a:lnTo>
                      <a:pt x="643" y="174"/>
                    </a:lnTo>
                    <a:lnTo>
                      <a:pt x="654" y="206"/>
                    </a:lnTo>
                    <a:lnTo>
                      <a:pt x="629" y="252"/>
                    </a:lnTo>
                    <a:lnTo>
                      <a:pt x="599" y="257"/>
                    </a:lnTo>
                    <a:lnTo>
                      <a:pt x="573" y="257"/>
                    </a:lnTo>
                    <a:lnTo>
                      <a:pt x="889" y="458"/>
                    </a:lnTo>
                    <a:lnTo>
                      <a:pt x="898" y="480"/>
                    </a:lnTo>
                    <a:lnTo>
                      <a:pt x="909" y="512"/>
                    </a:lnTo>
                    <a:lnTo>
                      <a:pt x="904" y="541"/>
                    </a:lnTo>
                    <a:lnTo>
                      <a:pt x="892" y="557"/>
                    </a:lnTo>
                    <a:lnTo>
                      <a:pt x="854" y="573"/>
                    </a:lnTo>
                    <a:lnTo>
                      <a:pt x="714" y="483"/>
                    </a:lnTo>
                    <a:lnTo>
                      <a:pt x="726" y="490"/>
                    </a:lnTo>
                    <a:lnTo>
                      <a:pt x="842" y="565"/>
                    </a:lnTo>
                    <a:lnTo>
                      <a:pt x="864" y="595"/>
                    </a:lnTo>
                    <a:lnTo>
                      <a:pt x="867" y="613"/>
                    </a:lnTo>
                    <a:lnTo>
                      <a:pt x="867" y="635"/>
                    </a:lnTo>
                    <a:lnTo>
                      <a:pt x="843" y="654"/>
                    </a:lnTo>
                    <a:lnTo>
                      <a:pt x="806" y="669"/>
                    </a:lnTo>
                    <a:lnTo>
                      <a:pt x="633" y="566"/>
                    </a:lnTo>
                    <a:lnTo>
                      <a:pt x="609" y="551"/>
                    </a:lnTo>
                    <a:lnTo>
                      <a:pt x="790" y="667"/>
                    </a:lnTo>
                    <a:lnTo>
                      <a:pt x="789" y="714"/>
                    </a:lnTo>
                    <a:lnTo>
                      <a:pt x="759" y="742"/>
                    </a:lnTo>
                    <a:lnTo>
                      <a:pt x="735" y="750"/>
                    </a:lnTo>
                    <a:lnTo>
                      <a:pt x="704" y="746"/>
                    </a:lnTo>
                    <a:lnTo>
                      <a:pt x="557" y="653"/>
                    </a:lnTo>
                    <a:lnTo>
                      <a:pt x="635" y="710"/>
                    </a:lnTo>
                    <a:lnTo>
                      <a:pt x="636" y="743"/>
                    </a:lnTo>
                    <a:lnTo>
                      <a:pt x="606" y="772"/>
                    </a:lnTo>
                    <a:lnTo>
                      <a:pt x="581" y="780"/>
                    </a:lnTo>
                    <a:lnTo>
                      <a:pt x="540" y="754"/>
                    </a:lnTo>
                    <a:lnTo>
                      <a:pt x="511" y="734"/>
                    </a:lnTo>
                    <a:lnTo>
                      <a:pt x="187" y="535"/>
                    </a:lnTo>
                    <a:lnTo>
                      <a:pt x="69" y="301"/>
                    </a:lnTo>
                    <a:lnTo>
                      <a:pt x="0" y="256"/>
                    </a:lnTo>
                    <a:lnTo>
                      <a:pt x="196" y="0"/>
                    </a:lnTo>
                    <a:lnTo>
                      <a:pt x="341" y="94"/>
                    </a:lnTo>
                    <a:lnTo>
                      <a:pt x="375" y="83"/>
                    </a:lnTo>
                    <a:lnTo>
                      <a:pt x="362" y="90"/>
                    </a:lnTo>
                  </a:path>
                </a:pathLst>
              </a:custGeom>
              <a:solidFill>
                <a:srgbClr val="FFFFFF"/>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50" name="Rectangle 50">
                <a:extLst>
                  <a:ext uri="{FF2B5EF4-FFF2-40B4-BE49-F238E27FC236}">
                    <a16:creationId xmlns:a16="http://schemas.microsoft.com/office/drawing/2014/main" id="{49367E42-4E6C-4293-59A7-553A1C376C33}"/>
                  </a:ext>
                </a:extLst>
              </p:cNvPr>
              <p:cNvSpPr>
                <a:spLocks noChangeArrowheads="1"/>
              </p:cNvSpPr>
              <p:nvPr/>
            </p:nvSpPr>
            <p:spPr bwMode="auto">
              <a:xfrm rot="2160000">
                <a:off x="24" y="2773"/>
                <a:ext cx="90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400" dirty="0">
                    <a:solidFill>
                      <a:srgbClr val="000000"/>
                    </a:solidFill>
                    <a:latin typeface="Roboto" panose="02000000000000000000" pitchFamily="2" charset="0"/>
                    <a:ea typeface="Roboto" panose="02000000000000000000" pitchFamily="2" charset="0"/>
                  </a:rPr>
                  <a:t>CUSTOMER</a:t>
                </a:r>
              </a:p>
            </p:txBody>
          </p:sp>
        </p:grpSp>
        <p:sp>
          <p:nvSpPr>
            <p:cNvPr id="51" name="Line 51">
              <a:extLst>
                <a:ext uri="{FF2B5EF4-FFF2-40B4-BE49-F238E27FC236}">
                  <a16:creationId xmlns:a16="http://schemas.microsoft.com/office/drawing/2014/main" id="{456386C7-D6D4-9782-E42E-BB57519D546F}"/>
                </a:ext>
              </a:extLst>
            </p:cNvPr>
            <p:cNvSpPr>
              <a:spLocks noChangeShapeType="1"/>
            </p:cNvSpPr>
            <p:nvPr/>
          </p:nvSpPr>
          <p:spPr bwMode="auto">
            <a:xfrm flipV="1">
              <a:off x="7729538" y="5029200"/>
              <a:ext cx="912812" cy="22860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2" name="AutoShape 52">
              <a:extLst>
                <a:ext uri="{FF2B5EF4-FFF2-40B4-BE49-F238E27FC236}">
                  <a16:creationId xmlns:a16="http://schemas.microsoft.com/office/drawing/2014/main" id="{D8426C00-E7FB-A28C-A112-CDE511D68735}"/>
                </a:ext>
              </a:extLst>
            </p:cNvPr>
            <p:cNvSpPr>
              <a:spLocks noChangeArrowheads="1"/>
            </p:cNvSpPr>
            <p:nvPr/>
          </p:nvSpPr>
          <p:spPr bwMode="auto">
            <a:xfrm rot="20640000">
              <a:off x="8139113" y="4738688"/>
              <a:ext cx="420687" cy="360362"/>
            </a:xfrm>
            <a:prstGeom prst="cube">
              <a:avLst>
                <a:gd name="adj" fmla="val 24995"/>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3" name="Rectangle 53">
              <a:extLst>
                <a:ext uri="{FF2B5EF4-FFF2-40B4-BE49-F238E27FC236}">
                  <a16:creationId xmlns:a16="http://schemas.microsoft.com/office/drawing/2014/main" id="{85DE48B3-60E4-5605-968B-E88D4A0FAE5C}"/>
                </a:ext>
              </a:extLst>
            </p:cNvPr>
            <p:cNvSpPr>
              <a:spLocks noChangeArrowheads="1"/>
            </p:cNvSpPr>
            <p:nvPr/>
          </p:nvSpPr>
          <p:spPr bwMode="auto">
            <a:xfrm rot="20040000">
              <a:off x="8141637" y="4866802"/>
              <a:ext cx="326740" cy="227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rPr>
                <a:t>RM</a:t>
              </a:r>
            </a:p>
          </p:txBody>
        </p:sp>
        <p:sp>
          <p:nvSpPr>
            <p:cNvPr id="54" name="AutoShape 54">
              <a:extLst>
                <a:ext uri="{FF2B5EF4-FFF2-40B4-BE49-F238E27FC236}">
                  <a16:creationId xmlns:a16="http://schemas.microsoft.com/office/drawing/2014/main" id="{61858DC5-D712-54B2-B16A-7113116B000E}"/>
                </a:ext>
              </a:extLst>
            </p:cNvPr>
            <p:cNvSpPr>
              <a:spLocks noChangeArrowheads="1"/>
            </p:cNvSpPr>
            <p:nvPr/>
          </p:nvSpPr>
          <p:spPr bwMode="auto">
            <a:xfrm rot="20640000">
              <a:off x="7683500" y="4891088"/>
              <a:ext cx="420688" cy="360362"/>
            </a:xfrm>
            <a:prstGeom prst="cube">
              <a:avLst>
                <a:gd name="adj" fmla="val 24995"/>
              </a:avLst>
            </a:prstGeom>
            <a:solidFill>
              <a:schemeClr val="accent6"/>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5" name="Rectangle 55">
              <a:extLst>
                <a:ext uri="{FF2B5EF4-FFF2-40B4-BE49-F238E27FC236}">
                  <a16:creationId xmlns:a16="http://schemas.microsoft.com/office/drawing/2014/main" id="{59C14D58-D4B2-E101-96DA-5C6A84EE0C7D}"/>
                </a:ext>
              </a:extLst>
            </p:cNvPr>
            <p:cNvSpPr>
              <a:spLocks noChangeArrowheads="1"/>
            </p:cNvSpPr>
            <p:nvPr/>
          </p:nvSpPr>
          <p:spPr bwMode="auto">
            <a:xfrm rot="20340000">
              <a:off x="7659688" y="5036665"/>
              <a:ext cx="420687" cy="227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rPr>
                <a:t>RM</a:t>
              </a:r>
            </a:p>
          </p:txBody>
        </p:sp>
        <p:sp>
          <p:nvSpPr>
            <p:cNvPr id="56" name="AutoShape 56">
              <a:extLst>
                <a:ext uri="{FF2B5EF4-FFF2-40B4-BE49-F238E27FC236}">
                  <a16:creationId xmlns:a16="http://schemas.microsoft.com/office/drawing/2014/main" id="{DB8B8992-9533-ADC1-3DC0-F3F402D5B7EA}"/>
                </a:ext>
              </a:extLst>
            </p:cNvPr>
            <p:cNvSpPr>
              <a:spLocks noChangeArrowheads="1"/>
            </p:cNvSpPr>
            <p:nvPr/>
          </p:nvSpPr>
          <p:spPr bwMode="auto">
            <a:xfrm>
              <a:off x="2092325" y="4884738"/>
              <a:ext cx="420688"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7" name="Oval 57">
              <a:extLst>
                <a:ext uri="{FF2B5EF4-FFF2-40B4-BE49-F238E27FC236}">
                  <a16:creationId xmlns:a16="http://schemas.microsoft.com/office/drawing/2014/main" id="{96CCA5C6-839E-D7CC-1DD4-5423D2670571}"/>
                </a:ext>
              </a:extLst>
            </p:cNvPr>
            <p:cNvSpPr>
              <a:spLocks noChangeArrowheads="1"/>
            </p:cNvSpPr>
            <p:nvPr/>
          </p:nvSpPr>
          <p:spPr bwMode="auto">
            <a:xfrm>
              <a:off x="2124075" y="46402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8" name="AutoShape 58">
              <a:extLst>
                <a:ext uri="{FF2B5EF4-FFF2-40B4-BE49-F238E27FC236}">
                  <a16:creationId xmlns:a16="http://schemas.microsoft.com/office/drawing/2014/main" id="{A09EDF18-0BBA-2426-D5C4-27BA9830B7F2}"/>
                </a:ext>
              </a:extLst>
            </p:cNvPr>
            <p:cNvSpPr>
              <a:spLocks noChangeArrowheads="1"/>
            </p:cNvSpPr>
            <p:nvPr/>
          </p:nvSpPr>
          <p:spPr bwMode="auto">
            <a:xfrm>
              <a:off x="2105025" y="4418013"/>
              <a:ext cx="341313" cy="34290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9" name="AutoShape 59">
              <a:extLst>
                <a:ext uri="{FF2B5EF4-FFF2-40B4-BE49-F238E27FC236}">
                  <a16:creationId xmlns:a16="http://schemas.microsoft.com/office/drawing/2014/main" id="{4B011220-EA11-D0EC-6BEC-EB92F30B5C27}"/>
                </a:ext>
              </a:extLst>
            </p:cNvPr>
            <p:cNvSpPr>
              <a:spLocks noChangeArrowheads="1"/>
            </p:cNvSpPr>
            <p:nvPr/>
          </p:nvSpPr>
          <p:spPr bwMode="auto">
            <a:xfrm>
              <a:off x="1558925" y="4884738"/>
              <a:ext cx="420688" cy="35560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0" name="Oval 60">
              <a:extLst>
                <a:ext uri="{FF2B5EF4-FFF2-40B4-BE49-F238E27FC236}">
                  <a16:creationId xmlns:a16="http://schemas.microsoft.com/office/drawing/2014/main" id="{47961068-1E00-3398-DF02-D3CCFA452EDD}"/>
                </a:ext>
              </a:extLst>
            </p:cNvPr>
            <p:cNvSpPr>
              <a:spLocks noChangeArrowheads="1"/>
            </p:cNvSpPr>
            <p:nvPr/>
          </p:nvSpPr>
          <p:spPr bwMode="auto">
            <a:xfrm>
              <a:off x="1590675" y="4640263"/>
              <a:ext cx="284163" cy="298450"/>
            </a:xfrm>
            <a:prstGeom prst="ellipse">
              <a:avLst/>
            </a:prstGeom>
            <a:solidFill>
              <a:schemeClr val="accent1"/>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1" name="AutoShape 61">
              <a:extLst>
                <a:ext uri="{FF2B5EF4-FFF2-40B4-BE49-F238E27FC236}">
                  <a16:creationId xmlns:a16="http://schemas.microsoft.com/office/drawing/2014/main" id="{C29852BA-CB37-9AE1-A345-34E260F41809}"/>
                </a:ext>
              </a:extLst>
            </p:cNvPr>
            <p:cNvSpPr>
              <a:spLocks noChangeArrowheads="1"/>
            </p:cNvSpPr>
            <p:nvPr/>
          </p:nvSpPr>
          <p:spPr bwMode="auto">
            <a:xfrm>
              <a:off x="1571625" y="4418013"/>
              <a:ext cx="341313" cy="342900"/>
            </a:xfrm>
            <a:prstGeom prst="triangle">
              <a:avLst>
                <a:gd name="adj" fmla="val 49995"/>
              </a:avLst>
            </a:prstGeom>
            <a:solidFill>
              <a:schemeClr val="tx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2" name="Rectangle 62">
              <a:extLst>
                <a:ext uri="{FF2B5EF4-FFF2-40B4-BE49-F238E27FC236}">
                  <a16:creationId xmlns:a16="http://schemas.microsoft.com/office/drawing/2014/main" id="{E4B72190-3534-6459-A4A7-07AC1C7ACFBD}"/>
                </a:ext>
              </a:extLst>
            </p:cNvPr>
            <p:cNvSpPr>
              <a:spLocks noChangeArrowheads="1"/>
            </p:cNvSpPr>
            <p:nvPr/>
          </p:nvSpPr>
          <p:spPr bwMode="auto">
            <a:xfrm>
              <a:off x="4271963" y="4943475"/>
              <a:ext cx="309562" cy="296863"/>
            </a:xfrm>
            <a:prstGeom prst="rect">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Rectangle 63">
              <a:extLst>
                <a:ext uri="{FF2B5EF4-FFF2-40B4-BE49-F238E27FC236}">
                  <a16:creationId xmlns:a16="http://schemas.microsoft.com/office/drawing/2014/main" id="{77869B3B-48C0-A9AF-29B1-6205416C8CAE}"/>
                </a:ext>
              </a:extLst>
            </p:cNvPr>
            <p:cNvSpPr>
              <a:spLocks noChangeArrowheads="1"/>
            </p:cNvSpPr>
            <p:nvPr/>
          </p:nvSpPr>
          <p:spPr bwMode="auto">
            <a:xfrm>
              <a:off x="4410075" y="4802188"/>
              <a:ext cx="309563" cy="136525"/>
            </a:xfrm>
            <a:prstGeom prst="rect">
              <a:avLst/>
            </a:prstGeom>
            <a:solidFill>
              <a:schemeClr val="accent4"/>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4" name="AutoShape 64">
              <a:extLst>
                <a:ext uri="{FF2B5EF4-FFF2-40B4-BE49-F238E27FC236}">
                  <a16:creationId xmlns:a16="http://schemas.microsoft.com/office/drawing/2014/main" id="{76A9F648-3D01-66CF-3706-773FC116D378}"/>
                </a:ext>
              </a:extLst>
            </p:cNvPr>
            <p:cNvSpPr>
              <a:spLocks noChangeArrowheads="1"/>
            </p:cNvSpPr>
            <p:nvPr/>
          </p:nvSpPr>
          <p:spPr bwMode="auto">
            <a:xfrm>
              <a:off x="5786438" y="4891088"/>
              <a:ext cx="420687" cy="349250"/>
            </a:xfrm>
            <a:prstGeom prst="cube">
              <a:avLst>
                <a:gd name="adj" fmla="val 24995"/>
              </a:avLst>
            </a:prstGeom>
            <a:solidFill>
              <a:schemeClr val="accent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5" name="Line 66">
              <a:extLst>
                <a:ext uri="{FF2B5EF4-FFF2-40B4-BE49-F238E27FC236}">
                  <a16:creationId xmlns:a16="http://schemas.microsoft.com/office/drawing/2014/main" id="{D0CE2B08-DB40-6FB0-C2E4-517A949969B6}"/>
                </a:ext>
              </a:extLst>
            </p:cNvPr>
            <p:cNvSpPr>
              <a:spLocks noChangeShapeType="1"/>
            </p:cNvSpPr>
            <p:nvPr/>
          </p:nvSpPr>
          <p:spPr bwMode="auto">
            <a:xfrm>
              <a:off x="3176588" y="48768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6" name="Line 67">
              <a:extLst>
                <a:ext uri="{FF2B5EF4-FFF2-40B4-BE49-F238E27FC236}">
                  <a16:creationId xmlns:a16="http://schemas.microsoft.com/office/drawing/2014/main" id="{E6FB518D-CFDC-7EB2-C693-BDA13EFB0E26}"/>
                </a:ext>
              </a:extLst>
            </p:cNvPr>
            <p:cNvSpPr>
              <a:spLocks noChangeShapeType="1"/>
            </p:cNvSpPr>
            <p:nvPr/>
          </p:nvSpPr>
          <p:spPr bwMode="auto">
            <a:xfrm>
              <a:off x="4902200" y="48641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7" name="Line 68">
              <a:extLst>
                <a:ext uri="{FF2B5EF4-FFF2-40B4-BE49-F238E27FC236}">
                  <a16:creationId xmlns:a16="http://schemas.microsoft.com/office/drawing/2014/main" id="{3B5D5562-C9B9-1261-F797-F1CA2370C1EF}"/>
                </a:ext>
              </a:extLst>
            </p:cNvPr>
            <p:cNvSpPr>
              <a:spLocks noChangeShapeType="1"/>
            </p:cNvSpPr>
            <p:nvPr/>
          </p:nvSpPr>
          <p:spPr bwMode="auto">
            <a:xfrm>
              <a:off x="6481763" y="48895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0002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Example of Cellular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4" name="Group 3">
            <a:extLst>
              <a:ext uri="{FF2B5EF4-FFF2-40B4-BE49-F238E27FC236}">
                <a16:creationId xmlns:a16="http://schemas.microsoft.com/office/drawing/2014/main" id="{B0EEBE2F-5F95-3EF5-D051-8B25F31A73BA}"/>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AC690B04-81AF-D2C3-F27C-1C7AA5FD1A7C}"/>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9770F439-2494-DC71-65A1-F02F0CF0A85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919EFA6-4773-E6D9-C05C-7B4A261CB80D}"/>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57BE19A-F51C-AA5A-9B66-8A9F7E88F1B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44F899E-3662-0BDE-AEB2-CDAA5CEB443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B0C63C61-1C16-E42B-E228-04E34C1C2CD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8DFC8F9E-8E76-6AB0-38C2-FA0B8DE54771}"/>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pic>
        <p:nvPicPr>
          <p:cNvPr id="13" name="Picture 17" descr="cell">
            <a:extLst>
              <a:ext uri="{FF2B5EF4-FFF2-40B4-BE49-F238E27FC236}">
                <a16:creationId xmlns:a16="http://schemas.microsoft.com/office/drawing/2014/main" id="{C5F1C5B6-4EB6-E0CF-98E8-CB0C7F9C4E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82149" y="1825625"/>
            <a:ext cx="6427702"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196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dirty="0"/>
              <a:t>Why Counterclockwise?</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Designed to pull with the right hand and then pass to the next process with the left hand</a:t>
            </a:r>
          </a:p>
          <a:p>
            <a:r>
              <a:rPr lang="en-US" dirty="0"/>
              <a:t>This method takes into account that the right hand is the dominant hand </a:t>
            </a:r>
            <a:br>
              <a:rPr lang="en-US" dirty="0"/>
            </a:br>
            <a:r>
              <a:rPr lang="en-US" dirty="0"/>
              <a:t>for most.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lstStyle/>
          <a:p>
            <a:pPr marL="0" indent="0">
              <a:buNone/>
            </a:pPr>
            <a:r>
              <a:rPr lang="en-US" dirty="0"/>
              <a:t>Cellular Flow is Typically Counterclockwise</a:t>
            </a:r>
          </a:p>
        </p:txBody>
      </p:sp>
      <p:grpSp>
        <p:nvGrpSpPr>
          <p:cNvPr id="5" name="Group 4">
            <a:extLst>
              <a:ext uri="{FF2B5EF4-FFF2-40B4-BE49-F238E27FC236}">
                <a16:creationId xmlns:a16="http://schemas.microsoft.com/office/drawing/2014/main" id="{8B5CBCD4-F7A9-2719-3C6B-D61CE1C6BDA1}"/>
              </a:ext>
            </a:extLst>
          </p:cNvPr>
          <p:cNvGrpSpPr/>
          <p:nvPr/>
        </p:nvGrpSpPr>
        <p:grpSpPr>
          <a:xfrm>
            <a:off x="838200" y="297639"/>
            <a:ext cx="4241800" cy="301303"/>
            <a:chOff x="838200" y="297639"/>
            <a:chExt cx="4241800" cy="301303"/>
          </a:xfrm>
        </p:grpSpPr>
        <p:grpSp>
          <p:nvGrpSpPr>
            <p:cNvPr id="25" name="Group 24">
              <a:extLst>
                <a:ext uri="{FF2B5EF4-FFF2-40B4-BE49-F238E27FC236}">
                  <a16:creationId xmlns:a16="http://schemas.microsoft.com/office/drawing/2014/main" id="{B825D53D-135A-6936-9CE6-C205A3E1BB7D}"/>
                </a:ext>
              </a:extLst>
            </p:cNvPr>
            <p:cNvGrpSpPr/>
            <p:nvPr/>
          </p:nvGrpSpPr>
          <p:grpSpPr>
            <a:xfrm>
              <a:off x="838200" y="297639"/>
              <a:ext cx="1373842" cy="290657"/>
              <a:chOff x="838200" y="297639"/>
              <a:chExt cx="1373842" cy="290657"/>
            </a:xfrm>
          </p:grpSpPr>
          <p:sp>
            <p:nvSpPr>
              <p:cNvPr id="28" name="AutoShape 9">
                <a:extLst>
                  <a:ext uri="{FF2B5EF4-FFF2-40B4-BE49-F238E27FC236}">
                    <a16:creationId xmlns:a16="http://schemas.microsoft.com/office/drawing/2014/main" id="{6663A044-5263-1252-670A-2DE25268615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796C251F-817C-85F3-6C04-ADA91EE92C84}"/>
                  </a:ext>
                </a:extLst>
              </p:cNvPr>
              <p:cNvGrpSpPr/>
              <p:nvPr/>
            </p:nvGrpSpPr>
            <p:grpSpPr>
              <a:xfrm>
                <a:off x="838200" y="297639"/>
                <a:ext cx="1060167" cy="290657"/>
                <a:chOff x="826426" y="4041857"/>
                <a:chExt cx="1060167" cy="290657"/>
              </a:xfrm>
            </p:grpSpPr>
            <p:sp>
              <p:nvSpPr>
                <p:cNvPr id="30" name="AutoShape 9">
                  <a:extLst>
                    <a:ext uri="{FF2B5EF4-FFF2-40B4-BE49-F238E27FC236}">
                      <a16:creationId xmlns:a16="http://schemas.microsoft.com/office/drawing/2014/main" id="{5B392661-5D3A-D7FD-9BC6-85D9B8CB03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1">
                  <a:extLst>
                    <a:ext uri="{FF2B5EF4-FFF2-40B4-BE49-F238E27FC236}">
                      <a16:creationId xmlns:a16="http://schemas.microsoft.com/office/drawing/2014/main" id="{3DDA33E7-EF90-36AD-E619-905428D5C31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28964422-72A7-2A21-F3FC-7772C80B92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6" name="TextBox 25">
              <a:extLst>
                <a:ext uri="{FF2B5EF4-FFF2-40B4-BE49-F238E27FC236}">
                  <a16:creationId xmlns:a16="http://schemas.microsoft.com/office/drawing/2014/main" id="{6771586D-AB2C-3CB3-D3EF-80370F08CC5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pic>
        <p:nvPicPr>
          <p:cNvPr id="7" name="Picture 7" descr="bigstockphoto_Traffic_Circle_Ahead_1023056">
            <a:extLst>
              <a:ext uri="{FF2B5EF4-FFF2-40B4-BE49-F238E27FC236}">
                <a16:creationId xmlns:a16="http://schemas.microsoft.com/office/drawing/2014/main" id="{360E685E-5C28-C4D0-2EB0-C39040D4E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225" y="2787121"/>
            <a:ext cx="2994025"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7">
            <a:extLst>
              <a:ext uri="{FF2B5EF4-FFF2-40B4-BE49-F238E27FC236}">
                <a16:creationId xmlns:a16="http://schemas.microsoft.com/office/drawing/2014/main" id="{8BD74C69-4454-C9F3-5F10-D5F4944691D5}"/>
              </a:ext>
            </a:extLst>
          </p:cNvPr>
          <p:cNvSpPr txBox="1">
            <a:spLocks noChangeArrowheads="1"/>
          </p:cNvSpPr>
          <p:nvPr/>
        </p:nvSpPr>
        <p:spPr bwMode="auto">
          <a:xfrm>
            <a:off x="427038" y="5940425"/>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1522855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47E0-EACE-8A1F-33DB-4B9B87390931}"/>
              </a:ext>
            </a:extLst>
          </p:cNvPr>
          <p:cNvSpPr>
            <a:spLocks noGrp="1"/>
          </p:cNvSpPr>
          <p:nvPr>
            <p:ph type="title"/>
          </p:nvPr>
        </p:nvSpPr>
        <p:spPr/>
        <p:txBody>
          <a:bodyPr/>
          <a:lstStyle/>
          <a:p>
            <a:r>
              <a:rPr lang="en-US" dirty="0"/>
              <a:t>Machines in Close Proximity</a:t>
            </a:r>
          </a:p>
        </p:txBody>
      </p:sp>
      <p:grpSp>
        <p:nvGrpSpPr>
          <p:cNvPr id="5" name="Group 4">
            <a:extLst>
              <a:ext uri="{FF2B5EF4-FFF2-40B4-BE49-F238E27FC236}">
                <a16:creationId xmlns:a16="http://schemas.microsoft.com/office/drawing/2014/main" id="{B7652A2B-23AB-126A-4CF8-333228D55EB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22F7780D-2979-E2A3-ED36-045FB42FB309}"/>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FD71BBBB-B6B0-0F7C-C86F-FD98EC48B71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3C62BB8-580F-EF62-C8F2-3528B63ACFD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5FFDFCA-8CF1-25EC-EC20-98B54C95349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94019AC-E480-40CB-3001-175BE4DF67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17F3A5-4836-E9CE-4C6D-7DB7BF26B1E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6A51BB81-B3EF-AB80-1B90-6BF35778146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86" name="Group 85">
            <a:extLst>
              <a:ext uri="{FF2B5EF4-FFF2-40B4-BE49-F238E27FC236}">
                <a16:creationId xmlns:a16="http://schemas.microsoft.com/office/drawing/2014/main" id="{B73970D1-431C-1105-8424-A9F22A6F857D}"/>
              </a:ext>
            </a:extLst>
          </p:cNvPr>
          <p:cNvGrpSpPr/>
          <p:nvPr/>
        </p:nvGrpSpPr>
        <p:grpSpPr>
          <a:xfrm>
            <a:off x="2048669" y="1848912"/>
            <a:ext cx="8094663" cy="4745038"/>
            <a:chOff x="517525" y="1476375"/>
            <a:chExt cx="8094663" cy="4745038"/>
          </a:xfrm>
        </p:grpSpPr>
        <p:sp>
          <p:nvSpPr>
            <p:cNvPr id="3" name="Rectangle 3">
              <a:extLst>
                <a:ext uri="{FF2B5EF4-FFF2-40B4-BE49-F238E27FC236}">
                  <a16:creationId xmlns:a16="http://schemas.microsoft.com/office/drawing/2014/main" id="{346ACF7E-F3BA-CCA0-A172-396D6626EA3F}"/>
                </a:ext>
              </a:extLst>
            </p:cNvPr>
            <p:cNvSpPr>
              <a:spLocks noChangeArrowheads="1"/>
            </p:cNvSpPr>
            <p:nvPr/>
          </p:nvSpPr>
          <p:spPr bwMode="auto">
            <a:xfrm>
              <a:off x="2133600" y="2776538"/>
              <a:ext cx="1219200" cy="349250"/>
            </a:xfrm>
            <a:prstGeom prst="rect">
              <a:avLst/>
            </a:prstGeom>
            <a:solidFill>
              <a:schemeClr val="bg1"/>
            </a:solidFill>
            <a:ln w="12700">
              <a:solidFill>
                <a:schemeClr val="bg1"/>
              </a:solidFill>
              <a:miter lim="800000"/>
              <a:headEnd/>
              <a:tailEnd/>
            </a:ln>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dirty="0">
                  <a:solidFill>
                    <a:schemeClr val="accent1"/>
                  </a:solidFill>
                  <a:latin typeface="Roboto" panose="02000000000000000000" pitchFamily="2" charset="0"/>
                  <a:ea typeface="Roboto" panose="02000000000000000000" pitchFamily="2" charset="0"/>
                </a:rPr>
                <a:t>25</a:t>
              </a:r>
              <a:r>
                <a:rPr lang="ja-JP" altLang="en-US" sz="1600" dirty="0">
                  <a:solidFill>
                    <a:schemeClr val="accent1"/>
                  </a:solidFill>
                  <a:latin typeface="Roboto" panose="02000000000000000000" pitchFamily="2" charset="0"/>
                </a:rPr>
                <a:t>’</a:t>
              </a:r>
              <a:endParaRPr lang="en-US" altLang="en-US" sz="1600" dirty="0">
                <a:solidFill>
                  <a:schemeClr val="accent1"/>
                </a:solidFill>
                <a:latin typeface="Roboto" panose="02000000000000000000" pitchFamily="2" charset="0"/>
                <a:ea typeface="Roboto" panose="02000000000000000000" pitchFamily="2" charset="0"/>
              </a:endParaRPr>
            </a:p>
          </p:txBody>
        </p:sp>
        <p:sp>
          <p:nvSpPr>
            <p:cNvPr id="4" name="Rectangle 4">
              <a:extLst>
                <a:ext uri="{FF2B5EF4-FFF2-40B4-BE49-F238E27FC236}">
                  <a16:creationId xmlns:a16="http://schemas.microsoft.com/office/drawing/2014/main" id="{2609206C-DC81-DCB0-E991-C1B76A15601D}"/>
                </a:ext>
              </a:extLst>
            </p:cNvPr>
            <p:cNvSpPr>
              <a:spLocks noChangeArrowheads="1"/>
            </p:cNvSpPr>
            <p:nvPr/>
          </p:nvSpPr>
          <p:spPr bwMode="auto">
            <a:xfrm>
              <a:off x="4821238" y="2790825"/>
              <a:ext cx="30178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dirty="0">
                  <a:solidFill>
                    <a:schemeClr val="accent1"/>
                  </a:solidFill>
                  <a:latin typeface="Roboto" panose="02000000000000000000" pitchFamily="2" charset="0"/>
                  <a:ea typeface="Roboto" panose="02000000000000000000" pitchFamily="2" charset="0"/>
                </a:rPr>
                <a:t>15</a:t>
              </a:r>
              <a:r>
                <a:rPr lang="ja-JP" altLang="en-US" sz="1600" dirty="0">
                  <a:solidFill>
                    <a:schemeClr val="accent1"/>
                  </a:solidFill>
                  <a:latin typeface="Roboto" panose="02000000000000000000" pitchFamily="2" charset="0"/>
                </a:rPr>
                <a:t>’</a:t>
              </a:r>
              <a:endParaRPr lang="en-US" altLang="en-US" sz="1600" dirty="0">
                <a:solidFill>
                  <a:schemeClr val="accent1"/>
                </a:solidFill>
                <a:latin typeface="Roboto" panose="02000000000000000000" pitchFamily="2" charset="0"/>
                <a:ea typeface="Roboto" panose="02000000000000000000" pitchFamily="2" charset="0"/>
              </a:endParaRPr>
            </a:p>
          </p:txBody>
        </p:sp>
        <p:sp>
          <p:nvSpPr>
            <p:cNvPr id="69" name="Line 5">
              <a:extLst>
                <a:ext uri="{FF2B5EF4-FFF2-40B4-BE49-F238E27FC236}">
                  <a16:creationId xmlns:a16="http://schemas.microsoft.com/office/drawing/2014/main" id="{D5F0117F-2A3A-CE6C-CB64-B74596639691}"/>
                </a:ext>
              </a:extLst>
            </p:cNvPr>
            <p:cNvSpPr>
              <a:spLocks noChangeShapeType="1"/>
            </p:cNvSpPr>
            <p:nvPr/>
          </p:nvSpPr>
          <p:spPr bwMode="auto">
            <a:xfrm>
              <a:off x="1592263" y="2790825"/>
              <a:ext cx="2901950" cy="0"/>
            </a:xfrm>
            <a:prstGeom prst="line">
              <a:avLst/>
            </a:prstGeom>
            <a:noFill/>
            <a:ln w="50800">
              <a:solidFill>
                <a:schemeClr val="accent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solidFill>
                  <a:schemeClr val="accent1"/>
                </a:solidFill>
                <a:latin typeface="Roboto" panose="02000000000000000000" pitchFamily="2" charset="0"/>
                <a:ea typeface="Roboto" panose="02000000000000000000" pitchFamily="2" charset="0"/>
              </a:endParaRPr>
            </a:p>
          </p:txBody>
        </p:sp>
        <p:sp>
          <p:nvSpPr>
            <p:cNvPr id="70" name="Line 6">
              <a:extLst>
                <a:ext uri="{FF2B5EF4-FFF2-40B4-BE49-F238E27FC236}">
                  <a16:creationId xmlns:a16="http://schemas.microsoft.com/office/drawing/2014/main" id="{5A3BB759-13E8-5DD6-7A8B-6EE8FB33F78F}"/>
                </a:ext>
              </a:extLst>
            </p:cNvPr>
            <p:cNvSpPr>
              <a:spLocks noChangeShapeType="1"/>
            </p:cNvSpPr>
            <p:nvPr/>
          </p:nvSpPr>
          <p:spPr bwMode="auto">
            <a:xfrm>
              <a:off x="4673600" y="2790825"/>
              <a:ext cx="2768600" cy="0"/>
            </a:xfrm>
            <a:prstGeom prst="line">
              <a:avLst/>
            </a:prstGeom>
            <a:noFill/>
            <a:ln w="50800">
              <a:solidFill>
                <a:schemeClr val="accent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solidFill>
                  <a:schemeClr val="accent1"/>
                </a:solidFill>
                <a:latin typeface="Roboto" panose="02000000000000000000" pitchFamily="2" charset="0"/>
                <a:ea typeface="Roboto" panose="02000000000000000000" pitchFamily="2" charset="0"/>
              </a:endParaRPr>
            </a:p>
          </p:txBody>
        </p:sp>
        <p:sp>
          <p:nvSpPr>
            <p:cNvPr id="71" name="Rectangle 7">
              <a:extLst>
                <a:ext uri="{FF2B5EF4-FFF2-40B4-BE49-F238E27FC236}">
                  <a16:creationId xmlns:a16="http://schemas.microsoft.com/office/drawing/2014/main" id="{226524E8-CDF5-4BF3-71E5-F52DFBE1C9E0}"/>
                </a:ext>
              </a:extLst>
            </p:cNvPr>
            <p:cNvSpPr>
              <a:spLocks noChangeArrowheads="1"/>
            </p:cNvSpPr>
            <p:nvPr/>
          </p:nvSpPr>
          <p:spPr bwMode="auto">
            <a:xfrm>
              <a:off x="4165600" y="3275013"/>
              <a:ext cx="2946400" cy="298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b="0">
                  <a:solidFill>
                    <a:schemeClr val="tx1"/>
                  </a:solidFill>
                  <a:latin typeface="Roboto" panose="02000000000000000000" pitchFamily="2" charset="0"/>
                  <a:ea typeface="Roboto" panose="02000000000000000000" pitchFamily="2" charset="0"/>
                </a:rPr>
                <a:t>215 Pieces</a:t>
              </a:r>
            </a:p>
          </p:txBody>
        </p:sp>
        <p:sp>
          <p:nvSpPr>
            <p:cNvPr id="72" name="Rectangle 8">
              <a:extLst>
                <a:ext uri="{FF2B5EF4-FFF2-40B4-BE49-F238E27FC236}">
                  <a16:creationId xmlns:a16="http://schemas.microsoft.com/office/drawing/2014/main" id="{296C42A9-B187-7C6C-70DB-33EC7435593A}"/>
                </a:ext>
              </a:extLst>
            </p:cNvPr>
            <p:cNvSpPr>
              <a:spLocks noChangeArrowheads="1"/>
            </p:cNvSpPr>
            <p:nvPr/>
          </p:nvSpPr>
          <p:spPr bwMode="auto">
            <a:xfrm>
              <a:off x="919163" y="1476375"/>
              <a:ext cx="731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rPr>
                <a:t>Operator runs 3 machines to produce a part</a:t>
              </a:r>
            </a:p>
          </p:txBody>
        </p:sp>
        <p:sp>
          <p:nvSpPr>
            <p:cNvPr id="73" name="Rectangle 9">
              <a:extLst>
                <a:ext uri="{FF2B5EF4-FFF2-40B4-BE49-F238E27FC236}">
                  <a16:creationId xmlns:a16="http://schemas.microsoft.com/office/drawing/2014/main" id="{94D27178-806B-9448-7A2C-57BDAA742D6A}"/>
                </a:ext>
              </a:extLst>
            </p:cNvPr>
            <p:cNvSpPr>
              <a:spLocks noChangeArrowheads="1"/>
            </p:cNvSpPr>
            <p:nvPr/>
          </p:nvSpPr>
          <p:spPr bwMode="auto">
            <a:xfrm>
              <a:off x="2057400" y="3317875"/>
              <a:ext cx="6126163"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rPr>
                <a:t>Daily Production 		     ___________</a:t>
              </a:r>
            </a:p>
            <a:p>
              <a:pPr algn="l">
                <a:lnSpc>
                  <a:spcPct val="100000"/>
                </a:lnSpc>
                <a:spcBef>
                  <a:spcPct val="50000"/>
                </a:spcBef>
              </a:pPr>
              <a:endParaRPr lang="en-US" altLang="en-US" sz="1600" dirty="0">
                <a:solidFill>
                  <a:schemeClr val="tx1"/>
                </a:solidFill>
                <a:latin typeface="Roboto" panose="02000000000000000000" pitchFamily="2" charset="0"/>
                <a:ea typeface="Roboto" panose="02000000000000000000" pitchFamily="2" charset="0"/>
              </a:endParaRPr>
            </a:p>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rPr>
                <a:t>Feet per shift		___ _________</a:t>
              </a:r>
            </a:p>
            <a:p>
              <a:pPr algn="l">
                <a:lnSpc>
                  <a:spcPct val="100000"/>
                </a:lnSpc>
                <a:spcBef>
                  <a:spcPct val="50000"/>
                </a:spcBef>
              </a:pPr>
              <a:endParaRPr lang="en-US" altLang="en-US" sz="1600" dirty="0">
                <a:solidFill>
                  <a:schemeClr val="tx1"/>
                </a:solidFill>
                <a:latin typeface="Roboto" panose="02000000000000000000" pitchFamily="2" charset="0"/>
                <a:ea typeface="Roboto" panose="02000000000000000000" pitchFamily="2" charset="0"/>
              </a:endParaRPr>
            </a:p>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rPr>
                <a:t>Feet Per (240 days) year 	____________</a:t>
              </a:r>
            </a:p>
            <a:p>
              <a:pPr algn="l">
                <a:lnSpc>
                  <a:spcPct val="100000"/>
                </a:lnSpc>
                <a:spcBef>
                  <a:spcPct val="50000"/>
                </a:spcBef>
              </a:pPr>
              <a:endParaRPr lang="en-US" altLang="en-US" sz="1600" dirty="0">
                <a:solidFill>
                  <a:schemeClr val="tx1"/>
                </a:solidFill>
                <a:latin typeface="Roboto" panose="02000000000000000000" pitchFamily="2" charset="0"/>
                <a:ea typeface="Roboto" panose="02000000000000000000" pitchFamily="2" charset="0"/>
              </a:endParaRPr>
            </a:p>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rPr>
                <a:t>Miles (5280 ft.) per year	____________</a:t>
              </a:r>
            </a:p>
            <a:p>
              <a:pPr algn="l">
                <a:lnSpc>
                  <a:spcPct val="100000"/>
                </a:lnSpc>
                <a:spcBef>
                  <a:spcPct val="50000"/>
                </a:spcBef>
              </a:pPr>
              <a:endParaRPr lang="en-US" altLang="en-US" sz="1600" dirty="0">
                <a:solidFill>
                  <a:schemeClr val="tx1"/>
                </a:solidFill>
                <a:latin typeface="Roboto" panose="02000000000000000000" pitchFamily="2" charset="0"/>
                <a:ea typeface="Roboto" panose="02000000000000000000" pitchFamily="2" charset="0"/>
              </a:endParaRPr>
            </a:p>
          </p:txBody>
        </p:sp>
        <p:grpSp>
          <p:nvGrpSpPr>
            <p:cNvPr id="74" name="Group 10">
              <a:extLst>
                <a:ext uri="{FF2B5EF4-FFF2-40B4-BE49-F238E27FC236}">
                  <a16:creationId xmlns:a16="http://schemas.microsoft.com/office/drawing/2014/main" id="{D8464174-C53D-AFA2-4899-D3B9386D6284}"/>
                </a:ext>
              </a:extLst>
            </p:cNvPr>
            <p:cNvGrpSpPr>
              <a:grpSpLocks/>
            </p:cNvGrpSpPr>
            <p:nvPr/>
          </p:nvGrpSpPr>
          <p:grpSpPr bwMode="auto">
            <a:xfrm>
              <a:off x="517525" y="1933575"/>
              <a:ext cx="2032000" cy="857250"/>
              <a:chOff x="96" y="1584"/>
              <a:chExt cx="960" cy="720"/>
            </a:xfrm>
          </p:grpSpPr>
          <p:sp>
            <p:nvSpPr>
              <p:cNvPr id="75" name="Rectangle 11">
                <a:extLst>
                  <a:ext uri="{FF2B5EF4-FFF2-40B4-BE49-F238E27FC236}">
                    <a16:creationId xmlns:a16="http://schemas.microsoft.com/office/drawing/2014/main" id="{E715202B-3D4D-7755-5A88-B27A7B6640EE}"/>
                  </a:ext>
                </a:extLst>
              </p:cNvPr>
              <p:cNvSpPr>
                <a:spLocks noChangeArrowheads="1"/>
              </p:cNvSpPr>
              <p:nvPr/>
            </p:nvSpPr>
            <p:spPr bwMode="auto">
              <a:xfrm>
                <a:off x="96" y="1584"/>
                <a:ext cx="960" cy="524"/>
              </a:xfrm>
              <a:prstGeom prst="rect">
                <a:avLst/>
              </a:prstGeom>
              <a:solidFill>
                <a:schemeClr val="bg1"/>
              </a:solidFill>
              <a:ln w="25400">
                <a:solidFill>
                  <a:schemeClr val="tx1"/>
                </a:solidFill>
                <a:miter lim="800000"/>
                <a:headEnd/>
                <a:tailEnd/>
              </a:ln>
              <a:effectLst>
                <a:outerShdw blurRad="63500" dist="107763" dir="2700000" algn="ctr" rotWithShape="0">
                  <a:schemeClr val="accent3">
                    <a:alpha val="75000"/>
                  </a:schemeClr>
                </a:outerShdw>
              </a:effectLst>
            </p:spPr>
            <p:txBody>
              <a:bodyPr anchor="ctr"/>
              <a:lstStyle/>
              <a:p>
                <a:pPr algn="ctr">
                  <a:defRPr/>
                </a:pPr>
                <a:r>
                  <a:rPr lang="en-US" sz="1600">
                    <a:solidFill>
                      <a:schemeClr val="tx1"/>
                    </a:solidFill>
                    <a:latin typeface="Roboto" panose="02000000000000000000" pitchFamily="2" charset="0"/>
                    <a:ea typeface="Roboto" panose="02000000000000000000" pitchFamily="2" charset="0"/>
                  </a:rPr>
                  <a:t>Shear</a:t>
                </a:r>
              </a:p>
            </p:txBody>
          </p:sp>
          <p:sp>
            <p:nvSpPr>
              <p:cNvPr id="76" name="Line 12">
                <a:extLst>
                  <a:ext uri="{FF2B5EF4-FFF2-40B4-BE49-F238E27FC236}">
                    <a16:creationId xmlns:a16="http://schemas.microsoft.com/office/drawing/2014/main" id="{2F949B86-A2E2-720A-DE7D-74E7F3692E22}"/>
                  </a:ext>
                </a:extLst>
              </p:cNvPr>
              <p:cNvSpPr>
                <a:spLocks noChangeShapeType="1"/>
              </p:cNvSpPr>
              <p:nvPr/>
            </p:nvSpPr>
            <p:spPr bwMode="auto">
              <a:xfrm>
                <a:off x="576" y="2116"/>
                <a:ext cx="0" cy="188"/>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77" name="Group 13">
              <a:extLst>
                <a:ext uri="{FF2B5EF4-FFF2-40B4-BE49-F238E27FC236}">
                  <a16:creationId xmlns:a16="http://schemas.microsoft.com/office/drawing/2014/main" id="{62AD20BB-1126-D095-7FED-8E5CBB7BE4F8}"/>
                </a:ext>
              </a:extLst>
            </p:cNvPr>
            <p:cNvGrpSpPr>
              <a:grpSpLocks/>
            </p:cNvGrpSpPr>
            <p:nvPr/>
          </p:nvGrpSpPr>
          <p:grpSpPr bwMode="auto">
            <a:xfrm>
              <a:off x="3554413" y="1933575"/>
              <a:ext cx="2033587" cy="854075"/>
              <a:chOff x="1728" y="1584"/>
              <a:chExt cx="961" cy="717"/>
            </a:xfrm>
          </p:grpSpPr>
          <p:sp>
            <p:nvSpPr>
              <p:cNvPr id="78" name="Rectangle 14">
                <a:extLst>
                  <a:ext uri="{FF2B5EF4-FFF2-40B4-BE49-F238E27FC236}">
                    <a16:creationId xmlns:a16="http://schemas.microsoft.com/office/drawing/2014/main" id="{76B795C0-9BDE-0AFA-C4BE-48F82CA63166}"/>
                  </a:ext>
                </a:extLst>
              </p:cNvPr>
              <p:cNvSpPr>
                <a:spLocks noChangeArrowheads="1"/>
              </p:cNvSpPr>
              <p:nvPr/>
            </p:nvSpPr>
            <p:spPr bwMode="auto">
              <a:xfrm>
                <a:off x="1728" y="1584"/>
                <a:ext cx="961" cy="524"/>
              </a:xfrm>
              <a:prstGeom prst="rect">
                <a:avLst/>
              </a:prstGeom>
              <a:solidFill>
                <a:schemeClr val="bg1"/>
              </a:solidFill>
              <a:ln w="25400">
                <a:solidFill>
                  <a:schemeClr val="tx1"/>
                </a:solidFill>
                <a:miter lim="800000"/>
                <a:headEnd/>
                <a:tailEnd/>
              </a:ln>
              <a:effectLst>
                <a:outerShdw blurRad="63500" dist="107763" dir="2700000" algn="ctr" rotWithShape="0">
                  <a:schemeClr val="accent3">
                    <a:alpha val="75000"/>
                  </a:schemeClr>
                </a:outerShdw>
              </a:effectLst>
            </p:spPr>
            <p:txBody>
              <a:bodyPr anchor="ctr"/>
              <a:lstStyle/>
              <a:p>
                <a:pPr algn="ctr">
                  <a:defRPr/>
                </a:pPr>
                <a:r>
                  <a:rPr lang="en-US" sz="1600" dirty="0">
                    <a:solidFill>
                      <a:schemeClr val="tx1"/>
                    </a:solidFill>
                    <a:latin typeface="Roboto" panose="02000000000000000000" pitchFamily="2" charset="0"/>
                    <a:ea typeface="Roboto" panose="02000000000000000000" pitchFamily="2" charset="0"/>
                  </a:rPr>
                  <a:t>Punch</a:t>
                </a:r>
              </a:p>
            </p:txBody>
          </p:sp>
          <p:sp>
            <p:nvSpPr>
              <p:cNvPr id="79" name="Line 15">
                <a:extLst>
                  <a:ext uri="{FF2B5EF4-FFF2-40B4-BE49-F238E27FC236}">
                    <a16:creationId xmlns:a16="http://schemas.microsoft.com/office/drawing/2014/main" id="{AFE0AAED-EB9D-3B2E-B26E-D7FA6670CEBB}"/>
                  </a:ext>
                </a:extLst>
              </p:cNvPr>
              <p:cNvSpPr>
                <a:spLocks noChangeShapeType="1"/>
              </p:cNvSpPr>
              <p:nvPr/>
            </p:nvSpPr>
            <p:spPr bwMode="auto">
              <a:xfrm>
                <a:off x="2209" y="2112"/>
                <a:ext cx="0" cy="189"/>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80" name="Group 16">
              <a:extLst>
                <a:ext uri="{FF2B5EF4-FFF2-40B4-BE49-F238E27FC236}">
                  <a16:creationId xmlns:a16="http://schemas.microsoft.com/office/drawing/2014/main" id="{612926C9-762C-DDCB-71FD-226C87FFD800}"/>
                </a:ext>
              </a:extLst>
            </p:cNvPr>
            <p:cNvGrpSpPr>
              <a:grpSpLocks/>
            </p:cNvGrpSpPr>
            <p:nvPr/>
          </p:nvGrpSpPr>
          <p:grpSpPr bwMode="auto">
            <a:xfrm>
              <a:off x="6580188" y="1933575"/>
              <a:ext cx="2032000" cy="852488"/>
              <a:chOff x="3264" y="1584"/>
              <a:chExt cx="960" cy="716"/>
            </a:xfrm>
          </p:grpSpPr>
          <p:sp>
            <p:nvSpPr>
              <p:cNvPr id="81" name="Rectangle 17">
                <a:extLst>
                  <a:ext uri="{FF2B5EF4-FFF2-40B4-BE49-F238E27FC236}">
                    <a16:creationId xmlns:a16="http://schemas.microsoft.com/office/drawing/2014/main" id="{C9E10B99-800F-0F97-43B6-EC586BA38D45}"/>
                  </a:ext>
                </a:extLst>
              </p:cNvPr>
              <p:cNvSpPr>
                <a:spLocks noChangeArrowheads="1"/>
              </p:cNvSpPr>
              <p:nvPr/>
            </p:nvSpPr>
            <p:spPr bwMode="auto">
              <a:xfrm>
                <a:off x="3264" y="1584"/>
                <a:ext cx="960" cy="524"/>
              </a:xfrm>
              <a:prstGeom prst="rect">
                <a:avLst/>
              </a:prstGeom>
              <a:solidFill>
                <a:schemeClr val="bg1"/>
              </a:solidFill>
              <a:ln w="25400">
                <a:solidFill>
                  <a:schemeClr val="tx1"/>
                </a:solidFill>
                <a:miter lim="800000"/>
                <a:headEnd/>
                <a:tailEnd/>
              </a:ln>
              <a:effectLst>
                <a:outerShdw blurRad="63500" dist="107763" dir="2700000" algn="ctr" rotWithShape="0">
                  <a:schemeClr val="accent3">
                    <a:alpha val="75000"/>
                  </a:schemeClr>
                </a:outerShdw>
              </a:effectLst>
            </p:spPr>
            <p:txBody>
              <a:bodyPr anchor="ctr"/>
              <a:lstStyle/>
              <a:p>
                <a:pPr algn="ctr">
                  <a:defRPr/>
                </a:pPr>
                <a:r>
                  <a:rPr lang="en-US" sz="1600">
                    <a:solidFill>
                      <a:schemeClr val="tx1"/>
                    </a:solidFill>
                    <a:latin typeface="Roboto" panose="02000000000000000000" pitchFamily="2" charset="0"/>
                    <a:ea typeface="Roboto" panose="02000000000000000000" pitchFamily="2" charset="0"/>
                  </a:rPr>
                  <a:t>Lathe</a:t>
                </a:r>
              </a:p>
            </p:txBody>
          </p:sp>
          <p:sp>
            <p:nvSpPr>
              <p:cNvPr id="82" name="Line 18">
                <a:extLst>
                  <a:ext uri="{FF2B5EF4-FFF2-40B4-BE49-F238E27FC236}">
                    <a16:creationId xmlns:a16="http://schemas.microsoft.com/office/drawing/2014/main" id="{EC431E46-A796-8205-2D43-5F2EF99C57D4}"/>
                  </a:ext>
                </a:extLst>
              </p:cNvPr>
              <p:cNvSpPr>
                <a:spLocks noChangeShapeType="1"/>
              </p:cNvSpPr>
              <p:nvPr/>
            </p:nvSpPr>
            <p:spPr bwMode="auto">
              <a:xfrm>
                <a:off x="3744" y="2112"/>
                <a:ext cx="0" cy="188"/>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83" name="Rectangle 19">
              <a:extLst>
                <a:ext uri="{FF2B5EF4-FFF2-40B4-BE49-F238E27FC236}">
                  <a16:creationId xmlns:a16="http://schemas.microsoft.com/office/drawing/2014/main" id="{D7006E23-C764-715F-5034-30F82C082B9D}"/>
                </a:ext>
              </a:extLst>
            </p:cNvPr>
            <p:cNvSpPr>
              <a:spLocks noChangeArrowheads="1"/>
            </p:cNvSpPr>
            <p:nvPr/>
          </p:nvSpPr>
          <p:spPr bwMode="auto">
            <a:xfrm>
              <a:off x="4148138" y="3987800"/>
              <a:ext cx="29464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b="0">
                  <a:solidFill>
                    <a:schemeClr val="tx1"/>
                  </a:solidFill>
                  <a:latin typeface="Roboto" panose="02000000000000000000" pitchFamily="2" charset="0"/>
                  <a:ea typeface="Roboto" panose="02000000000000000000" pitchFamily="2" charset="0"/>
                </a:rPr>
                <a:t>17,200</a:t>
              </a:r>
            </a:p>
          </p:txBody>
        </p:sp>
        <p:sp>
          <p:nvSpPr>
            <p:cNvPr id="84" name="Rectangle 20">
              <a:extLst>
                <a:ext uri="{FF2B5EF4-FFF2-40B4-BE49-F238E27FC236}">
                  <a16:creationId xmlns:a16="http://schemas.microsoft.com/office/drawing/2014/main" id="{33FC6B6B-998B-9A15-BA82-93AE4D15E754}"/>
                </a:ext>
              </a:extLst>
            </p:cNvPr>
            <p:cNvSpPr>
              <a:spLocks noChangeArrowheads="1"/>
            </p:cNvSpPr>
            <p:nvPr/>
          </p:nvSpPr>
          <p:spPr bwMode="auto">
            <a:xfrm>
              <a:off x="4757738" y="4749800"/>
              <a:ext cx="1981200" cy="298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b="0">
                  <a:solidFill>
                    <a:schemeClr val="tx1"/>
                  </a:solidFill>
                  <a:latin typeface="Roboto" panose="02000000000000000000" pitchFamily="2" charset="0"/>
                  <a:ea typeface="Roboto" panose="02000000000000000000" pitchFamily="2" charset="0"/>
                </a:rPr>
                <a:t>4,128,000</a:t>
              </a:r>
            </a:p>
          </p:txBody>
        </p:sp>
        <p:sp>
          <p:nvSpPr>
            <p:cNvPr id="85" name="Rectangle 21">
              <a:extLst>
                <a:ext uri="{FF2B5EF4-FFF2-40B4-BE49-F238E27FC236}">
                  <a16:creationId xmlns:a16="http://schemas.microsoft.com/office/drawing/2014/main" id="{DAAEB086-8039-2056-48E8-9C25AB323402}"/>
                </a:ext>
              </a:extLst>
            </p:cNvPr>
            <p:cNvSpPr>
              <a:spLocks noChangeArrowheads="1"/>
            </p:cNvSpPr>
            <p:nvPr/>
          </p:nvSpPr>
          <p:spPr bwMode="auto">
            <a:xfrm>
              <a:off x="4643438" y="5364163"/>
              <a:ext cx="1981200"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b="0">
                  <a:solidFill>
                    <a:schemeClr val="tx1"/>
                  </a:solidFill>
                  <a:latin typeface="Roboto" panose="02000000000000000000" pitchFamily="2" charset="0"/>
                  <a:ea typeface="Roboto" panose="02000000000000000000" pitchFamily="2" charset="0"/>
                </a:rPr>
                <a:t>782</a:t>
              </a:r>
            </a:p>
          </p:txBody>
        </p:sp>
      </p:grpSp>
    </p:spTree>
    <p:extLst>
      <p:ext uri="{BB962C8B-B14F-4D97-AF65-F5344CB8AC3E}">
        <p14:creationId xmlns:p14="http://schemas.microsoft.com/office/powerpoint/2010/main" val="2753642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dirty="0"/>
              <a:t>Cellular Flow</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Operator and part follow the same sequence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lstStyle/>
          <a:p>
            <a:pPr marL="0" indent="0">
              <a:buNone/>
            </a:pPr>
            <a:r>
              <a:rPr lang="en-US" dirty="0"/>
              <a:t>Operator Flow vs. Part Flow</a:t>
            </a:r>
          </a:p>
        </p:txBody>
      </p:sp>
      <p:grpSp>
        <p:nvGrpSpPr>
          <p:cNvPr id="5" name="Group 4">
            <a:extLst>
              <a:ext uri="{FF2B5EF4-FFF2-40B4-BE49-F238E27FC236}">
                <a16:creationId xmlns:a16="http://schemas.microsoft.com/office/drawing/2014/main" id="{8B5CBCD4-F7A9-2719-3C6B-D61CE1C6BDA1}"/>
              </a:ext>
            </a:extLst>
          </p:cNvPr>
          <p:cNvGrpSpPr/>
          <p:nvPr/>
        </p:nvGrpSpPr>
        <p:grpSpPr>
          <a:xfrm>
            <a:off x="838200" y="297639"/>
            <a:ext cx="4241800" cy="301303"/>
            <a:chOff x="838200" y="297639"/>
            <a:chExt cx="4241800" cy="301303"/>
          </a:xfrm>
        </p:grpSpPr>
        <p:grpSp>
          <p:nvGrpSpPr>
            <p:cNvPr id="25" name="Group 24">
              <a:extLst>
                <a:ext uri="{FF2B5EF4-FFF2-40B4-BE49-F238E27FC236}">
                  <a16:creationId xmlns:a16="http://schemas.microsoft.com/office/drawing/2014/main" id="{B825D53D-135A-6936-9CE6-C205A3E1BB7D}"/>
                </a:ext>
              </a:extLst>
            </p:cNvPr>
            <p:cNvGrpSpPr/>
            <p:nvPr/>
          </p:nvGrpSpPr>
          <p:grpSpPr>
            <a:xfrm>
              <a:off x="838200" y="297639"/>
              <a:ext cx="1373842" cy="290657"/>
              <a:chOff x="838200" y="297639"/>
              <a:chExt cx="1373842" cy="290657"/>
            </a:xfrm>
          </p:grpSpPr>
          <p:sp>
            <p:nvSpPr>
              <p:cNvPr id="28" name="AutoShape 9">
                <a:extLst>
                  <a:ext uri="{FF2B5EF4-FFF2-40B4-BE49-F238E27FC236}">
                    <a16:creationId xmlns:a16="http://schemas.microsoft.com/office/drawing/2014/main" id="{6663A044-5263-1252-670A-2DE25268615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796C251F-817C-85F3-6C04-ADA91EE92C84}"/>
                  </a:ext>
                </a:extLst>
              </p:cNvPr>
              <p:cNvGrpSpPr/>
              <p:nvPr/>
            </p:nvGrpSpPr>
            <p:grpSpPr>
              <a:xfrm>
                <a:off x="838200" y="297639"/>
                <a:ext cx="1060167" cy="290657"/>
                <a:chOff x="826426" y="4041857"/>
                <a:chExt cx="1060167" cy="290657"/>
              </a:xfrm>
            </p:grpSpPr>
            <p:sp>
              <p:nvSpPr>
                <p:cNvPr id="30" name="AutoShape 9">
                  <a:extLst>
                    <a:ext uri="{FF2B5EF4-FFF2-40B4-BE49-F238E27FC236}">
                      <a16:creationId xmlns:a16="http://schemas.microsoft.com/office/drawing/2014/main" id="{5B392661-5D3A-D7FD-9BC6-85D9B8CB03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1">
                  <a:extLst>
                    <a:ext uri="{FF2B5EF4-FFF2-40B4-BE49-F238E27FC236}">
                      <a16:creationId xmlns:a16="http://schemas.microsoft.com/office/drawing/2014/main" id="{3DDA33E7-EF90-36AD-E619-905428D5C31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28964422-72A7-2A21-F3FC-7772C80B92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6" name="TextBox 25">
              <a:extLst>
                <a:ext uri="{FF2B5EF4-FFF2-40B4-BE49-F238E27FC236}">
                  <a16:creationId xmlns:a16="http://schemas.microsoft.com/office/drawing/2014/main" id="{6771586D-AB2C-3CB3-D3EF-80370F08CC5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62" name="Group 61">
            <a:extLst>
              <a:ext uri="{FF2B5EF4-FFF2-40B4-BE49-F238E27FC236}">
                <a16:creationId xmlns:a16="http://schemas.microsoft.com/office/drawing/2014/main" id="{974230BA-5E6F-88A4-E6A1-44C16CACAF82}"/>
              </a:ext>
            </a:extLst>
          </p:cNvPr>
          <p:cNvGrpSpPr/>
          <p:nvPr/>
        </p:nvGrpSpPr>
        <p:grpSpPr>
          <a:xfrm>
            <a:off x="607060" y="2714624"/>
            <a:ext cx="5565140" cy="3228977"/>
            <a:chOff x="582268" y="2166934"/>
            <a:chExt cx="5565140" cy="2573336"/>
          </a:xfrm>
        </p:grpSpPr>
        <p:sp>
          <p:nvSpPr>
            <p:cNvPr id="9" name="Oval 2">
              <a:extLst>
                <a:ext uri="{FF2B5EF4-FFF2-40B4-BE49-F238E27FC236}">
                  <a16:creationId xmlns:a16="http://schemas.microsoft.com/office/drawing/2014/main" id="{DB9EC90D-3AC0-9650-A6E4-54B59CAC54F5}"/>
                </a:ext>
              </a:extLst>
            </p:cNvPr>
            <p:cNvSpPr>
              <a:spLocks noChangeArrowheads="1"/>
            </p:cNvSpPr>
            <p:nvPr/>
          </p:nvSpPr>
          <p:spPr bwMode="auto">
            <a:xfrm>
              <a:off x="1162671" y="2833683"/>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 name="Oval 3">
              <a:extLst>
                <a:ext uri="{FF2B5EF4-FFF2-40B4-BE49-F238E27FC236}">
                  <a16:creationId xmlns:a16="http://schemas.microsoft.com/office/drawing/2014/main" id="{E7DF438D-3945-5729-4C62-83CD4304BA03}"/>
                </a:ext>
              </a:extLst>
            </p:cNvPr>
            <p:cNvSpPr>
              <a:spLocks noChangeArrowheads="1"/>
            </p:cNvSpPr>
            <p:nvPr/>
          </p:nvSpPr>
          <p:spPr bwMode="auto">
            <a:xfrm>
              <a:off x="2168576" y="2876546"/>
              <a:ext cx="591600"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 name="Oval 4">
              <a:extLst>
                <a:ext uri="{FF2B5EF4-FFF2-40B4-BE49-F238E27FC236}">
                  <a16:creationId xmlns:a16="http://schemas.microsoft.com/office/drawing/2014/main" id="{F7776149-B772-F01E-0ED3-B287E5171B8F}"/>
                </a:ext>
              </a:extLst>
            </p:cNvPr>
            <p:cNvSpPr>
              <a:spLocks noChangeArrowheads="1"/>
            </p:cNvSpPr>
            <p:nvPr/>
          </p:nvSpPr>
          <p:spPr bwMode="auto">
            <a:xfrm>
              <a:off x="3155819" y="2860671"/>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 name="Oval 5">
              <a:extLst>
                <a:ext uri="{FF2B5EF4-FFF2-40B4-BE49-F238E27FC236}">
                  <a16:creationId xmlns:a16="http://schemas.microsoft.com/office/drawing/2014/main" id="{6FCA7F9D-0CD1-6CAB-9E54-AEC457EDC44D}"/>
                </a:ext>
              </a:extLst>
            </p:cNvPr>
            <p:cNvSpPr>
              <a:spLocks noChangeArrowheads="1"/>
            </p:cNvSpPr>
            <p:nvPr/>
          </p:nvSpPr>
          <p:spPr bwMode="auto">
            <a:xfrm>
              <a:off x="4046017" y="2862259"/>
              <a:ext cx="591600"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3" name="Oval 6">
              <a:extLst>
                <a:ext uri="{FF2B5EF4-FFF2-40B4-BE49-F238E27FC236}">
                  <a16:creationId xmlns:a16="http://schemas.microsoft.com/office/drawing/2014/main" id="{6A4C60DF-4FC6-BC19-4461-23427FAD4017}"/>
                </a:ext>
              </a:extLst>
            </p:cNvPr>
            <p:cNvSpPr>
              <a:spLocks noChangeArrowheads="1"/>
            </p:cNvSpPr>
            <p:nvPr/>
          </p:nvSpPr>
          <p:spPr bwMode="auto">
            <a:xfrm>
              <a:off x="5190025" y="2903534"/>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4" name="Oval 7">
              <a:extLst>
                <a:ext uri="{FF2B5EF4-FFF2-40B4-BE49-F238E27FC236}">
                  <a16:creationId xmlns:a16="http://schemas.microsoft.com/office/drawing/2014/main" id="{B3C841D1-0BA1-0D06-3EBF-CD2781F3E994}"/>
                </a:ext>
              </a:extLst>
            </p:cNvPr>
            <p:cNvSpPr>
              <a:spLocks noChangeArrowheads="1"/>
            </p:cNvSpPr>
            <p:nvPr/>
          </p:nvSpPr>
          <p:spPr bwMode="auto">
            <a:xfrm>
              <a:off x="1110416" y="3529008"/>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 name="Oval 8">
              <a:extLst>
                <a:ext uri="{FF2B5EF4-FFF2-40B4-BE49-F238E27FC236}">
                  <a16:creationId xmlns:a16="http://schemas.microsoft.com/office/drawing/2014/main" id="{B84EBBE9-3E41-8DFE-C31F-36A8639FBFD3}"/>
                </a:ext>
              </a:extLst>
            </p:cNvPr>
            <p:cNvSpPr>
              <a:spLocks noChangeArrowheads="1"/>
            </p:cNvSpPr>
            <p:nvPr/>
          </p:nvSpPr>
          <p:spPr bwMode="auto">
            <a:xfrm>
              <a:off x="2151780" y="3530595"/>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 name="Oval 9">
              <a:extLst>
                <a:ext uri="{FF2B5EF4-FFF2-40B4-BE49-F238E27FC236}">
                  <a16:creationId xmlns:a16="http://schemas.microsoft.com/office/drawing/2014/main" id="{506CFB47-0FF7-8BD6-A129-046484B9B4BC}"/>
                </a:ext>
              </a:extLst>
            </p:cNvPr>
            <p:cNvSpPr>
              <a:spLocks noChangeArrowheads="1"/>
            </p:cNvSpPr>
            <p:nvPr/>
          </p:nvSpPr>
          <p:spPr bwMode="auto">
            <a:xfrm>
              <a:off x="3107297" y="3544884"/>
              <a:ext cx="591599"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7" name="Oval 10">
              <a:extLst>
                <a:ext uri="{FF2B5EF4-FFF2-40B4-BE49-F238E27FC236}">
                  <a16:creationId xmlns:a16="http://schemas.microsoft.com/office/drawing/2014/main" id="{A0E0D8AF-D005-3313-F135-DB75625F888C}"/>
                </a:ext>
              </a:extLst>
            </p:cNvPr>
            <p:cNvSpPr>
              <a:spLocks noChangeArrowheads="1"/>
            </p:cNvSpPr>
            <p:nvPr/>
          </p:nvSpPr>
          <p:spPr bwMode="auto">
            <a:xfrm>
              <a:off x="4113202" y="3532183"/>
              <a:ext cx="591600"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8" name="Oval 11">
              <a:extLst>
                <a:ext uri="{FF2B5EF4-FFF2-40B4-BE49-F238E27FC236}">
                  <a16:creationId xmlns:a16="http://schemas.microsoft.com/office/drawing/2014/main" id="{CE79B04E-B558-A172-007E-4EE909F0E7FD}"/>
                </a:ext>
              </a:extLst>
            </p:cNvPr>
            <p:cNvSpPr>
              <a:spLocks noChangeArrowheads="1"/>
            </p:cNvSpPr>
            <p:nvPr/>
          </p:nvSpPr>
          <p:spPr bwMode="auto">
            <a:xfrm>
              <a:off x="5154566" y="3530595"/>
              <a:ext cx="591600" cy="444499"/>
            </a:xfrm>
            <a:prstGeom prst="ellipse">
              <a:avLst/>
            </a:prstGeom>
            <a:solidFill>
              <a:schemeClr val="bg2"/>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9" name="Rectangle 12">
              <a:extLst>
                <a:ext uri="{FF2B5EF4-FFF2-40B4-BE49-F238E27FC236}">
                  <a16:creationId xmlns:a16="http://schemas.microsoft.com/office/drawing/2014/main" id="{EC9DF913-CFB7-68B8-463F-395B31A63A9F}"/>
                </a:ext>
              </a:extLst>
            </p:cNvPr>
            <p:cNvSpPr>
              <a:spLocks noChangeArrowheads="1"/>
            </p:cNvSpPr>
            <p:nvPr/>
          </p:nvSpPr>
          <p:spPr bwMode="auto">
            <a:xfrm>
              <a:off x="1270051" y="2862559"/>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5</a:t>
              </a:r>
            </a:p>
          </p:txBody>
        </p:sp>
        <p:sp>
          <p:nvSpPr>
            <p:cNvPr id="20" name="Rectangle 13">
              <a:extLst>
                <a:ext uri="{FF2B5EF4-FFF2-40B4-BE49-F238E27FC236}">
                  <a16:creationId xmlns:a16="http://schemas.microsoft.com/office/drawing/2014/main" id="{693AF6D2-E6F5-1C08-2E4C-571874FF9E58}"/>
                </a:ext>
              </a:extLst>
            </p:cNvPr>
            <p:cNvSpPr>
              <a:spLocks noChangeArrowheads="1"/>
            </p:cNvSpPr>
            <p:nvPr/>
          </p:nvSpPr>
          <p:spPr bwMode="auto">
            <a:xfrm>
              <a:off x="2285518" y="2881456"/>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4</a:t>
              </a:r>
            </a:p>
          </p:txBody>
        </p:sp>
        <p:sp>
          <p:nvSpPr>
            <p:cNvPr id="21" name="Rectangle 14">
              <a:extLst>
                <a:ext uri="{FF2B5EF4-FFF2-40B4-BE49-F238E27FC236}">
                  <a16:creationId xmlns:a16="http://schemas.microsoft.com/office/drawing/2014/main" id="{1CB6DC94-CA80-8348-B3E2-1DA2C79C170A}"/>
                </a:ext>
              </a:extLst>
            </p:cNvPr>
            <p:cNvSpPr>
              <a:spLocks noChangeArrowheads="1"/>
            </p:cNvSpPr>
            <p:nvPr/>
          </p:nvSpPr>
          <p:spPr bwMode="auto">
            <a:xfrm>
              <a:off x="3249131" y="2886221"/>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3</a:t>
              </a:r>
            </a:p>
          </p:txBody>
        </p:sp>
        <p:sp>
          <p:nvSpPr>
            <p:cNvPr id="22" name="Rectangle 15">
              <a:extLst>
                <a:ext uri="{FF2B5EF4-FFF2-40B4-BE49-F238E27FC236}">
                  <a16:creationId xmlns:a16="http://schemas.microsoft.com/office/drawing/2014/main" id="{422A2593-D2C5-1B57-7F5B-9B0D441119A6}"/>
                </a:ext>
              </a:extLst>
            </p:cNvPr>
            <p:cNvSpPr>
              <a:spLocks noChangeArrowheads="1"/>
            </p:cNvSpPr>
            <p:nvPr/>
          </p:nvSpPr>
          <p:spPr bwMode="auto">
            <a:xfrm>
              <a:off x="4161725" y="2878583"/>
              <a:ext cx="328468"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2</a:t>
              </a:r>
            </a:p>
          </p:txBody>
        </p:sp>
        <p:sp>
          <p:nvSpPr>
            <p:cNvPr id="23" name="Rectangle 16">
              <a:extLst>
                <a:ext uri="{FF2B5EF4-FFF2-40B4-BE49-F238E27FC236}">
                  <a16:creationId xmlns:a16="http://schemas.microsoft.com/office/drawing/2014/main" id="{6AF1C3E6-9651-679F-32A0-BF9DDE8CA338}"/>
                </a:ext>
              </a:extLst>
            </p:cNvPr>
            <p:cNvSpPr>
              <a:spLocks noChangeArrowheads="1"/>
            </p:cNvSpPr>
            <p:nvPr/>
          </p:nvSpPr>
          <p:spPr bwMode="auto">
            <a:xfrm>
              <a:off x="5281471" y="2895746"/>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1</a:t>
              </a:r>
            </a:p>
          </p:txBody>
        </p:sp>
        <p:sp>
          <p:nvSpPr>
            <p:cNvPr id="24" name="Rectangle 17">
              <a:extLst>
                <a:ext uri="{FF2B5EF4-FFF2-40B4-BE49-F238E27FC236}">
                  <a16:creationId xmlns:a16="http://schemas.microsoft.com/office/drawing/2014/main" id="{2FAD2F2C-1C12-C7EB-7207-170B8E5F1335}"/>
                </a:ext>
              </a:extLst>
            </p:cNvPr>
            <p:cNvSpPr>
              <a:spLocks noChangeArrowheads="1"/>
            </p:cNvSpPr>
            <p:nvPr/>
          </p:nvSpPr>
          <p:spPr bwMode="auto">
            <a:xfrm>
              <a:off x="5148286" y="3560668"/>
              <a:ext cx="541815"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a:solidFill>
                    <a:schemeClr val="tx1"/>
                  </a:solidFill>
                  <a:latin typeface="Roboto" panose="02000000000000000000" pitchFamily="2" charset="0"/>
                  <a:ea typeface="Roboto" panose="02000000000000000000" pitchFamily="2" charset="0"/>
                </a:rPr>
                <a:t>10</a:t>
              </a:r>
            </a:p>
          </p:txBody>
        </p:sp>
        <p:sp>
          <p:nvSpPr>
            <p:cNvPr id="27" name="Rectangle 18">
              <a:extLst>
                <a:ext uri="{FF2B5EF4-FFF2-40B4-BE49-F238E27FC236}">
                  <a16:creationId xmlns:a16="http://schemas.microsoft.com/office/drawing/2014/main" id="{26D6BA29-ACE7-5D1E-80F7-F70FCA0623ED}"/>
                </a:ext>
              </a:extLst>
            </p:cNvPr>
            <p:cNvSpPr>
              <a:spLocks noChangeArrowheads="1"/>
            </p:cNvSpPr>
            <p:nvPr/>
          </p:nvSpPr>
          <p:spPr bwMode="auto">
            <a:xfrm>
              <a:off x="4252489" y="3536854"/>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a:solidFill>
                    <a:schemeClr val="tx1"/>
                  </a:solidFill>
                  <a:latin typeface="Roboto" panose="02000000000000000000" pitchFamily="2" charset="0"/>
                  <a:ea typeface="Roboto" panose="02000000000000000000" pitchFamily="2" charset="0"/>
                </a:rPr>
                <a:t>9</a:t>
              </a:r>
            </a:p>
          </p:txBody>
        </p:sp>
        <p:sp>
          <p:nvSpPr>
            <p:cNvPr id="33" name="Rectangle 19">
              <a:extLst>
                <a:ext uri="{FF2B5EF4-FFF2-40B4-BE49-F238E27FC236}">
                  <a16:creationId xmlns:a16="http://schemas.microsoft.com/office/drawing/2014/main" id="{15CA3A19-7811-D432-D599-33C6E308BA3D}"/>
                </a:ext>
              </a:extLst>
            </p:cNvPr>
            <p:cNvSpPr>
              <a:spLocks noChangeArrowheads="1"/>
            </p:cNvSpPr>
            <p:nvPr/>
          </p:nvSpPr>
          <p:spPr bwMode="auto">
            <a:xfrm>
              <a:off x="3226055" y="3557493"/>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a:solidFill>
                    <a:schemeClr val="tx1"/>
                  </a:solidFill>
                  <a:latin typeface="Roboto" panose="02000000000000000000" pitchFamily="2" charset="0"/>
                  <a:ea typeface="Roboto" panose="02000000000000000000" pitchFamily="2" charset="0"/>
                </a:rPr>
                <a:t>8</a:t>
              </a:r>
            </a:p>
          </p:txBody>
        </p:sp>
        <p:sp>
          <p:nvSpPr>
            <p:cNvPr id="34" name="Rectangle 20">
              <a:extLst>
                <a:ext uri="{FF2B5EF4-FFF2-40B4-BE49-F238E27FC236}">
                  <a16:creationId xmlns:a16="http://schemas.microsoft.com/office/drawing/2014/main" id="{40580F95-3989-B84C-812C-B21523D13FDF}"/>
                </a:ext>
              </a:extLst>
            </p:cNvPr>
            <p:cNvSpPr>
              <a:spLocks noChangeArrowheads="1"/>
            </p:cNvSpPr>
            <p:nvPr/>
          </p:nvSpPr>
          <p:spPr bwMode="auto">
            <a:xfrm>
              <a:off x="2278003" y="3552730"/>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7</a:t>
              </a:r>
            </a:p>
          </p:txBody>
        </p:sp>
        <p:sp>
          <p:nvSpPr>
            <p:cNvPr id="35" name="Rectangle 21">
              <a:extLst>
                <a:ext uri="{FF2B5EF4-FFF2-40B4-BE49-F238E27FC236}">
                  <a16:creationId xmlns:a16="http://schemas.microsoft.com/office/drawing/2014/main" id="{D4931BDF-5C1E-71DA-6CD5-13669A4A29FC}"/>
                </a:ext>
              </a:extLst>
            </p:cNvPr>
            <p:cNvSpPr>
              <a:spLocks noChangeArrowheads="1"/>
            </p:cNvSpPr>
            <p:nvPr/>
          </p:nvSpPr>
          <p:spPr bwMode="auto">
            <a:xfrm>
              <a:off x="1204913" y="3565431"/>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nchorCtr="0">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solidFill>
                    <a:schemeClr val="tx1"/>
                  </a:solidFill>
                  <a:latin typeface="Roboto" panose="02000000000000000000" pitchFamily="2" charset="0"/>
                  <a:ea typeface="Roboto" panose="02000000000000000000" pitchFamily="2" charset="0"/>
                </a:rPr>
                <a:t>6</a:t>
              </a:r>
            </a:p>
          </p:txBody>
        </p:sp>
        <p:sp>
          <p:nvSpPr>
            <p:cNvPr id="36" name="Rectangle 26">
              <a:extLst>
                <a:ext uri="{FF2B5EF4-FFF2-40B4-BE49-F238E27FC236}">
                  <a16:creationId xmlns:a16="http://schemas.microsoft.com/office/drawing/2014/main" id="{0223FF06-CC1E-4346-5DE3-A9BE51ABA9BE}"/>
                </a:ext>
              </a:extLst>
            </p:cNvPr>
            <p:cNvSpPr>
              <a:spLocks noChangeArrowheads="1"/>
            </p:cNvSpPr>
            <p:nvPr/>
          </p:nvSpPr>
          <p:spPr bwMode="auto">
            <a:xfrm>
              <a:off x="1110416" y="2174872"/>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7" name="Rectangle 27">
              <a:extLst>
                <a:ext uri="{FF2B5EF4-FFF2-40B4-BE49-F238E27FC236}">
                  <a16:creationId xmlns:a16="http://schemas.microsoft.com/office/drawing/2014/main" id="{555613F2-2FF2-F027-3518-5DEF17F7D36D}"/>
                </a:ext>
              </a:extLst>
            </p:cNvPr>
            <p:cNvSpPr>
              <a:spLocks noChangeArrowheads="1"/>
            </p:cNvSpPr>
            <p:nvPr/>
          </p:nvSpPr>
          <p:spPr bwMode="auto">
            <a:xfrm>
              <a:off x="2058468" y="2166934"/>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8" name="Rectangle 28">
              <a:extLst>
                <a:ext uri="{FF2B5EF4-FFF2-40B4-BE49-F238E27FC236}">
                  <a16:creationId xmlns:a16="http://schemas.microsoft.com/office/drawing/2014/main" id="{2F2A80D0-7911-2833-0715-0A280FC32895}"/>
                </a:ext>
              </a:extLst>
            </p:cNvPr>
            <p:cNvSpPr>
              <a:spLocks noChangeArrowheads="1"/>
            </p:cNvSpPr>
            <p:nvPr/>
          </p:nvSpPr>
          <p:spPr bwMode="auto">
            <a:xfrm>
              <a:off x="2961730" y="2195509"/>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9" name="Rectangle 29">
              <a:extLst>
                <a:ext uri="{FF2B5EF4-FFF2-40B4-BE49-F238E27FC236}">
                  <a16:creationId xmlns:a16="http://schemas.microsoft.com/office/drawing/2014/main" id="{8E4226F0-D091-4C9D-601A-C30EA3AA7CF1}"/>
                </a:ext>
              </a:extLst>
            </p:cNvPr>
            <p:cNvSpPr>
              <a:spLocks noChangeArrowheads="1"/>
            </p:cNvSpPr>
            <p:nvPr/>
          </p:nvSpPr>
          <p:spPr bwMode="auto">
            <a:xfrm>
              <a:off x="3900450" y="2195509"/>
              <a:ext cx="755829"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0" name="Rectangle 30">
              <a:extLst>
                <a:ext uri="{FF2B5EF4-FFF2-40B4-BE49-F238E27FC236}">
                  <a16:creationId xmlns:a16="http://schemas.microsoft.com/office/drawing/2014/main" id="{89609430-C391-9EF3-F7CE-9E5F5E30AFA6}"/>
                </a:ext>
              </a:extLst>
            </p:cNvPr>
            <p:cNvSpPr>
              <a:spLocks noChangeArrowheads="1"/>
            </p:cNvSpPr>
            <p:nvPr/>
          </p:nvSpPr>
          <p:spPr bwMode="auto">
            <a:xfrm>
              <a:off x="5068719" y="2244722"/>
              <a:ext cx="755829"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1" name="Rectangle 31">
              <a:extLst>
                <a:ext uri="{FF2B5EF4-FFF2-40B4-BE49-F238E27FC236}">
                  <a16:creationId xmlns:a16="http://schemas.microsoft.com/office/drawing/2014/main" id="{0F7DEA97-C703-BC04-0E3E-FFF32EEA3BD4}"/>
                </a:ext>
              </a:extLst>
            </p:cNvPr>
            <p:cNvSpPr>
              <a:spLocks noChangeArrowheads="1"/>
            </p:cNvSpPr>
            <p:nvPr/>
          </p:nvSpPr>
          <p:spPr bwMode="auto">
            <a:xfrm>
              <a:off x="1060026" y="4060821"/>
              <a:ext cx="755829"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Rectangle 32">
              <a:extLst>
                <a:ext uri="{FF2B5EF4-FFF2-40B4-BE49-F238E27FC236}">
                  <a16:creationId xmlns:a16="http://schemas.microsoft.com/office/drawing/2014/main" id="{EC353F59-0D4A-BD7C-8D9A-AF5F508016B3}"/>
                </a:ext>
              </a:extLst>
            </p:cNvPr>
            <p:cNvSpPr>
              <a:spLocks noChangeArrowheads="1"/>
            </p:cNvSpPr>
            <p:nvPr/>
          </p:nvSpPr>
          <p:spPr bwMode="auto">
            <a:xfrm>
              <a:off x="2065933" y="4089395"/>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3" name="Rectangle 33">
              <a:extLst>
                <a:ext uri="{FF2B5EF4-FFF2-40B4-BE49-F238E27FC236}">
                  <a16:creationId xmlns:a16="http://schemas.microsoft.com/office/drawing/2014/main" id="{50A03A5E-89D7-CBC1-E9A8-AEAF52C24995}"/>
                </a:ext>
              </a:extLst>
            </p:cNvPr>
            <p:cNvSpPr>
              <a:spLocks noChangeArrowheads="1"/>
            </p:cNvSpPr>
            <p:nvPr/>
          </p:nvSpPr>
          <p:spPr bwMode="auto">
            <a:xfrm>
              <a:off x="3038245" y="4105271"/>
              <a:ext cx="755829"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4" name="Rectangle 34">
              <a:extLst>
                <a:ext uri="{FF2B5EF4-FFF2-40B4-BE49-F238E27FC236}">
                  <a16:creationId xmlns:a16="http://schemas.microsoft.com/office/drawing/2014/main" id="{594070DE-E278-FC59-71F8-64BC76A5F5F5}"/>
                </a:ext>
              </a:extLst>
            </p:cNvPr>
            <p:cNvSpPr>
              <a:spLocks noChangeArrowheads="1"/>
            </p:cNvSpPr>
            <p:nvPr/>
          </p:nvSpPr>
          <p:spPr bwMode="auto">
            <a:xfrm>
              <a:off x="4029221" y="4090984"/>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5" name="Rectangle 35">
              <a:extLst>
                <a:ext uri="{FF2B5EF4-FFF2-40B4-BE49-F238E27FC236}">
                  <a16:creationId xmlns:a16="http://schemas.microsoft.com/office/drawing/2014/main" id="{6C98CD09-8D78-B5DF-307D-661A32207DA7}"/>
                </a:ext>
              </a:extLst>
            </p:cNvPr>
            <p:cNvSpPr>
              <a:spLocks noChangeArrowheads="1"/>
            </p:cNvSpPr>
            <p:nvPr/>
          </p:nvSpPr>
          <p:spPr bwMode="auto">
            <a:xfrm>
              <a:off x="5018331" y="3986209"/>
              <a:ext cx="755828" cy="634999"/>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6" name="Line 36">
              <a:extLst>
                <a:ext uri="{FF2B5EF4-FFF2-40B4-BE49-F238E27FC236}">
                  <a16:creationId xmlns:a16="http://schemas.microsoft.com/office/drawing/2014/main" id="{6DB09D8C-CCE8-5EAC-D434-3922087082FD}"/>
                </a:ext>
              </a:extLst>
            </p:cNvPr>
            <p:cNvSpPr>
              <a:spLocks noChangeShapeType="1"/>
            </p:cNvSpPr>
            <p:nvPr/>
          </p:nvSpPr>
          <p:spPr bwMode="auto">
            <a:xfrm flipH="1" flipV="1">
              <a:off x="852874" y="2511422"/>
              <a:ext cx="4221444" cy="3016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7" name="Freeform 37">
              <a:extLst>
                <a:ext uri="{FF2B5EF4-FFF2-40B4-BE49-F238E27FC236}">
                  <a16:creationId xmlns:a16="http://schemas.microsoft.com/office/drawing/2014/main" id="{6AB3E4E0-B5AF-EC89-8868-43527CBAA313}"/>
                </a:ext>
              </a:extLst>
            </p:cNvPr>
            <p:cNvSpPr>
              <a:spLocks/>
            </p:cNvSpPr>
            <p:nvPr/>
          </p:nvSpPr>
          <p:spPr bwMode="auto">
            <a:xfrm>
              <a:off x="582268" y="2513010"/>
              <a:ext cx="287402" cy="1825624"/>
            </a:xfrm>
            <a:custGeom>
              <a:avLst/>
              <a:gdLst>
                <a:gd name="T0" fmla="*/ 243727 w 327"/>
                <a:gd name="T1" fmla="*/ 0 h 1259"/>
                <a:gd name="T2" fmla="*/ 187655 w 327"/>
                <a:gd name="T3" fmla="*/ 88454 h 1259"/>
                <a:gd name="T4" fmla="*/ 137564 w 327"/>
                <a:gd name="T5" fmla="*/ 188508 h 1259"/>
                <a:gd name="T6" fmla="*/ 95697 w 327"/>
                <a:gd name="T7" fmla="*/ 295812 h 1259"/>
                <a:gd name="T8" fmla="*/ 60558 w 327"/>
                <a:gd name="T9" fmla="*/ 410367 h 1259"/>
                <a:gd name="T10" fmla="*/ 34391 w 327"/>
                <a:gd name="T11" fmla="*/ 529272 h 1259"/>
                <a:gd name="T12" fmla="*/ 15700 w 327"/>
                <a:gd name="T13" fmla="*/ 655427 h 1259"/>
                <a:gd name="T14" fmla="*/ 4486 w 327"/>
                <a:gd name="T15" fmla="*/ 781582 h 1259"/>
                <a:gd name="T16" fmla="*/ 0 w 327"/>
                <a:gd name="T17" fmla="*/ 910637 h 1259"/>
                <a:gd name="T18" fmla="*/ 2991 w 327"/>
                <a:gd name="T19" fmla="*/ 1038243 h 1259"/>
                <a:gd name="T20" fmla="*/ 14953 w 327"/>
                <a:gd name="T21" fmla="*/ 1167298 h 1259"/>
                <a:gd name="T22" fmla="*/ 33643 w 327"/>
                <a:gd name="T23" fmla="*/ 1290553 h 1259"/>
                <a:gd name="T24" fmla="*/ 60558 w 327"/>
                <a:gd name="T25" fmla="*/ 1410908 h 1259"/>
                <a:gd name="T26" fmla="*/ 94949 w 327"/>
                <a:gd name="T27" fmla="*/ 1524013 h 1259"/>
                <a:gd name="T28" fmla="*/ 136816 w 327"/>
                <a:gd name="T29" fmla="*/ 1634217 h 1259"/>
                <a:gd name="T30" fmla="*/ 186160 w 327"/>
                <a:gd name="T31" fmla="*/ 1732821 h 1259"/>
                <a:gd name="T32" fmla="*/ 243727 w 327"/>
                <a:gd name="T33" fmla="*/ 1824175 h 1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7" h="1259">
                  <a:moveTo>
                    <a:pt x="326" y="0"/>
                  </a:moveTo>
                  <a:lnTo>
                    <a:pt x="251" y="61"/>
                  </a:lnTo>
                  <a:lnTo>
                    <a:pt x="184" y="130"/>
                  </a:lnTo>
                  <a:lnTo>
                    <a:pt x="128" y="204"/>
                  </a:lnTo>
                  <a:lnTo>
                    <a:pt x="81" y="283"/>
                  </a:lnTo>
                  <a:lnTo>
                    <a:pt x="46" y="365"/>
                  </a:lnTo>
                  <a:lnTo>
                    <a:pt x="21" y="452"/>
                  </a:lnTo>
                  <a:lnTo>
                    <a:pt x="6" y="539"/>
                  </a:lnTo>
                  <a:lnTo>
                    <a:pt x="0" y="628"/>
                  </a:lnTo>
                  <a:lnTo>
                    <a:pt x="4" y="716"/>
                  </a:lnTo>
                  <a:lnTo>
                    <a:pt x="20" y="805"/>
                  </a:lnTo>
                  <a:lnTo>
                    <a:pt x="45" y="890"/>
                  </a:lnTo>
                  <a:lnTo>
                    <a:pt x="81" y="973"/>
                  </a:lnTo>
                  <a:lnTo>
                    <a:pt x="127" y="1051"/>
                  </a:lnTo>
                  <a:lnTo>
                    <a:pt x="183" y="1127"/>
                  </a:lnTo>
                  <a:lnTo>
                    <a:pt x="249" y="1195"/>
                  </a:lnTo>
                  <a:lnTo>
                    <a:pt x="326" y="1258"/>
                  </a:lnTo>
                </a:path>
              </a:pathLst>
            </a:custGeom>
            <a:noFill/>
            <a:ln w="12700" cap="rnd" cmpd="sng">
              <a:solidFill>
                <a:srgbClr val="000000"/>
              </a:solidFill>
              <a:prstDash val="solid"/>
              <a:round/>
              <a:headEnd type="none" w="sm" len="sm"/>
              <a:tailEnd type="none" w="sm" len="sm"/>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48" name="Line 38">
              <a:extLst>
                <a:ext uri="{FF2B5EF4-FFF2-40B4-BE49-F238E27FC236}">
                  <a16:creationId xmlns:a16="http://schemas.microsoft.com/office/drawing/2014/main" id="{801A6F7F-9A13-CFDF-D96D-53AE9D86E9D4}"/>
                </a:ext>
              </a:extLst>
            </p:cNvPr>
            <p:cNvSpPr>
              <a:spLocks noChangeShapeType="1"/>
            </p:cNvSpPr>
            <p:nvPr/>
          </p:nvSpPr>
          <p:spPr bwMode="auto">
            <a:xfrm flipV="1">
              <a:off x="867804" y="4335458"/>
              <a:ext cx="511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Freeform 39">
              <a:extLst>
                <a:ext uri="{FF2B5EF4-FFF2-40B4-BE49-F238E27FC236}">
                  <a16:creationId xmlns:a16="http://schemas.microsoft.com/office/drawing/2014/main" id="{84D98179-5F21-480D-CEE1-F6CC96DFC35B}"/>
                </a:ext>
              </a:extLst>
            </p:cNvPr>
            <p:cNvSpPr>
              <a:spLocks/>
            </p:cNvSpPr>
            <p:nvPr/>
          </p:nvSpPr>
          <p:spPr bwMode="auto">
            <a:xfrm>
              <a:off x="5869338" y="4276721"/>
              <a:ext cx="278070" cy="117475"/>
            </a:xfrm>
            <a:custGeom>
              <a:avLst/>
              <a:gdLst>
                <a:gd name="T0" fmla="*/ 0 w 149"/>
                <a:gd name="T1" fmla="*/ 0 h 74"/>
                <a:gd name="T2" fmla="*/ 234950 w 149"/>
                <a:gd name="T3" fmla="*/ 58738 h 74"/>
                <a:gd name="T4" fmla="*/ 0 w 149"/>
                <a:gd name="T5" fmla="*/ 115888 h 74"/>
                <a:gd name="T6" fmla="*/ 0 w 149"/>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74">
                  <a:moveTo>
                    <a:pt x="0" y="0"/>
                  </a:moveTo>
                  <a:lnTo>
                    <a:pt x="148" y="37"/>
                  </a:lnTo>
                  <a:lnTo>
                    <a:pt x="0" y="73"/>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50" name="Rectangle 40">
              <a:extLst>
                <a:ext uri="{FF2B5EF4-FFF2-40B4-BE49-F238E27FC236}">
                  <a16:creationId xmlns:a16="http://schemas.microsoft.com/office/drawing/2014/main" id="{3CE9666C-F33C-A7BE-8C2A-E4EF33B7D77B}"/>
                </a:ext>
              </a:extLst>
            </p:cNvPr>
            <p:cNvSpPr>
              <a:spLocks noChangeArrowheads="1"/>
            </p:cNvSpPr>
            <p:nvPr/>
          </p:nvSpPr>
          <p:spPr bwMode="auto">
            <a:xfrm>
              <a:off x="5242280" y="2293935"/>
              <a:ext cx="383118"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dirty="0">
                  <a:latin typeface="Roboto" panose="02000000000000000000" pitchFamily="2" charset="0"/>
                  <a:ea typeface="Roboto" panose="02000000000000000000" pitchFamily="2" charset="0"/>
                </a:rPr>
                <a:t>R</a:t>
              </a:r>
            </a:p>
          </p:txBody>
        </p:sp>
        <p:sp>
          <p:nvSpPr>
            <p:cNvPr id="51" name="Rectangle 41">
              <a:extLst>
                <a:ext uri="{FF2B5EF4-FFF2-40B4-BE49-F238E27FC236}">
                  <a16:creationId xmlns:a16="http://schemas.microsoft.com/office/drawing/2014/main" id="{DFC241F1-ECE1-BC08-E190-72FD7638FA1C}"/>
                </a:ext>
              </a:extLst>
            </p:cNvPr>
            <p:cNvSpPr>
              <a:spLocks noChangeArrowheads="1"/>
            </p:cNvSpPr>
            <p:nvPr/>
          </p:nvSpPr>
          <p:spPr bwMode="auto">
            <a:xfrm>
              <a:off x="5203088" y="4065585"/>
              <a:ext cx="363882" cy="38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500" b="0">
                  <a:latin typeface="Roboto" panose="02000000000000000000" pitchFamily="2" charset="0"/>
                  <a:ea typeface="Roboto" panose="02000000000000000000" pitchFamily="2" charset="0"/>
                </a:rPr>
                <a:t>F</a:t>
              </a:r>
            </a:p>
          </p:txBody>
        </p:sp>
        <p:sp>
          <p:nvSpPr>
            <p:cNvPr id="52" name="Line 42">
              <a:extLst>
                <a:ext uri="{FF2B5EF4-FFF2-40B4-BE49-F238E27FC236}">
                  <a16:creationId xmlns:a16="http://schemas.microsoft.com/office/drawing/2014/main" id="{63D4F80C-0B03-AA90-6FF3-8C502B275541}"/>
                </a:ext>
              </a:extLst>
            </p:cNvPr>
            <p:cNvSpPr>
              <a:spLocks noChangeShapeType="1"/>
            </p:cNvSpPr>
            <p:nvPr/>
          </p:nvSpPr>
          <p:spPr bwMode="auto">
            <a:xfrm flipV="1">
              <a:off x="1705747" y="3730623"/>
              <a:ext cx="427370" cy="142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Line 43">
              <a:extLst>
                <a:ext uri="{FF2B5EF4-FFF2-40B4-BE49-F238E27FC236}">
                  <a16:creationId xmlns:a16="http://schemas.microsoft.com/office/drawing/2014/main" id="{FFCF7369-AB9E-F32D-78CC-FD5EB2368CF3}"/>
                </a:ext>
              </a:extLst>
            </p:cNvPr>
            <p:cNvSpPr>
              <a:spLocks noChangeShapeType="1"/>
            </p:cNvSpPr>
            <p:nvPr/>
          </p:nvSpPr>
          <p:spPr bwMode="auto">
            <a:xfrm>
              <a:off x="2747111" y="3744910"/>
              <a:ext cx="358319" cy="158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Line 44">
              <a:extLst>
                <a:ext uri="{FF2B5EF4-FFF2-40B4-BE49-F238E27FC236}">
                  <a16:creationId xmlns:a16="http://schemas.microsoft.com/office/drawing/2014/main" id="{44F7348A-2008-A20E-26BE-20DCA19055F4}"/>
                </a:ext>
              </a:extLst>
            </p:cNvPr>
            <p:cNvSpPr>
              <a:spLocks noChangeShapeType="1"/>
            </p:cNvSpPr>
            <p:nvPr/>
          </p:nvSpPr>
          <p:spPr bwMode="auto">
            <a:xfrm flipV="1">
              <a:off x="3719425" y="3759197"/>
              <a:ext cx="410574" cy="142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5" name="Line 45">
              <a:extLst>
                <a:ext uri="{FF2B5EF4-FFF2-40B4-BE49-F238E27FC236}">
                  <a16:creationId xmlns:a16="http://schemas.microsoft.com/office/drawing/2014/main" id="{469155AF-B18F-D854-ACF1-8F3BA7BF0668}"/>
                </a:ext>
              </a:extLst>
            </p:cNvPr>
            <p:cNvSpPr>
              <a:spLocks noChangeShapeType="1"/>
            </p:cNvSpPr>
            <p:nvPr/>
          </p:nvSpPr>
          <p:spPr bwMode="auto">
            <a:xfrm flipV="1">
              <a:off x="4708534" y="3730622"/>
              <a:ext cx="477758" cy="1270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6" name="Line 46">
              <a:extLst>
                <a:ext uri="{FF2B5EF4-FFF2-40B4-BE49-F238E27FC236}">
                  <a16:creationId xmlns:a16="http://schemas.microsoft.com/office/drawing/2014/main" id="{112BC94F-AEEC-C90E-A0E9-2DBE8703BEAA}"/>
                </a:ext>
              </a:extLst>
            </p:cNvPr>
            <p:cNvSpPr>
              <a:spLocks noChangeShapeType="1"/>
            </p:cNvSpPr>
            <p:nvPr/>
          </p:nvSpPr>
          <p:spPr bwMode="auto">
            <a:xfrm flipH="1">
              <a:off x="4607757" y="3090860"/>
              <a:ext cx="578536"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7" name="Line 47">
              <a:extLst>
                <a:ext uri="{FF2B5EF4-FFF2-40B4-BE49-F238E27FC236}">
                  <a16:creationId xmlns:a16="http://schemas.microsoft.com/office/drawing/2014/main" id="{7842C734-F93A-95A2-7CED-023A412C7B8D}"/>
                </a:ext>
              </a:extLst>
            </p:cNvPr>
            <p:cNvSpPr>
              <a:spLocks noChangeShapeType="1"/>
            </p:cNvSpPr>
            <p:nvPr/>
          </p:nvSpPr>
          <p:spPr bwMode="auto">
            <a:xfrm flipH="1">
              <a:off x="3736221" y="3047997"/>
              <a:ext cx="291134"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8" name="Line 48">
              <a:extLst>
                <a:ext uri="{FF2B5EF4-FFF2-40B4-BE49-F238E27FC236}">
                  <a16:creationId xmlns:a16="http://schemas.microsoft.com/office/drawing/2014/main" id="{609693E7-2AEC-CB9C-7785-42034000A2B1}"/>
                </a:ext>
              </a:extLst>
            </p:cNvPr>
            <p:cNvSpPr>
              <a:spLocks noChangeShapeType="1"/>
            </p:cNvSpPr>
            <p:nvPr/>
          </p:nvSpPr>
          <p:spPr bwMode="auto">
            <a:xfrm flipH="1">
              <a:off x="2747111" y="3047997"/>
              <a:ext cx="375116"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9" name="Line 49">
              <a:extLst>
                <a:ext uri="{FF2B5EF4-FFF2-40B4-BE49-F238E27FC236}">
                  <a16:creationId xmlns:a16="http://schemas.microsoft.com/office/drawing/2014/main" id="{8A30E790-97EF-F70F-1829-97F7102586EA}"/>
                </a:ext>
              </a:extLst>
            </p:cNvPr>
            <p:cNvSpPr>
              <a:spLocks noChangeShapeType="1"/>
            </p:cNvSpPr>
            <p:nvPr/>
          </p:nvSpPr>
          <p:spPr bwMode="auto">
            <a:xfrm flipH="1">
              <a:off x="1722544" y="3019424"/>
              <a:ext cx="410574"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0" name="Line 50">
              <a:extLst>
                <a:ext uri="{FF2B5EF4-FFF2-40B4-BE49-F238E27FC236}">
                  <a16:creationId xmlns:a16="http://schemas.microsoft.com/office/drawing/2014/main" id="{7AFBE621-E421-0701-BED2-DE75094B867D}"/>
                </a:ext>
              </a:extLst>
            </p:cNvPr>
            <p:cNvSpPr>
              <a:spLocks noChangeShapeType="1"/>
            </p:cNvSpPr>
            <p:nvPr/>
          </p:nvSpPr>
          <p:spPr bwMode="auto">
            <a:xfrm flipH="1" flipV="1">
              <a:off x="5494223" y="3324224"/>
              <a:ext cx="0" cy="188913"/>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1" name="Line 51">
              <a:extLst>
                <a:ext uri="{FF2B5EF4-FFF2-40B4-BE49-F238E27FC236}">
                  <a16:creationId xmlns:a16="http://schemas.microsoft.com/office/drawing/2014/main" id="{C6C217C8-C9FA-3130-182F-F04B98679812}"/>
                </a:ext>
              </a:extLst>
            </p:cNvPr>
            <p:cNvSpPr>
              <a:spLocks noChangeShapeType="1"/>
            </p:cNvSpPr>
            <p:nvPr/>
          </p:nvSpPr>
          <p:spPr bwMode="auto">
            <a:xfrm>
              <a:off x="1428125" y="3280568"/>
              <a:ext cx="0" cy="27622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2628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dirty="0"/>
              <a:t>Cellular Flow</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ea typeface="+mj-ea"/>
                <a:cs typeface="+mj-cs"/>
              </a:rPr>
              <a:t>Operator does not flow the same as the part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lstStyle/>
          <a:p>
            <a:pPr marL="0" indent="0">
              <a:buNone/>
            </a:pPr>
            <a:r>
              <a:rPr lang="en-US" dirty="0"/>
              <a:t>Operator </a:t>
            </a:r>
            <a:r>
              <a:rPr lang="en-US" dirty="0">
                <a:ea typeface="+mj-ea"/>
                <a:cs typeface="+mj-cs"/>
              </a:rPr>
              <a:t>Cellular Flow</a:t>
            </a:r>
            <a:r>
              <a:rPr lang="en-US" dirty="0"/>
              <a:t> vs. Part Flow</a:t>
            </a:r>
          </a:p>
        </p:txBody>
      </p:sp>
      <p:grpSp>
        <p:nvGrpSpPr>
          <p:cNvPr id="5" name="Group 4">
            <a:extLst>
              <a:ext uri="{FF2B5EF4-FFF2-40B4-BE49-F238E27FC236}">
                <a16:creationId xmlns:a16="http://schemas.microsoft.com/office/drawing/2014/main" id="{8B5CBCD4-F7A9-2719-3C6B-D61CE1C6BDA1}"/>
              </a:ext>
            </a:extLst>
          </p:cNvPr>
          <p:cNvGrpSpPr/>
          <p:nvPr/>
        </p:nvGrpSpPr>
        <p:grpSpPr>
          <a:xfrm>
            <a:off x="838200" y="297639"/>
            <a:ext cx="4241800" cy="301303"/>
            <a:chOff x="838200" y="297639"/>
            <a:chExt cx="4241800" cy="301303"/>
          </a:xfrm>
        </p:grpSpPr>
        <p:grpSp>
          <p:nvGrpSpPr>
            <p:cNvPr id="25" name="Group 24">
              <a:extLst>
                <a:ext uri="{FF2B5EF4-FFF2-40B4-BE49-F238E27FC236}">
                  <a16:creationId xmlns:a16="http://schemas.microsoft.com/office/drawing/2014/main" id="{B825D53D-135A-6936-9CE6-C205A3E1BB7D}"/>
                </a:ext>
              </a:extLst>
            </p:cNvPr>
            <p:cNvGrpSpPr/>
            <p:nvPr/>
          </p:nvGrpSpPr>
          <p:grpSpPr>
            <a:xfrm>
              <a:off x="838200" y="297639"/>
              <a:ext cx="1373842" cy="290657"/>
              <a:chOff x="838200" y="297639"/>
              <a:chExt cx="1373842" cy="290657"/>
            </a:xfrm>
          </p:grpSpPr>
          <p:sp>
            <p:nvSpPr>
              <p:cNvPr id="28" name="AutoShape 9">
                <a:extLst>
                  <a:ext uri="{FF2B5EF4-FFF2-40B4-BE49-F238E27FC236}">
                    <a16:creationId xmlns:a16="http://schemas.microsoft.com/office/drawing/2014/main" id="{6663A044-5263-1252-670A-2DE25268615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796C251F-817C-85F3-6C04-ADA91EE92C84}"/>
                  </a:ext>
                </a:extLst>
              </p:cNvPr>
              <p:cNvGrpSpPr/>
              <p:nvPr/>
            </p:nvGrpSpPr>
            <p:grpSpPr>
              <a:xfrm>
                <a:off x="838200" y="297639"/>
                <a:ext cx="1060167" cy="290657"/>
                <a:chOff x="826426" y="4041857"/>
                <a:chExt cx="1060167" cy="290657"/>
              </a:xfrm>
            </p:grpSpPr>
            <p:sp>
              <p:nvSpPr>
                <p:cNvPr id="30" name="AutoShape 9">
                  <a:extLst>
                    <a:ext uri="{FF2B5EF4-FFF2-40B4-BE49-F238E27FC236}">
                      <a16:creationId xmlns:a16="http://schemas.microsoft.com/office/drawing/2014/main" id="{5B392661-5D3A-D7FD-9BC6-85D9B8CB03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1">
                  <a:extLst>
                    <a:ext uri="{FF2B5EF4-FFF2-40B4-BE49-F238E27FC236}">
                      <a16:creationId xmlns:a16="http://schemas.microsoft.com/office/drawing/2014/main" id="{3DDA33E7-EF90-36AD-E619-905428D5C31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28964422-72A7-2A21-F3FC-7772C80B92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6" name="TextBox 25">
              <a:extLst>
                <a:ext uri="{FF2B5EF4-FFF2-40B4-BE49-F238E27FC236}">
                  <a16:creationId xmlns:a16="http://schemas.microsoft.com/office/drawing/2014/main" id="{6771586D-AB2C-3CB3-D3EF-80370F08CC5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113" name="Group 112">
            <a:extLst>
              <a:ext uri="{FF2B5EF4-FFF2-40B4-BE49-F238E27FC236}">
                <a16:creationId xmlns:a16="http://schemas.microsoft.com/office/drawing/2014/main" id="{81999525-0C18-FA13-A70C-2FE7F1879EF9}"/>
              </a:ext>
            </a:extLst>
          </p:cNvPr>
          <p:cNvGrpSpPr/>
          <p:nvPr/>
        </p:nvGrpSpPr>
        <p:grpSpPr>
          <a:xfrm>
            <a:off x="986875" y="2801144"/>
            <a:ext cx="5380058" cy="2967478"/>
            <a:chOff x="671513" y="2165350"/>
            <a:chExt cx="4376737" cy="2400300"/>
          </a:xfrm>
        </p:grpSpPr>
        <p:sp>
          <p:nvSpPr>
            <p:cNvPr id="7" name="Oval 2">
              <a:extLst>
                <a:ext uri="{FF2B5EF4-FFF2-40B4-BE49-F238E27FC236}">
                  <a16:creationId xmlns:a16="http://schemas.microsoft.com/office/drawing/2014/main" id="{222E40B6-2634-3165-01B2-C0430C38B4F0}"/>
                </a:ext>
              </a:extLst>
            </p:cNvPr>
            <p:cNvSpPr>
              <a:spLocks noChangeArrowheads="1"/>
            </p:cNvSpPr>
            <p:nvPr/>
          </p:nvSpPr>
          <p:spPr bwMode="auto">
            <a:xfrm>
              <a:off x="752475" y="2828925"/>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 name="Oval 3">
              <a:extLst>
                <a:ext uri="{FF2B5EF4-FFF2-40B4-BE49-F238E27FC236}">
                  <a16:creationId xmlns:a16="http://schemas.microsoft.com/office/drawing/2014/main" id="{786C834E-CDB1-582B-E1E2-FB79CF1EB8B4}"/>
                </a:ext>
              </a:extLst>
            </p:cNvPr>
            <p:cNvSpPr>
              <a:spLocks noChangeArrowheads="1"/>
            </p:cNvSpPr>
            <p:nvPr/>
          </p:nvSpPr>
          <p:spPr bwMode="auto">
            <a:xfrm>
              <a:off x="1689100" y="2851150"/>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Oval 4">
              <a:extLst>
                <a:ext uri="{FF2B5EF4-FFF2-40B4-BE49-F238E27FC236}">
                  <a16:creationId xmlns:a16="http://schemas.microsoft.com/office/drawing/2014/main" id="{833B7E23-5F94-1B30-E282-F0BB63927AEE}"/>
                </a:ext>
              </a:extLst>
            </p:cNvPr>
            <p:cNvSpPr>
              <a:spLocks noChangeArrowheads="1"/>
            </p:cNvSpPr>
            <p:nvPr/>
          </p:nvSpPr>
          <p:spPr bwMode="auto">
            <a:xfrm>
              <a:off x="2835275" y="2879725"/>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4" name="Oval 5">
              <a:extLst>
                <a:ext uri="{FF2B5EF4-FFF2-40B4-BE49-F238E27FC236}">
                  <a16:creationId xmlns:a16="http://schemas.microsoft.com/office/drawing/2014/main" id="{F13FDD83-2C9E-8E18-4B1C-C5E6D6FE29C1}"/>
                </a:ext>
              </a:extLst>
            </p:cNvPr>
            <p:cNvSpPr>
              <a:spLocks noChangeArrowheads="1"/>
            </p:cNvSpPr>
            <p:nvPr/>
          </p:nvSpPr>
          <p:spPr bwMode="auto">
            <a:xfrm>
              <a:off x="3719513" y="2924175"/>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5" name="Oval 6">
              <a:extLst>
                <a:ext uri="{FF2B5EF4-FFF2-40B4-BE49-F238E27FC236}">
                  <a16:creationId xmlns:a16="http://schemas.microsoft.com/office/drawing/2014/main" id="{A6256CD7-91FE-F86B-82C4-B9DB56F8B378}"/>
                </a:ext>
              </a:extLst>
            </p:cNvPr>
            <p:cNvSpPr>
              <a:spLocks noChangeArrowheads="1"/>
            </p:cNvSpPr>
            <p:nvPr/>
          </p:nvSpPr>
          <p:spPr bwMode="auto">
            <a:xfrm>
              <a:off x="773113" y="3475038"/>
              <a:ext cx="431800" cy="382587"/>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6" name="Oval 7">
              <a:extLst>
                <a:ext uri="{FF2B5EF4-FFF2-40B4-BE49-F238E27FC236}">
                  <a16:creationId xmlns:a16="http://schemas.microsoft.com/office/drawing/2014/main" id="{59750017-6302-84EE-E5BB-5218BB8E2786}"/>
                </a:ext>
              </a:extLst>
            </p:cNvPr>
            <p:cNvSpPr>
              <a:spLocks noChangeArrowheads="1"/>
            </p:cNvSpPr>
            <p:nvPr/>
          </p:nvSpPr>
          <p:spPr bwMode="auto">
            <a:xfrm>
              <a:off x="1703388" y="3460750"/>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7" name="Oval 8">
              <a:extLst>
                <a:ext uri="{FF2B5EF4-FFF2-40B4-BE49-F238E27FC236}">
                  <a16:creationId xmlns:a16="http://schemas.microsoft.com/office/drawing/2014/main" id="{D39B27F6-0BBB-B105-5807-FD9A0F4E102D}"/>
                </a:ext>
              </a:extLst>
            </p:cNvPr>
            <p:cNvSpPr>
              <a:spLocks noChangeArrowheads="1"/>
            </p:cNvSpPr>
            <p:nvPr/>
          </p:nvSpPr>
          <p:spPr bwMode="auto">
            <a:xfrm>
              <a:off x="2820988" y="3475038"/>
              <a:ext cx="431800" cy="382587"/>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8" name="Oval 9">
              <a:extLst>
                <a:ext uri="{FF2B5EF4-FFF2-40B4-BE49-F238E27FC236}">
                  <a16:creationId xmlns:a16="http://schemas.microsoft.com/office/drawing/2014/main" id="{1420234D-D586-A654-3797-67681EDFD451}"/>
                </a:ext>
              </a:extLst>
            </p:cNvPr>
            <p:cNvSpPr>
              <a:spLocks noChangeArrowheads="1"/>
            </p:cNvSpPr>
            <p:nvPr/>
          </p:nvSpPr>
          <p:spPr bwMode="auto">
            <a:xfrm>
              <a:off x="3749675" y="3489325"/>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9" name="Oval 10">
              <a:extLst>
                <a:ext uri="{FF2B5EF4-FFF2-40B4-BE49-F238E27FC236}">
                  <a16:creationId xmlns:a16="http://schemas.microsoft.com/office/drawing/2014/main" id="{114418FD-6E2E-A84E-3C23-B83F04F8C2D9}"/>
                </a:ext>
              </a:extLst>
            </p:cNvPr>
            <p:cNvSpPr>
              <a:spLocks noChangeArrowheads="1"/>
            </p:cNvSpPr>
            <p:nvPr/>
          </p:nvSpPr>
          <p:spPr bwMode="auto">
            <a:xfrm>
              <a:off x="4519613" y="2981325"/>
              <a:ext cx="431800" cy="382588"/>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0" name="Oval 11">
              <a:extLst>
                <a:ext uri="{FF2B5EF4-FFF2-40B4-BE49-F238E27FC236}">
                  <a16:creationId xmlns:a16="http://schemas.microsoft.com/office/drawing/2014/main" id="{C65D32FB-4601-FF23-B8EE-9F23F50E3213}"/>
                </a:ext>
              </a:extLst>
            </p:cNvPr>
            <p:cNvSpPr>
              <a:spLocks noChangeArrowheads="1"/>
            </p:cNvSpPr>
            <p:nvPr/>
          </p:nvSpPr>
          <p:spPr bwMode="auto">
            <a:xfrm>
              <a:off x="4532313" y="3402013"/>
              <a:ext cx="431800" cy="382587"/>
            </a:xfrm>
            <a:prstGeom prst="ellipse">
              <a:avLst/>
            </a:prstGeom>
            <a:solidFill>
              <a:srgbClr val="EAEAEA"/>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1" name="Rectangle 12">
              <a:extLst>
                <a:ext uri="{FF2B5EF4-FFF2-40B4-BE49-F238E27FC236}">
                  <a16:creationId xmlns:a16="http://schemas.microsoft.com/office/drawing/2014/main" id="{56AE6787-8EBF-91B2-FEE4-CF294617DAB0}"/>
                </a:ext>
              </a:extLst>
            </p:cNvPr>
            <p:cNvSpPr>
              <a:spLocks noChangeArrowheads="1"/>
            </p:cNvSpPr>
            <p:nvPr/>
          </p:nvSpPr>
          <p:spPr bwMode="auto">
            <a:xfrm>
              <a:off x="828675" y="2836836"/>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2</a:t>
              </a:r>
            </a:p>
          </p:txBody>
        </p:sp>
        <p:sp>
          <p:nvSpPr>
            <p:cNvPr id="72" name="Rectangle 13">
              <a:extLst>
                <a:ext uri="{FF2B5EF4-FFF2-40B4-BE49-F238E27FC236}">
                  <a16:creationId xmlns:a16="http://schemas.microsoft.com/office/drawing/2014/main" id="{851792F5-6E3A-54E7-EAFF-75E3C29496E3}"/>
                </a:ext>
              </a:extLst>
            </p:cNvPr>
            <p:cNvSpPr>
              <a:spLocks noChangeArrowheads="1"/>
            </p:cNvSpPr>
            <p:nvPr/>
          </p:nvSpPr>
          <p:spPr bwMode="auto">
            <a:xfrm>
              <a:off x="1769306" y="2851917"/>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1</a:t>
              </a:r>
            </a:p>
          </p:txBody>
        </p:sp>
        <p:sp>
          <p:nvSpPr>
            <p:cNvPr id="73" name="Rectangle 14">
              <a:extLst>
                <a:ext uri="{FF2B5EF4-FFF2-40B4-BE49-F238E27FC236}">
                  <a16:creationId xmlns:a16="http://schemas.microsoft.com/office/drawing/2014/main" id="{E10ADCAE-2DDC-3934-20FD-C87B0AD2F1A1}"/>
                </a:ext>
              </a:extLst>
            </p:cNvPr>
            <p:cNvSpPr>
              <a:spLocks noChangeArrowheads="1"/>
            </p:cNvSpPr>
            <p:nvPr/>
          </p:nvSpPr>
          <p:spPr bwMode="auto">
            <a:xfrm>
              <a:off x="846976" y="3482048"/>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3</a:t>
              </a:r>
            </a:p>
          </p:txBody>
        </p:sp>
        <p:sp>
          <p:nvSpPr>
            <p:cNvPr id="74" name="Rectangle 15">
              <a:extLst>
                <a:ext uri="{FF2B5EF4-FFF2-40B4-BE49-F238E27FC236}">
                  <a16:creationId xmlns:a16="http://schemas.microsoft.com/office/drawing/2014/main" id="{089691B3-B59C-D62B-84BB-D5283D39C257}"/>
                </a:ext>
              </a:extLst>
            </p:cNvPr>
            <p:cNvSpPr>
              <a:spLocks noChangeArrowheads="1"/>
            </p:cNvSpPr>
            <p:nvPr/>
          </p:nvSpPr>
          <p:spPr bwMode="auto">
            <a:xfrm>
              <a:off x="1786835" y="3476964"/>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4</a:t>
              </a:r>
            </a:p>
          </p:txBody>
        </p:sp>
        <p:sp>
          <p:nvSpPr>
            <p:cNvPr id="75" name="Rectangle 16">
              <a:extLst>
                <a:ext uri="{FF2B5EF4-FFF2-40B4-BE49-F238E27FC236}">
                  <a16:creationId xmlns:a16="http://schemas.microsoft.com/office/drawing/2014/main" id="{B3F13630-2961-E5CC-7C6F-E5293A2059AB}"/>
                </a:ext>
              </a:extLst>
            </p:cNvPr>
            <p:cNvSpPr>
              <a:spLocks noChangeArrowheads="1"/>
            </p:cNvSpPr>
            <p:nvPr/>
          </p:nvSpPr>
          <p:spPr bwMode="auto">
            <a:xfrm>
              <a:off x="2916135" y="2881875"/>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3</a:t>
              </a:r>
            </a:p>
          </p:txBody>
        </p:sp>
        <p:sp>
          <p:nvSpPr>
            <p:cNvPr id="76" name="Rectangle 17">
              <a:extLst>
                <a:ext uri="{FF2B5EF4-FFF2-40B4-BE49-F238E27FC236}">
                  <a16:creationId xmlns:a16="http://schemas.microsoft.com/office/drawing/2014/main" id="{B053077B-4A92-A59B-8CC8-3E5E17E58EE8}"/>
                </a:ext>
              </a:extLst>
            </p:cNvPr>
            <p:cNvSpPr>
              <a:spLocks noChangeArrowheads="1"/>
            </p:cNvSpPr>
            <p:nvPr/>
          </p:nvSpPr>
          <p:spPr bwMode="auto">
            <a:xfrm>
              <a:off x="3809198" y="2931976"/>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2</a:t>
              </a:r>
            </a:p>
          </p:txBody>
        </p:sp>
        <p:sp>
          <p:nvSpPr>
            <p:cNvPr id="77" name="Rectangle 18">
              <a:extLst>
                <a:ext uri="{FF2B5EF4-FFF2-40B4-BE49-F238E27FC236}">
                  <a16:creationId xmlns:a16="http://schemas.microsoft.com/office/drawing/2014/main" id="{FA313E2E-4E05-352B-FFCE-10168643DA60}"/>
                </a:ext>
              </a:extLst>
            </p:cNvPr>
            <p:cNvSpPr>
              <a:spLocks noChangeArrowheads="1"/>
            </p:cNvSpPr>
            <p:nvPr/>
          </p:nvSpPr>
          <p:spPr bwMode="auto">
            <a:xfrm>
              <a:off x="4598335" y="2985268"/>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1</a:t>
              </a:r>
            </a:p>
          </p:txBody>
        </p:sp>
        <p:sp>
          <p:nvSpPr>
            <p:cNvPr id="78" name="Rectangle 19">
              <a:extLst>
                <a:ext uri="{FF2B5EF4-FFF2-40B4-BE49-F238E27FC236}">
                  <a16:creationId xmlns:a16="http://schemas.microsoft.com/office/drawing/2014/main" id="{A3CA9E9E-33E0-051C-4D06-A60B674BBE7D}"/>
                </a:ext>
              </a:extLst>
            </p:cNvPr>
            <p:cNvSpPr>
              <a:spLocks noChangeArrowheads="1"/>
            </p:cNvSpPr>
            <p:nvPr/>
          </p:nvSpPr>
          <p:spPr bwMode="auto">
            <a:xfrm>
              <a:off x="2894899" y="3488812"/>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4</a:t>
              </a:r>
            </a:p>
          </p:txBody>
        </p:sp>
        <p:sp>
          <p:nvSpPr>
            <p:cNvPr id="79" name="Rectangle 20">
              <a:extLst>
                <a:ext uri="{FF2B5EF4-FFF2-40B4-BE49-F238E27FC236}">
                  <a16:creationId xmlns:a16="http://schemas.microsoft.com/office/drawing/2014/main" id="{7DADE0E3-D91E-1AF3-3EDB-E86161F7231A}"/>
                </a:ext>
              </a:extLst>
            </p:cNvPr>
            <p:cNvSpPr>
              <a:spLocks noChangeArrowheads="1"/>
            </p:cNvSpPr>
            <p:nvPr/>
          </p:nvSpPr>
          <p:spPr bwMode="auto">
            <a:xfrm>
              <a:off x="3820647" y="3496076"/>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solidFill>
                    <a:schemeClr val="tx1"/>
                  </a:solidFill>
                  <a:latin typeface="Roboto" panose="02000000000000000000" pitchFamily="2" charset="0"/>
                  <a:ea typeface="Roboto" panose="02000000000000000000" pitchFamily="2" charset="0"/>
                </a:rPr>
                <a:t>5</a:t>
              </a:r>
            </a:p>
          </p:txBody>
        </p:sp>
        <p:sp>
          <p:nvSpPr>
            <p:cNvPr id="80" name="Rectangle 21">
              <a:extLst>
                <a:ext uri="{FF2B5EF4-FFF2-40B4-BE49-F238E27FC236}">
                  <a16:creationId xmlns:a16="http://schemas.microsoft.com/office/drawing/2014/main" id="{1E51D2B2-3722-4212-75C2-D245CDA3D054}"/>
                </a:ext>
              </a:extLst>
            </p:cNvPr>
            <p:cNvSpPr>
              <a:spLocks noChangeArrowheads="1"/>
            </p:cNvSpPr>
            <p:nvPr/>
          </p:nvSpPr>
          <p:spPr bwMode="auto">
            <a:xfrm>
              <a:off x="4598988" y="3398838"/>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solidFill>
                    <a:schemeClr val="tx1"/>
                  </a:solidFill>
                  <a:latin typeface="Roboto" panose="02000000000000000000" pitchFamily="2" charset="0"/>
                  <a:ea typeface="Roboto" panose="02000000000000000000" pitchFamily="2" charset="0"/>
                </a:rPr>
                <a:t>6</a:t>
              </a:r>
            </a:p>
          </p:txBody>
        </p:sp>
        <p:sp>
          <p:nvSpPr>
            <p:cNvPr id="81" name="Rectangle 24">
              <a:extLst>
                <a:ext uri="{FF2B5EF4-FFF2-40B4-BE49-F238E27FC236}">
                  <a16:creationId xmlns:a16="http://schemas.microsoft.com/office/drawing/2014/main" id="{DAF022E9-61A5-CAFB-55B5-F78122D02E04}"/>
                </a:ext>
              </a:extLst>
            </p:cNvPr>
            <p:cNvSpPr>
              <a:spLocks noChangeArrowheads="1"/>
            </p:cNvSpPr>
            <p:nvPr/>
          </p:nvSpPr>
          <p:spPr bwMode="auto">
            <a:xfrm>
              <a:off x="671513" y="2165350"/>
              <a:ext cx="603250" cy="585788"/>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2" name="Rectangle 25">
              <a:extLst>
                <a:ext uri="{FF2B5EF4-FFF2-40B4-BE49-F238E27FC236}">
                  <a16:creationId xmlns:a16="http://schemas.microsoft.com/office/drawing/2014/main" id="{0A0B457F-BCD9-4D56-1C2C-E0C2473ACEEF}"/>
                </a:ext>
              </a:extLst>
            </p:cNvPr>
            <p:cNvSpPr>
              <a:spLocks noChangeArrowheads="1"/>
            </p:cNvSpPr>
            <p:nvPr/>
          </p:nvSpPr>
          <p:spPr bwMode="auto">
            <a:xfrm>
              <a:off x="1606550" y="2187575"/>
              <a:ext cx="603250" cy="585788"/>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3" name="Rectangle 26">
              <a:extLst>
                <a:ext uri="{FF2B5EF4-FFF2-40B4-BE49-F238E27FC236}">
                  <a16:creationId xmlns:a16="http://schemas.microsoft.com/office/drawing/2014/main" id="{0D6C7741-30D5-B288-94D6-1379DE0F081F}"/>
                </a:ext>
              </a:extLst>
            </p:cNvPr>
            <p:cNvSpPr>
              <a:spLocks noChangeArrowheads="1"/>
            </p:cNvSpPr>
            <p:nvPr/>
          </p:nvSpPr>
          <p:spPr bwMode="auto">
            <a:xfrm>
              <a:off x="2751138" y="2201863"/>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4" name="Rectangle 27">
              <a:extLst>
                <a:ext uri="{FF2B5EF4-FFF2-40B4-BE49-F238E27FC236}">
                  <a16:creationId xmlns:a16="http://schemas.microsoft.com/office/drawing/2014/main" id="{5F007C81-892B-E40C-6256-A8A2CAFACD12}"/>
                </a:ext>
              </a:extLst>
            </p:cNvPr>
            <p:cNvSpPr>
              <a:spLocks noChangeArrowheads="1"/>
            </p:cNvSpPr>
            <p:nvPr/>
          </p:nvSpPr>
          <p:spPr bwMode="auto">
            <a:xfrm>
              <a:off x="3654425" y="2216150"/>
              <a:ext cx="603250" cy="585788"/>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5" name="Rectangle 28">
              <a:extLst>
                <a:ext uri="{FF2B5EF4-FFF2-40B4-BE49-F238E27FC236}">
                  <a16:creationId xmlns:a16="http://schemas.microsoft.com/office/drawing/2014/main" id="{CC8EA6D3-EE4C-E3F3-A81B-8B4CB716F13F}"/>
                </a:ext>
              </a:extLst>
            </p:cNvPr>
            <p:cNvSpPr>
              <a:spLocks noChangeArrowheads="1"/>
            </p:cNvSpPr>
            <p:nvPr/>
          </p:nvSpPr>
          <p:spPr bwMode="auto">
            <a:xfrm>
              <a:off x="4437063" y="2319338"/>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6" name="Rectangle 29">
              <a:extLst>
                <a:ext uri="{FF2B5EF4-FFF2-40B4-BE49-F238E27FC236}">
                  <a16:creationId xmlns:a16="http://schemas.microsoft.com/office/drawing/2014/main" id="{AD393BDD-91F2-CEFF-F928-8C93DFFB7AFF}"/>
                </a:ext>
              </a:extLst>
            </p:cNvPr>
            <p:cNvSpPr>
              <a:spLocks noChangeArrowheads="1"/>
            </p:cNvSpPr>
            <p:nvPr/>
          </p:nvSpPr>
          <p:spPr bwMode="auto">
            <a:xfrm>
              <a:off x="742950" y="3937000"/>
              <a:ext cx="603250" cy="585788"/>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7" name="Rectangle 30">
              <a:extLst>
                <a:ext uri="{FF2B5EF4-FFF2-40B4-BE49-F238E27FC236}">
                  <a16:creationId xmlns:a16="http://schemas.microsoft.com/office/drawing/2014/main" id="{8AFA6766-6FBA-5FD8-829E-CC1C47411190}"/>
                </a:ext>
              </a:extLst>
            </p:cNvPr>
            <p:cNvSpPr>
              <a:spLocks noChangeArrowheads="1"/>
            </p:cNvSpPr>
            <p:nvPr/>
          </p:nvSpPr>
          <p:spPr bwMode="auto">
            <a:xfrm>
              <a:off x="1657350" y="3922713"/>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8" name="Rectangle 31">
              <a:extLst>
                <a:ext uri="{FF2B5EF4-FFF2-40B4-BE49-F238E27FC236}">
                  <a16:creationId xmlns:a16="http://schemas.microsoft.com/office/drawing/2014/main" id="{B8556616-1D2E-6AD1-2ECB-EC6EC0B13786}"/>
                </a:ext>
              </a:extLst>
            </p:cNvPr>
            <p:cNvSpPr>
              <a:spLocks noChangeArrowheads="1"/>
            </p:cNvSpPr>
            <p:nvPr/>
          </p:nvSpPr>
          <p:spPr bwMode="auto">
            <a:xfrm>
              <a:off x="2760663" y="3951288"/>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9" name="Rectangle 32">
              <a:extLst>
                <a:ext uri="{FF2B5EF4-FFF2-40B4-BE49-F238E27FC236}">
                  <a16:creationId xmlns:a16="http://schemas.microsoft.com/office/drawing/2014/main" id="{376E8DBF-16FB-65E3-17CB-E45DE321290B}"/>
                </a:ext>
              </a:extLst>
            </p:cNvPr>
            <p:cNvSpPr>
              <a:spLocks noChangeArrowheads="1"/>
            </p:cNvSpPr>
            <p:nvPr/>
          </p:nvSpPr>
          <p:spPr bwMode="auto">
            <a:xfrm>
              <a:off x="3648075" y="3979863"/>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90" name="Rectangle 33">
              <a:extLst>
                <a:ext uri="{FF2B5EF4-FFF2-40B4-BE49-F238E27FC236}">
                  <a16:creationId xmlns:a16="http://schemas.microsoft.com/office/drawing/2014/main" id="{B73D2190-62C1-2460-9342-51E1AD2AF73C}"/>
                </a:ext>
              </a:extLst>
            </p:cNvPr>
            <p:cNvSpPr>
              <a:spLocks noChangeArrowheads="1"/>
            </p:cNvSpPr>
            <p:nvPr/>
          </p:nvSpPr>
          <p:spPr bwMode="auto">
            <a:xfrm>
              <a:off x="4445000" y="3849688"/>
              <a:ext cx="603250" cy="585787"/>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91" name="Rectangle 34">
              <a:extLst>
                <a:ext uri="{FF2B5EF4-FFF2-40B4-BE49-F238E27FC236}">
                  <a16:creationId xmlns:a16="http://schemas.microsoft.com/office/drawing/2014/main" id="{507BCD6D-1585-A0AE-2114-81591134E938}"/>
                </a:ext>
              </a:extLst>
            </p:cNvPr>
            <p:cNvSpPr>
              <a:spLocks noChangeArrowheads="1"/>
            </p:cNvSpPr>
            <p:nvPr/>
          </p:nvSpPr>
          <p:spPr bwMode="auto">
            <a:xfrm>
              <a:off x="827088" y="2303587"/>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latin typeface="Roboto" panose="02000000000000000000" pitchFamily="2" charset="0"/>
                  <a:ea typeface="Roboto" panose="02000000000000000000" pitchFamily="2" charset="0"/>
                </a:rPr>
                <a:t>4</a:t>
              </a:r>
            </a:p>
          </p:txBody>
        </p:sp>
        <p:sp>
          <p:nvSpPr>
            <p:cNvPr id="92" name="Rectangle 35">
              <a:extLst>
                <a:ext uri="{FF2B5EF4-FFF2-40B4-BE49-F238E27FC236}">
                  <a16:creationId xmlns:a16="http://schemas.microsoft.com/office/drawing/2014/main" id="{8638540C-7779-59E2-863C-61F528A652C5}"/>
                </a:ext>
              </a:extLst>
            </p:cNvPr>
            <p:cNvSpPr>
              <a:spLocks noChangeArrowheads="1"/>
            </p:cNvSpPr>
            <p:nvPr/>
          </p:nvSpPr>
          <p:spPr bwMode="auto">
            <a:xfrm>
              <a:off x="1768475" y="2281238"/>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3</a:t>
              </a:r>
            </a:p>
          </p:txBody>
        </p:sp>
        <p:sp>
          <p:nvSpPr>
            <p:cNvPr id="93" name="Rectangle 36">
              <a:extLst>
                <a:ext uri="{FF2B5EF4-FFF2-40B4-BE49-F238E27FC236}">
                  <a16:creationId xmlns:a16="http://schemas.microsoft.com/office/drawing/2014/main" id="{3AE06082-A60C-6D3B-4179-95FB06EB157F}"/>
                </a:ext>
              </a:extLst>
            </p:cNvPr>
            <p:cNvSpPr>
              <a:spLocks noChangeArrowheads="1"/>
            </p:cNvSpPr>
            <p:nvPr/>
          </p:nvSpPr>
          <p:spPr bwMode="auto">
            <a:xfrm>
              <a:off x="2908300" y="2295525"/>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2</a:t>
              </a:r>
            </a:p>
          </p:txBody>
        </p:sp>
        <p:sp>
          <p:nvSpPr>
            <p:cNvPr id="94" name="Rectangle 37">
              <a:extLst>
                <a:ext uri="{FF2B5EF4-FFF2-40B4-BE49-F238E27FC236}">
                  <a16:creationId xmlns:a16="http://schemas.microsoft.com/office/drawing/2014/main" id="{BFBD5915-E911-F856-D409-C929D80E135B}"/>
                </a:ext>
              </a:extLst>
            </p:cNvPr>
            <p:cNvSpPr>
              <a:spLocks noChangeArrowheads="1"/>
            </p:cNvSpPr>
            <p:nvPr/>
          </p:nvSpPr>
          <p:spPr bwMode="auto">
            <a:xfrm>
              <a:off x="3790950" y="2295525"/>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1</a:t>
              </a:r>
            </a:p>
          </p:txBody>
        </p:sp>
        <p:sp>
          <p:nvSpPr>
            <p:cNvPr id="95" name="Rectangle 38">
              <a:extLst>
                <a:ext uri="{FF2B5EF4-FFF2-40B4-BE49-F238E27FC236}">
                  <a16:creationId xmlns:a16="http://schemas.microsoft.com/office/drawing/2014/main" id="{2084B98D-0D3E-77C3-2941-06967059C891}"/>
                </a:ext>
              </a:extLst>
            </p:cNvPr>
            <p:cNvSpPr>
              <a:spLocks noChangeArrowheads="1"/>
            </p:cNvSpPr>
            <p:nvPr/>
          </p:nvSpPr>
          <p:spPr bwMode="auto">
            <a:xfrm>
              <a:off x="4551363" y="2401888"/>
              <a:ext cx="285590"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R</a:t>
              </a:r>
            </a:p>
          </p:txBody>
        </p:sp>
        <p:sp>
          <p:nvSpPr>
            <p:cNvPr id="96" name="Rectangle 39">
              <a:extLst>
                <a:ext uri="{FF2B5EF4-FFF2-40B4-BE49-F238E27FC236}">
                  <a16:creationId xmlns:a16="http://schemas.microsoft.com/office/drawing/2014/main" id="{EF232F23-E843-DA08-F6BD-50F277B69359}"/>
                </a:ext>
              </a:extLst>
            </p:cNvPr>
            <p:cNvSpPr>
              <a:spLocks noChangeArrowheads="1"/>
            </p:cNvSpPr>
            <p:nvPr/>
          </p:nvSpPr>
          <p:spPr bwMode="auto">
            <a:xfrm>
              <a:off x="866365" y="4043302"/>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latin typeface="Roboto" panose="02000000000000000000" pitchFamily="2" charset="0"/>
                  <a:ea typeface="Roboto" panose="02000000000000000000" pitchFamily="2" charset="0"/>
                </a:rPr>
                <a:t>5</a:t>
              </a:r>
            </a:p>
          </p:txBody>
        </p:sp>
        <p:sp>
          <p:nvSpPr>
            <p:cNvPr id="97" name="Rectangle 40">
              <a:extLst>
                <a:ext uri="{FF2B5EF4-FFF2-40B4-BE49-F238E27FC236}">
                  <a16:creationId xmlns:a16="http://schemas.microsoft.com/office/drawing/2014/main" id="{C311560F-28D3-86E0-3A2B-92F18BFF042B}"/>
                </a:ext>
              </a:extLst>
            </p:cNvPr>
            <p:cNvSpPr>
              <a:spLocks noChangeArrowheads="1"/>
            </p:cNvSpPr>
            <p:nvPr/>
          </p:nvSpPr>
          <p:spPr bwMode="auto">
            <a:xfrm>
              <a:off x="1812515" y="4043302"/>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6</a:t>
              </a:r>
            </a:p>
          </p:txBody>
        </p:sp>
        <p:sp>
          <p:nvSpPr>
            <p:cNvPr id="98" name="Rectangle 41">
              <a:extLst>
                <a:ext uri="{FF2B5EF4-FFF2-40B4-BE49-F238E27FC236}">
                  <a16:creationId xmlns:a16="http://schemas.microsoft.com/office/drawing/2014/main" id="{1DDA275A-B4B8-A0C5-815B-C484709EF784}"/>
                </a:ext>
              </a:extLst>
            </p:cNvPr>
            <p:cNvSpPr>
              <a:spLocks noChangeArrowheads="1"/>
            </p:cNvSpPr>
            <p:nvPr/>
          </p:nvSpPr>
          <p:spPr bwMode="auto">
            <a:xfrm>
              <a:off x="2911875" y="4079451"/>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latin typeface="Roboto" panose="02000000000000000000" pitchFamily="2" charset="0"/>
                  <a:ea typeface="Roboto" panose="02000000000000000000" pitchFamily="2" charset="0"/>
                </a:rPr>
                <a:t>7</a:t>
              </a:r>
            </a:p>
          </p:txBody>
        </p:sp>
        <p:sp>
          <p:nvSpPr>
            <p:cNvPr id="99" name="Rectangle 42">
              <a:extLst>
                <a:ext uri="{FF2B5EF4-FFF2-40B4-BE49-F238E27FC236}">
                  <a16:creationId xmlns:a16="http://schemas.microsoft.com/office/drawing/2014/main" id="{065CC046-8E47-B27C-63D9-CC968F751BDA}"/>
                </a:ext>
              </a:extLst>
            </p:cNvPr>
            <p:cNvSpPr>
              <a:spLocks noChangeArrowheads="1"/>
            </p:cNvSpPr>
            <p:nvPr/>
          </p:nvSpPr>
          <p:spPr bwMode="auto">
            <a:xfrm>
              <a:off x="3790950" y="4061592"/>
              <a:ext cx="273853"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dirty="0">
                  <a:latin typeface="Roboto" panose="02000000000000000000" pitchFamily="2" charset="0"/>
                  <a:ea typeface="Roboto" panose="02000000000000000000" pitchFamily="2" charset="0"/>
                </a:rPr>
                <a:t>8</a:t>
              </a:r>
            </a:p>
          </p:txBody>
        </p:sp>
        <p:sp>
          <p:nvSpPr>
            <p:cNvPr id="100" name="Rectangle 43">
              <a:extLst>
                <a:ext uri="{FF2B5EF4-FFF2-40B4-BE49-F238E27FC236}">
                  <a16:creationId xmlns:a16="http://schemas.microsoft.com/office/drawing/2014/main" id="{08F50A87-C701-07B4-F99A-D1D509B522B9}"/>
                </a:ext>
              </a:extLst>
            </p:cNvPr>
            <p:cNvSpPr>
              <a:spLocks noChangeArrowheads="1"/>
            </p:cNvSpPr>
            <p:nvPr/>
          </p:nvSpPr>
          <p:spPr bwMode="auto">
            <a:xfrm>
              <a:off x="4598988" y="3952875"/>
              <a:ext cx="272549" cy="33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100" b="0">
                  <a:latin typeface="Roboto" panose="02000000000000000000" pitchFamily="2" charset="0"/>
                  <a:ea typeface="Roboto" panose="02000000000000000000" pitchFamily="2" charset="0"/>
                </a:rPr>
                <a:t>F</a:t>
              </a:r>
            </a:p>
          </p:txBody>
        </p:sp>
        <p:sp>
          <p:nvSpPr>
            <p:cNvPr id="101" name="Line 44">
              <a:extLst>
                <a:ext uri="{FF2B5EF4-FFF2-40B4-BE49-F238E27FC236}">
                  <a16:creationId xmlns:a16="http://schemas.microsoft.com/office/drawing/2014/main" id="{239D5A5A-9774-0A68-D556-D4AC8747CC12}"/>
                </a:ext>
              </a:extLst>
            </p:cNvPr>
            <p:cNvSpPr>
              <a:spLocks noChangeShapeType="1"/>
            </p:cNvSpPr>
            <p:nvPr/>
          </p:nvSpPr>
          <p:spPr bwMode="auto">
            <a:xfrm flipH="1">
              <a:off x="1146175" y="3005138"/>
              <a:ext cx="538163"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2" name="Line 45">
              <a:extLst>
                <a:ext uri="{FF2B5EF4-FFF2-40B4-BE49-F238E27FC236}">
                  <a16:creationId xmlns:a16="http://schemas.microsoft.com/office/drawing/2014/main" id="{80D81492-4745-BFD0-9D96-58F58AB4D58A}"/>
                </a:ext>
              </a:extLst>
            </p:cNvPr>
            <p:cNvSpPr>
              <a:spLocks noChangeShapeType="1"/>
            </p:cNvSpPr>
            <p:nvPr/>
          </p:nvSpPr>
          <p:spPr bwMode="auto">
            <a:xfrm>
              <a:off x="957263" y="3222625"/>
              <a:ext cx="0" cy="27463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3" name="Line 46">
              <a:extLst>
                <a:ext uri="{FF2B5EF4-FFF2-40B4-BE49-F238E27FC236}">
                  <a16:creationId xmlns:a16="http://schemas.microsoft.com/office/drawing/2014/main" id="{1C438616-7653-E6E1-69F3-20D48961911C}"/>
                </a:ext>
              </a:extLst>
            </p:cNvPr>
            <p:cNvSpPr>
              <a:spLocks noChangeShapeType="1"/>
            </p:cNvSpPr>
            <p:nvPr/>
          </p:nvSpPr>
          <p:spPr bwMode="auto">
            <a:xfrm>
              <a:off x="1219200" y="3657600"/>
              <a:ext cx="479425"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4" name="Line 47">
              <a:extLst>
                <a:ext uri="{FF2B5EF4-FFF2-40B4-BE49-F238E27FC236}">
                  <a16:creationId xmlns:a16="http://schemas.microsoft.com/office/drawing/2014/main" id="{1C8CF40D-F7AE-BD75-1AB6-0D2558EC56CF}"/>
                </a:ext>
              </a:extLst>
            </p:cNvPr>
            <p:cNvSpPr>
              <a:spLocks noChangeShapeType="1"/>
            </p:cNvSpPr>
            <p:nvPr/>
          </p:nvSpPr>
          <p:spPr bwMode="auto">
            <a:xfrm flipH="1">
              <a:off x="3249613" y="3076575"/>
              <a:ext cx="466725"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5" name="Line 48">
              <a:extLst>
                <a:ext uri="{FF2B5EF4-FFF2-40B4-BE49-F238E27FC236}">
                  <a16:creationId xmlns:a16="http://schemas.microsoft.com/office/drawing/2014/main" id="{89A298A8-C244-7076-BCC1-D58BD1E0F716}"/>
                </a:ext>
              </a:extLst>
            </p:cNvPr>
            <p:cNvSpPr>
              <a:spLocks noChangeShapeType="1"/>
            </p:cNvSpPr>
            <p:nvPr/>
          </p:nvSpPr>
          <p:spPr bwMode="auto">
            <a:xfrm>
              <a:off x="3033713" y="3251200"/>
              <a:ext cx="14287" cy="2174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6" name="Line 49">
              <a:extLst>
                <a:ext uri="{FF2B5EF4-FFF2-40B4-BE49-F238E27FC236}">
                  <a16:creationId xmlns:a16="http://schemas.microsoft.com/office/drawing/2014/main" id="{B1C6EDF7-1EA2-3A31-7AE5-EACB6783EC55}"/>
                </a:ext>
              </a:extLst>
            </p:cNvPr>
            <p:cNvSpPr>
              <a:spLocks noChangeShapeType="1"/>
            </p:cNvSpPr>
            <p:nvPr/>
          </p:nvSpPr>
          <p:spPr bwMode="auto">
            <a:xfrm>
              <a:off x="3251200" y="3671888"/>
              <a:ext cx="508000"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7" name="Line 50">
              <a:extLst>
                <a:ext uri="{FF2B5EF4-FFF2-40B4-BE49-F238E27FC236}">
                  <a16:creationId xmlns:a16="http://schemas.microsoft.com/office/drawing/2014/main" id="{C1C93883-38D5-E971-2A8E-F038BED6858B}"/>
                </a:ext>
              </a:extLst>
            </p:cNvPr>
            <p:cNvSpPr>
              <a:spLocks noChangeShapeType="1"/>
            </p:cNvSpPr>
            <p:nvPr/>
          </p:nvSpPr>
          <p:spPr bwMode="auto">
            <a:xfrm flipV="1">
              <a:off x="4165600" y="3598863"/>
              <a:ext cx="406400" cy="5873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8" name="Freeform 51">
              <a:extLst>
                <a:ext uri="{FF2B5EF4-FFF2-40B4-BE49-F238E27FC236}">
                  <a16:creationId xmlns:a16="http://schemas.microsoft.com/office/drawing/2014/main" id="{836C0D0E-E315-873B-90AA-CA8807AFC98C}"/>
                </a:ext>
              </a:extLst>
            </p:cNvPr>
            <p:cNvSpPr>
              <a:spLocks/>
            </p:cNvSpPr>
            <p:nvPr/>
          </p:nvSpPr>
          <p:spPr bwMode="auto">
            <a:xfrm>
              <a:off x="4398963" y="3294063"/>
              <a:ext cx="120650" cy="347662"/>
            </a:xfrm>
            <a:custGeom>
              <a:avLst/>
              <a:gdLst>
                <a:gd name="T0" fmla="*/ 115248 w 67"/>
                <a:gd name="T1" fmla="*/ 347662 h 201"/>
                <a:gd name="T2" fmla="*/ 64827 w 67"/>
                <a:gd name="T3" fmla="*/ 268098 h 201"/>
                <a:gd name="T4" fmla="*/ 0 w 67"/>
                <a:gd name="T5" fmla="*/ 172966 h 201"/>
                <a:gd name="T6" fmla="*/ 81034 w 67"/>
                <a:gd name="T7" fmla="*/ 0 h 2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201">
                  <a:moveTo>
                    <a:pt x="64" y="201"/>
                  </a:moveTo>
                  <a:cubicBezTo>
                    <a:pt x="46" y="148"/>
                    <a:pt x="67" y="197"/>
                    <a:pt x="36" y="155"/>
                  </a:cubicBezTo>
                  <a:cubicBezTo>
                    <a:pt x="23" y="137"/>
                    <a:pt x="0" y="100"/>
                    <a:pt x="0" y="100"/>
                  </a:cubicBezTo>
                  <a:cubicBezTo>
                    <a:pt x="7" y="53"/>
                    <a:pt x="2" y="22"/>
                    <a:pt x="45" y="0"/>
                  </a:cubicBezTo>
                </a:path>
              </a:pathLst>
            </a:custGeom>
            <a:noFill/>
            <a:ln w="12700" cap="sq" cmpd="sng">
              <a:solidFill>
                <a:schemeClr val="tx1"/>
              </a:solidFill>
              <a:prstDash val="solid"/>
              <a:round/>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109" name="Freeform 52">
              <a:extLst>
                <a:ext uri="{FF2B5EF4-FFF2-40B4-BE49-F238E27FC236}">
                  <a16:creationId xmlns:a16="http://schemas.microsoft.com/office/drawing/2014/main" id="{6353C20B-B654-E594-BFAA-1A2824FBAAF1}"/>
                </a:ext>
              </a:extLst>
            </p:cNvPr>
            <p:cNvSpPr>
              <a:spLocks/>
            </p:cNvSpPr>
            <p:nvPr/>
          </p:nvSpPr>
          <p:spPr bwMode="auto">
            <a:xfrm>
              <a:off x="4468813" y="3267075"/>
              <a:ext cx="136525" cy="57150"/>
            </a:xfrm>
            <a:custGeom>
              <a:avLst/>
              <a:gdLst>
                <a:gd name="T0" fmla="*/ 0 w 132"/>
                <a:gd name="T1" fmla="*/ 0 h 63"/>
                <a:gd name="T2" fmla="*/ 135491 w 132"/>
                <a:gd name="T3" fmla="*/ 11793 h 63"/>
                <a:gd name="T4" fmla="*/ 8274 w 132"/>
                <a:gd name="T5" fmla="*/ 56243 h 63"/>
                <a:gd name="T6" fmla="*/ 0 w 132"/>
                <a:gd name="T7" fmla="*/ 0 h 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 h="63">
                  <a:moveTo>
                    <a:pt x="0" y="0"/>
                  </a:moveTo>
                  <a:lnTo>
                    <a:pt x="131" y="13"/>
                  </a:lnTo>
                  <a:lnTo>
                    <a:pt x="8" y="62"/>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110" name="Line 53">
              <a:extLst>
                <a:ext uri="{FF2B5EF4-FFF2-40B4-BE49-F238E27FC236}">
                  <a16:creationId xmlns:a16="http://schemas.microsoft.com/office/drawing/2014/main" id="{C5463F39-DB03-7298-5621-61189673A2DB}"/>
                </a:ext>
              </a:extLst>
            </p:cNvPr>
            <p:cNvSpPr>
              <a:spLocks noChangeShapeType="1"/>
            </p:cNvSpPr>
            <p:nvPr/>
          </p:nvSpPr>
          <p:spPr bwMode="auto">
            <a:xfrm flipH="1" flipV="1">
              <a:off x="4122738" y="3090863"/>
              <a:ext cx="420687" cy="11747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1" name="Freeform 54">
              <a:extLst>
                <a:ext uri="{FF2B5EF4-FFF2-40B4-BE49-F238E27FC236}">
                  <a16:creationId xmlns:a16="http://schemas.microsoft.com/office/drawing/2014/main" id="{59BE1646-5873-8218-12F3-EACEB6781925}"/>
                </a:ext>
              </a:extLst>
            </p:cNvPr>
            <p:cNvSpPr>
              <a:spLocks/>
            </p:cNvSpPr>
            <p:nvPr/>
          </p:nvSpPr>
          <p:spPr bwMode="auto">
            <a:xfrm>
              <a:off x="1536700" y="3135313"/>
              <a:ext cx="146050" cy="449262"/>
            </a:xfrm>
            <a:custGeom>
              <a:avLst/>
              <a:gdLst>
                <a:gd name="T0" fmla="*/ 146050 w 92"/>
                <a:gd name="T1" fmla="*/ 449262 h 283"/>
                <a:gd name="T2" fmla="*/ 0 w 92"/>
                <a:gd name="T3" fmla="*/ 347662 h 283"/>
                <a:gd name="T4" fmla="*/ 87313 w 92"/>
                <a:gd name="T5" fmla="*/ 57150 h 283"/>
                <a:gd name="T6" fmla="*/ 146050 w 92"/>
                <a:gd name="T7" fmla="*/ 0 h 2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 h="283">
                  <a:moveTo>
                    <a:pt x="92" y="283"/>
                  </a:moveTo>
                  <a:cubicBezTo>
                    <a:pt x="12" y="257"/>
                    <a:pt x="53" y="272"/>
                    <a:pt x="0" y="219"/>
                  </a:cubicBezTo>
                  <a:cubicBezTo>
                    <a:pt x="8" y="120"/>
                    <a:pt x="3" y="103"/>
                    <a:pt x="55" y="36"/>
                  </a:cubicBezTo>
                  <a:cubicBezTo>
                    <a:pt x="83" y="0"/>
                    <a:pt x="59" y="15"/>
                    <a:pt x="92" y="0"/>
                  </a:cubicBezTo>
                </a:path>
              </a:pathLst>
            </a:custGeom>
            <a:noFill/>
            <a:ln w="12700" cap="sq" cmpd="sng">
              <a:solidFill>
                <a:schemeClr val="tx1"/>
              </a:solidFill>
              <a:prstDash val="solid"/>
              <a:round/>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112" name="Freeform 55">
              <a:extLst>
                <a:ext uri="{FF2B5EF4-FFF2-40B4-BE49-F238E27FC236}">
                  <a16:creationId xmlns:a16="http://schemas.microsoft.com/office/drawing/2014/main" id="{4615C767-1C4B-FFB8-2A96-9CBCAB348DD2}"/>
                </a:ext>
              </a:extLst>
            </p:cNvPr>
            <p:cNvSpPr>
              <a:spLocks/>
            </p:cNvSpPr>
            <p:nvPr/>
          </p:nvSpPr>
          <p:spPr bwMode="auto">
            <a:xfrm>
              <a:off x="1630363" y="3114675"/>
              <a:ext cx="136525" cy="57150"/>
            </a:xfrm>
            <a:custGeom>
              <a:avLst/>
              <a:gdLst>
                <a:gd name="T0" fmla="*/ 0 w 132"/>
                <a:gd name="T1" fmla="*/ 0 h 63"/>
                <a:gd name="T2" fmla="*/ 135491 w 132"/>
                <a:gd name="T3" fmla="*/ 11793 h 63"/>
                <a:gd name="T4" fmla="*/ 8274 w 132"/>
                <a:gd name="T5" fmla="*/ 56243 h 63"/>
                <a:gd name="T6" fmla="*/ 0 w 132"/>
                <a:gd name="T7" fmla="*/ 0 h 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 h="63">
                  <a:moveTo>
                    <a:pt x="0" y="0"/>
                  </a:moveTo>
                  <a:lnTo>
                    <a:pt x="131" y="13"/>
                  </a:lnTo>
                  <a:lnTo>
                    <a:pt x="8" y="62"/>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9721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600" dirty="0"/>
              <a:t>Cellular Flow: Separate Operator from Machine</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pPr marL="0" indent="0">
              <a:buNone/>
            </a:pPr>
            <a:r>
              <a:rPr lang="en-US" sz="2400" dirty="0">
                <a:ea typeface="+mj-ea"/>
                <a:cs typeface="+mj-cs"/>
              </a:rPr>
              <a:t>1 OPERATOR, MULTIPLE MACHINES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sp>
        <p:nvSpPr>
          <p:cNvPr id="3" name="Content Placeholder 2">
            <a:extLst>
              <a:ext uri="{FF2B5EF4-FFF2-40B4-BE49-F238E27FC236}">
                <a16:creationId xmlns:a16="http://schemas.microsoft.com/office/drawing/2014/main" id="{AC4BF878-7426-7D81-02E7-3AE781F6E821}"/>
              </a:ext>
            </a:extLst>
          </p:cNvPr>
          <p:cNvSpPr>
            <a:spLocks noGrp="1"/>
          </p:cNvSpPr>
          <p:nvPr>
            <p:ph sz="half" idx="1"/>
          </p:nvPr>
        </p:nvSpPr>
        <p:spPr/>
        <p:txBody>
          <a:bodyPr>
            <a:normAutofit/>
          </a:bodyPr>
          <a:lstStyle/>
          <a:p>
            <a:pPr marL="0" indent="0">
              <a:buNone/>
            </a:pPr>
            <a:r>
              <a:rPr lang="en-US" sz="2400" dirty="0"/>
              <a:t>1 OPERATOR, 1 MACHINE</a:t>
            </a:r>
          </a:p>
        </p:txBody>
      </p:sp>
      <p:grpSp>
        <p:nvGrpSpPr>
          <p:cNvPr id="5" name="Group 4">
            <a:extLst>
              <a:ext uri="{FF2B5EF4-FFF2-40B4-BE49-F238E27FC236}">
                <a16:creationId xmlns:a16="http://schemas.microsoft.com/office/drawing/2014/main" id="{8B5CBCD4-F7A9-2719-3C6B-D61CE1C6BDA1}"/>
              </a:ext>
            </a:extLst>
          </p:cNvPr>
          <p:cNvGrpSpPr/>
          <p:nvPr/>
        </p:nvGrpSpPr>
        <p:grpSpPr>
          <a:xfrm>
            <a:off x="838200" y="297639"/>
            <a:ext cx="4241800" cy="301303"/>
            <a:chOff x="838200" y="297639"/>
            <a:chExt cx="4241800" cy="301303"/>
          </a:xfrm>
        </p:grpSpPr>
        <p:grpSp>
          <p:nvGrpSpPr>
            <p:cNvPr id="25" name="Group 24">
              <a:extLst>
                <a:ext uri="{FF2B5EF4-FFF2-40B4-BE49-F238E27FC236}">
                  <a16:creationId xmlns:a16="http://schemas.microsoft.com/office/drawing/2014/main" id="{B825D53D-135A-6936-9CE6-C205A3E1BB7D}"/>
                </a:ext>
              </a:extLst>
            </p:cNvPr>
            <p:cNvGrpSpPr/>
            <p:nvPr/>
          </p:nvGrpSpPr>
          <p:grpSpPr>
            <a:xfrm>
              <a:off x="838200" y="297639"/>
              <a:ext cx="1373842" cy="290657"/>
              <a:chOff x="838200" y="297639"/>
              <a:chExt cx="1373842" cy="290657"/>
            </a:xfrm>
          </p:grpSpPr>
          <p:sp>
            <p:nvSpPr>
              <p:cNvPr id="28" name="AutoShape 9">
                <a:extLst>
                  <a:ext uri="{FF2B5EF4-FFF2-40B4-BE49-F238E27FC236}">
                    <a16:creationId xmlns:a16="http://schemas.microsoft.com/office/drawing/2014/main" id="{6663A044-5263-1252-670A-2DE25268615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796C251F-817C-85F3-6C04-ADA91EE92C84}"/>
                  </a:ext>
                </a:extLst>
              </p:cNvPr>
              <p:cNvGrpSpPr/>
              <p:nvPr/>
            </p:nvGrpSpPr>
            <p:grpSpPr>
              <a:xfrm>
                <a:off x="838200" y="297639"/>
                <a:ext cx="1060167" cy="290657"/>
                <a:chOff x="826426" y="4041857"/>
                <a:chExt cx="1060167" cy="290657"/>
              </a:xfrm>
            </p:grpSpPr>
            <p:sp>
              <p:nvSpPr>
                <p:cNvPr id="30" name="AutoShape 9">
                  <a:extLst>
                    <a:ext uri="{FF2B5EF4-FFF2-40B4-BE49-F238E27FC236}">
                      <a16:creationId xmlns:a16="http://schemas.microsoft.com/office/drawing/2014/main" id="{5B392661-5D3A-D7FD-9BC6-85D9B8CB03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1">
                  <a:extLst>
                    <a:ext uri="{FF2B5EF4-FFF2-40B4-BE49-F238E27FC236}">
                      <a16:creationId xmlns:a16="http://schemas.microsoft.com/office/drawing/2014/main" id="{3DDA33E7-EF90-36AD-E619-905428D5C31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28964422-72A7-2A21-F3FC-7772C80B92A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6" name="TextBox 25">
              <a:extLst>
                <a:ext uri="{FF2B5EF4-FFF2-40B4-BE49-F238E27FC236}">
                  <a16:creationId xmlns:a16="http://schemas.microsoft.com/office/drawing/2014/main" id="{6771586D-AB2C-3CB3-D3EF-80370F08CC5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grpSp>
        <p:nvGrpSpPr>
          <p:cNvPr id="12" name="Group 11">
            <a:extLst>
              <a:ext uri="{FF2B5EF4-FFF2-40B4-BE49-F238E27FC236}">
                <a16:creationId xmlns:a16="http://schemas.microsoft.com/office/drawing/2014/main" id="{5782EE46-6E4C-1528-09F3-E06B8ABF13D4}"/>
              </a:ext>
            </a:extLst>
          </p:cNvPr>
          <p:cNvGrpSpPr/>
          <p:nvPr/>
        </p:nvGrpSpPr>
        <p:grpSpPr>
          <a:xfrm>
            <a:off x="1584692" y="2534603"/>
            <a:ext cx="2557780" cy="2933382"/>
            <a:chOff x="1435100" y="2370138"/>
            <a:chExt cx="1709738" cy="1893887"/>
          </a:xfrm>
        </p:grpSpPr>
        <p:sp>
          <p:nvSpPr>
            <p:cNvPr id="9" name="Rectangle 15">
              <a:extLst>
                <a:ext uri="{FF2B5EF4-FFF2-40B4-BE49-F238E27FC236}">
                  <a16:creationId xmlns:a16="http://schemas.microsoft.com/office/drawing/2014/main" id="{222D2998-EB92-B700-E1B3-B5C141225722}"/>
                </a:ext>
              </a:extLst>
            </p:cNvPr>
            <p:cNvSpPr>
              <a:spLocks noChangeArrowheads="1"/>
            </p:cNvSpPr>
            <p:nvPr/>
          </p:nvSpPr>
          <p:spPr bwMode="auto">
            <a:xfrm>
              <a:off x="2316163" y="2370138"/>
              <a:ext cx="828675" cy="1893887"/>
            </a:xfrm>
            <a:prstGeom prst="rect">
              <a:avLst/>
            </a:prstGeom>
            <a:solidFill>
              <a:schemeClr val="bg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 name="Freeform 17">
              <a:extLst>
                <a:ext uri="{FF2B5EF4-FFF2-40B4-BE49-F238E27FC236}">
                  <a16:creationId xmlns:a16="http://schemas.microsoft.com/office/drawing/2014/main" id="{433C7E64-A38A-9B49-8E8E-2BD0B8FDD70C}"/>
                </a:ext>
              </a:extLst>
            </p:cNvPr>
            <p:cNvSpPr>
              <a:spLocks/>
            </p:cNvSpPr>
            <p:nvPr/>
          </p:nvSpPr>
          <p:spPr bwMode="auto">
            <a:xfrm>
              <a:off x="1435100" y="3078163"/>
              <a:ext cx="557213" cy="552450"/>
            </a:xfrm>
            <a:custGeom>
              <a:avLst/>
              <a:gdLst>
                <a:gd name="T0" fmla="*/ 555625 w 351"/>
                <a:gd name="T1" fmla="*/ 276225 h 348"/>
                <a:gd name="T2" fmla="*/ 554038 w 351"/>
                <a:gd name="T3" fmla="*/ 252413 h 348"/>
                <a:gd name="T4" fmla="*/ 550863 w 351"/>
                <a:gd name="T5" fmla="*/ 225425 h 348"/>
                <a:gd name="T6" fmla="*/ 533400 w 351"/>
                <a:gd name="T7" fmla="*/ 176213 h 348"/>
                <a:gd name="T8" fmla="*/ 469900 w 351"/>
                <a:gd name="T9" fmla="*/ 87313 h 348"/>
                <a:gd name="T10" fmla="*/ 428625 w 351"/>
                <a:gd name="T11" fmla="*/ 52388 h 348"/>
                <a:gd name="T12" fmla="*/ 381000 w 351"/>
                <a:gd name="T13" fmla="*/ 23813 h 348"/>
                <a:gd name="T14" fmla="*/ 330200 w 351"/>
                <a:gd name="T15" fmla="*/ 6350 h 348"/>
                <a:gd name="T16" fmla="*/ 277813 w 351"/>
                <a:gd name="T17" fmla="*/ 0 h 348"/>
                <a:gd name="T18" fmla="*/ 254000 w 351"/>
                <a:gd name="T19" fmla="*/ 1588 h 348"/>
                <a:gd name="T20" fmla="*/ 227013 w 351"/>
                <a:gd name="T21" fmla="*/ 4763 h 348"/>
                <a:gd name="T22" fmla="*/ 176213 w 351"/>
                <a:gd name="T23" fmla="*/ 22225 h 348"/>
                <a:gd name="T24" fmla="*/ 87313 w 351"/>
                <a:gd name="T25" fmla="*/ 85725 h 348"/>
                <a:gd name="T26" fmla="*/ 52388 w 351"/>
                <a:gd name="T27" fmla="*/ 127000 h 348"/>
                <a:gd name="T28" fmla="*/ 25400 w 351"/>
                <a:gd name="T29" fmla="*/ 174625 h 348"/>
                <a:gd name="T30" fmla="*/ 7938 w 351"/>
                <a:gd name="T31" fmla="*/ 223838 h 348"/>
                <a:gd name="T32" fmla="*/ 0 w 351"/>
                <a:gd name="T33" fmla="*/ 276225 h 348"/>
                <a:gd name="T34" fmla="*/ 22225 w 351"/>
                <a:gd name="T35" fmla="*/ 376238 h 348"/>
                <a:gd name="T36" fmla="*/ 85725 w 351"/>
                <a:gd name="T37" fmla="*/ 463550 h 348"/>
                <a:gd name="T38" fmla="*/ 127000 w 351"/>
                <a:gd name="T39" fmla="*/ 498475 h 348"/>
                <a:gd name="T40" fmla="*/ 174625 w 351"/>
                <a:gd name="T41" fmla="*/ 527050 h 348"/>
                <a:gd name="T42" fmla="*/ 225425 w 351"/>
                <a:gd name="T43" fmla="*/ 544513 h 348"/>
                <a:gd name="T44" fmla="*/ 277813 w 351"/>
                <a:gd name="T45" fmla="*/ 550863 h 348"/>
                <a:gd name="T46" fmla="*/ 377825 w 351"/>
                <a:gd name="T47" fmla="*/ 528638 h 348"/>
                <a:gd name="T48" fmla="*/ 468313 w 351"/>
                <a:gd name="T49" fmla="*/ 465138 h 348"/>
                <a:gd name="T50" fmla="*/ 503238 w 351"/>
                <a:gd name="T51" fmla="*/ 425450 h 348"/>
                <a:gd name="T52" fmla="*/ 530225 w 351"/>
                <a:gd name="T53" fmla="*/ 377825 h 348"/>
                <a:gd name="T54" fmla="*/ 549275 w 351"/>
                <a:gd name="T55" fmla="*/ 327025 h 348"/>
                <a:gd name="T56" fmla="*/ 555625 w 351"/>
                <a:gd name="T57" fmla="*/ 276225 h 3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51" h="348">
                  <a:moveTo>
                    <a:pt x="350" y="174"/>
                  </a:moveTo>
                  <a:lnTo>
                    <a:pt x="349" y="159"/>
                  </a:lnTo>
                  <a:lnTo>
                    <a:pt x="347" y="142"/>
                  </a:lnTo>
                  <a:lnTo>
                    <a:pt x="336" y="111"/>
                  </a:lnTo>
                  <a:lnTo>
                    <a:pt x="296" y="55"/>
                  </a:lnTo>
                  <a:lnTo>
                    <a:pt x="270" y="33"/>
                  </a:lnTo>
                  <a:lnTo>
                    <a:pt x="240" y="15"/>
                  </a:lnTo>
                  <a:lnTo>
                    <a:pt x="208" y="4"/>
                  </a:lnTo>
                  <a:lnTo>
                    <a:pt x="175" y="0"/>
                  </a:lnTo>
                  <a:lnTo>
                    <a:pt x="160" y="1"/>
                  </a:lnTo>
                  <a:lnTo>
                    <a:pt x="143" y="3"/>
                  </a:lnTo>
                  <a:lnTo>
                    <a:pt x="111" y="14"/>
                  </a:lnTo>
                  <a:lnTo>
                    <a:pt x="55" y="54"/>
                  </a:lnTo>
                  <a:lnTo>
                    <a:pt x="33" y="80"/>
                  </a:lnTo>
                  <a:lnTo>
                    <a:pt x="16" y="110"/>
                  </a:lnTo>
                  <a:lnTo>
                    <a:pt x="5" y="141"/>
                  </a:lnTo>
                  <a:lnTo>
                    <a:pt x="0" y="174"/>
                  </a:lnTo>
                  <a:lnTo>
                    <a:pt x="14" y="237"/>
                  </a:lnTo>
                  <a:lnTo>
                    <a:pt x="54" y="292"/>
                  </a:lnTo>
                  <a:lnTo>
                    <a:pt x="80" y="314"/>
                  </a:lnTo>
                  <a:lnTo>
                    <a:pt x="110" y="332"/>
                  </a:lnTo>
                  <a:lnTo>
                    <a:pt x="142" y="343"/>
                  </a:lnTo>
                  <a:lnTo>
                    <a:pt x="175" y="347"/>
                  </a:lnTo>
                  <a:lnTo>
                    <a:pt x="238" y="333"/>
                  </a:lnTo>
                  <a:lnTo>
                    <a:pt x="295" y="293"/>
                  </a:lnTo>
                  <a:lnTo>
                    <a:pt x="317" y="268"/>
                  </a:lnTo>
                  <a:lnTo>
                    <a:pt x="334" y="238"/>
                  </a:lnTo>
                  <a:lnTo>
                    <a:pt x="346" y="206"/>
                  </a:lnTo>
                  <a:lnTo>
                    <a:pt x="350" y="174"/>
                  </a:lnTo>
                </a:path>
              </a:pathLst>
            </a:custGeom>
            <a:solidFill>
              <a:schemeClr val="accent4"/>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11" name="Freeform 18">
              <a:extLst>
                <a:ext uri="{FF2B5EF4-FFF2-40B4-BE49-F238E27FC236}">
                  <a16:creationId xmlns:a16="http://schemas.microsoft.com/office/drawing/2014/main" id="{9DA91BB7-CBD5-5D40-9071-36F2D0A2387C}"/>
                </a:ext>
              </a:extLst>
            </p:cNvPr>
            <p:cNvSpPr>
              <a:spLocks/>
            </p:cNvSpPr>
            <p:nvPr/>
          </p:nvSpPr>
          <p:spPr bwMode="auto">
            <a:xfrm>
              <a:off x="1436688" y="2924175"/>
              <a:ext cx="477837" cy="841375"/>
            </a:xfrm>
            <a:custGeom>
              <a:avLst/>
              <a:gdLst>
                <a:gd name="T0" fmla="*/ 457200 w 301"/>
                <a:gd name="T1" fmla="*/ 1588 h 530"/>
                <a:gd name="T2" fmla="*/ 412750 w 301"/>
                <a:gd name="T3" fmla="*/ 0 h 530"/>
                <a:gd name="T4" fmla="*/ 390525 w 301"/>
                <a:gd name="T5" fmla="*/ 0 h 530"/>
                <a:gd name="T6" fmla="*/ 366712 w 301"/>
                <a:gd name="T7" fmla="*/ 3175 h 530"/>
                <a:gd name="T8" fmla="*/ 280987 w 301"/>
                <a:gd name="T9" fmla="*/ 23813 h 530"/>
                <a:gd name="T10" fmla="*/ 203200 w 301"/>
                <a:gd name="T11" fmla="*/ 60325 h 530"/>
                <a:gd name="T12" fmla="*/ 133350 w 301"/>
                <a:gd name="T13" fmla="*/ 112713 h 530"/>
                <a:gd name="T14" fmla="*/ 77787 w 301"/>
                <a:gd name="T15" fmla="*/ 176213 h 530"/>
                <a:gd name="T16" fmla="*/ 34925 w 301"/>
                <a:gd name="T17" fmla="*/ 252413 h 530"/>
                <a:gd name="T18" fmla="*/ 7937 w 301"/>
                <a:gd name="T19" fmla="*/ 336550 h 530"/>
                <a:gd name="T20" fmla="*/ 1587 w 301"/>
                <a:gd name="T21" fmla="*/ 381000 h 530"/>
                <a:gd name="T22" fmla="*/ 0 w 301"/>
                <a:gd name="T23" fmla="*/ 404813 h 530"/>
                <a:gd name="T24" fmla="*/ 0 w 301"/>
                <a:gd name="T25" fmla="*/ 428625 h 530"/>
                <a:gd name="T26" fmla="*/ 9525 w 301"/>
                <a:gd name="T27" fmla="*/ 517525 h 530"/>
                <a:gd name="T28" fmla="*/ 41275 w 301"/>
                <a:gd name="T29" fmla="*/ 601663 h 530"/>
                <a:gd name="T30" fmla="*/ 85725 w 301"/>
                <a:gd name="T31" fmla="*/ 674688 h 530"/>
                <a:gd name="T32" fmla="*/ 146050 w 301"/>
                <a:gd name="T33" fmla="*/ 738188 h 530"/>
                <a:gd name="T34" fmla="*/ 215900 w 301"/>
                <a:gd name="T35" fmla="*/ 787400 h 530"/>
                <a:gd name="T36" fmla="*/ 295275 w 301"/>
                <a:gd name="T37" fmla="*/ 820738 h 530"/>
                <a:gd name="T38" fmla="*/ 382587 w 301"/>
                <a:gd name="T39" fmla="*/ 838200 h 530"/>
                <a:gd name="T40" fmla="*/ 428625 w 301"/>
                <a:gd name="T41" fmla="*/ 839788 h 530"/>
                <a:gd name="T42" fmla="*/ 476250 w 301"/>
                <a:gd name="T43" fmla="*/ 836613 h 5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01" h="530">
                  <a:moveTo>
                    <a:pt x="288" y="1"/>
                  </a:moveTo>
                  <a:lnTo>
                    <a:pt x="260" y="0"/>
                  </a:lnTo>
                  <a:lnTo>
                    <a:pt x="246" y="0"/>
                  </a:lnTo>
                  <a:lnTo>
                    <a:pt x="231" y="2"/>
                  </a:lnTo>
                  <a:lnTo>
                    <a:pt x="177" y="15"/>
                  </a:lnTo>
                  <a:lnTo>
                    <a:pt x="128" y="38"/>
                  </a:lnTo>
                  <a:lnTo>
                    <a:pt x="84" y="71"/>
                  </a:lnTo>
                  <a:lnTo>
                    <a:pt x="49" y="111"/>
                  </a:lnTo>
                  <a:lnTo>
                    <a:pt x="22" y="159"/>
                  </a:lnTo>
                  <a:lnTo>
                    <a:pt x="5" y="212"/>
                  </a:lnTo>
                  <a:lnTo>
                    <a:pt x="1" y="240"/>
                  </a:lnTo>
                  <a:lnTo>
                    <a:pt x="0" y="255"/>
                  </a:lnTo>
                  <a:lnTo>
                    <a:pt x="0" y="270"/>
                  </a:lnTo>
                  <a:lnTo>
                    <a:pt x="6" y="326"/>
                  </a:lnTo>
                  <a:lnTo>
                    <a:pt x="26" y="379"/>
                  </a:lnTo>
                  <a:lnTo>
                    <a:pt x="54" y="425"/>
                  </a:lnTo>
                  <a:lnTo>
                    <a:pt x="92" y="465"/>
                  </a:lnTo>
                  <a:lnTo>
                    <a:pt x="136" y="496"/>
                  </a:lnTo>
                  <a:lnTo>
                    <a:pt x="186" y="517"/>
                  </a:lnTo>
                  <a:lnTo>
                    <a:pt x="241" y="528"/>
                  </a:lnTo>
                  <a:lnTo>
                    <a:pt x="270" y="529"/>
                  </a:lnTo>
                  <a:lnTo>
                    <a:pt x="300" y="527"/>
                  </a:lnTo>
                </a:path>
              </a:pathLst>
            </a:custGeom>
            <a:noFill/>
            <a:ln w="12700" cap="rnd" cmpd="sng">
              <a:solidFill>
                <a:srgbClr val="000000"/>
              </a:solidFill>
              <a:prstDash val="solid"/>
              <a:round/>
              <a:headEnd type="none" w="sm" len="sm"/>
              <a:tailEnd type="none" w="sm" len="sm"/>
            </a:ln>
            <a:effectLst/>
          </p:spPr>
          <p:txBody>
            <a:bodyPr/>
            <a:lstStyle/>
            <a:p>
              <a:pPr algn="ctr">
                <a:lnSpc>
                  <a:spcPct val="80000"/>
                </a:lnSpc>
                <a:spcBef>
                  <a:spcPct val="20000"/>
                </a:spcBef>
                <a:defRPr/>
              </a:pPr>
              <a:endParaRPr lang="en-US"/>
            </a:p>
          </p:txBody>
        </p:sp>
      </p:grpSp>
      <p:grpSp>
        <p:nvGrpSpPr>
          <p:cNvPr id="34" name="Group 33">
            <a:extLst>
              <a:ext uri="{FF2B5EF4-FFF2-40B4-BE49-F238E27FC236}">
                <a16:creationId xmlns:a16="http://schemas.microsoft.com/office/drawing/2014/main" id="{4EE086DC-DBEE-BDD8-1282-9984945498C9}"/>
              </a:ext>
            </a:extLst>
          </p:cNvPr>
          <p:cNvGrpSpPr/>
          <p:nvPr/>
        </p:nvGrpSpPr>
        <p:grpSpPr>
          <a:xfrm>
            <a:off x="6800204" y="2453322"/>
            <a:ext cx="3918595" cy="3185477"/>
            <a:chOff x="5245100" y="1703388"/>
            <a:chExt cx="2954338" cy="2633662"/>
          </a:xfrm>
        </p:grpSpPr>
        <p:sp>
          <p:nvSpPr>
            <p:cNvPr id="20" name="Rectangle 8">
              <a:extLst>
                <a:ext uri="{FF2B5EF4-FFF2-40B4-BE49-F238E27FC236}">
                  <a16:creationId xmlns:a16="http://schemas.microsoft.com/office/drawing/2014/main" id="{51B26754-00B1-8710-7AB3-C69B7059F2B2}"/>
                </a:ext>
              </a:extLst>
            </p:cNvPr>
            <p:cNvSpPr>
              <a:spLocks noChangeArrowheads="1"/>
            </p:cNvSpPr>
            <p:nvPr/>
          </p:nvSpPr>
          <p:spPr bwMode="auto">
            <a:xfrm>
              <a:off x="5762625" y="1703388"/>
              <a:ext cx="1860550" cy="654050"/>
            </a:xfrm>
            <a:prstGeom prst="rect">
              <a:avLst/>
            </a:prstGeom>
            <a:solidFill>
              <a:schemeClr val="bg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Rectangle 9">
              <a:extLst>
                <a:ext uri="{FF2B5EF4-FFF2-40B4-BE49-F238E27FC236}">
                  <a16:creationId xmlns:a16="http://schemas.microsoft.com/office/drawing/2014/main" id="{AC3D2C43-5F1C-719F-6E14-C8B16B3CE067}"/>
                </a:ext>
              </a:extLst>
            </p:cNvPr>
            <p:cNvSpPr>
              <a:spLocks noChangeArrowheads="1"/>
            </p:cNvSpPr>
            <p:nvPr/>
          </p:nvSpPr>
          <p:spPr bwMode="auto">
            <a:xfrm>
              <a:off x="5245100" y="2862263"/>
              <a:ext cx="847725" cy="1474787"/>
            </a:xfrm>
            <a:prstGeom prst="rect">
              <a:avLst/>
            </a:prstGeom>
            <a:solidFill>
              <a:schemeClr val="bg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 name="Rectangle 10">
              <a:extLst>
                <a:ext uri="{FF2B5EF4-FFF2-40B4-BE49-F238E27FC236}">
                  <a16:creationId xmlns:a16="http://schemas.microsoft.com/office/drawing/2014/main" id="{494AC2C2-0B04-01B8-4EAE-79FDDF6A355B}"/>
                </a:ext>
              </a:extLst>
            </p:cNvPr>
            <p:cNvSpPr>
              <a:spLocks noChangeArrowheads="1"/>
            </p:cNvSpPr>
            <p:nvPr/>
          </p:nvSpPr>
          <p:spPr bwMode="auto">
            <a:xfrm>
              <a:off x="7351713" y="2862263"/>
              <a:ext cx="847725" cy="1474787"/>
            </a:xfrm>
            <a:prstGeom prst="rect">
              <a:avLst/>
            </a:prstGeom>
            <a:solidFill>
              <a:schemeClr val="bg2"/>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3" name="Group 12">
              <a:extLst>
                <a:ext uri="{FF2B5EF4-FFF2-40B4-BE49-F238E27FC236}">
                  <a16:creationId xmlns:a16="http://schemas.microsoft.com/office/drawing/2014/main" id="{F683F3BC-26C3-BE8A-E067-D611E325D21C}"/>
                </a:ext>
              </a:extLst>
            </p:cNvPr>
            <p:cNvGrpSpPr>
              <a:grpSpLocks/>
            </p:cNvGrpSpPr>
            <p:nvPr/>
          </p:nvGrpSpPr>
          <p:grpSpPr bwMode="auto">
            <a:xfrm>
              <a:off x="6329363" y="3686175"/>
              <a:ext cx="847725" cy="547688"/>
              <a:chOff x="3519" y="2637"/>
              <a:chExt cx="534" cy="345"/>
            </a:xfrm>
          </p:grpSpPr>
          <p:sp>
            <p:nvSpPr>
              <p:cNvPr id="24" name="Oval 13">
                <a:extLst>
                  <a:ext uri="{FF2B5EF4-FFF2-40B4-BE49-F238E27FC236}">
                    <a16:creationId xmlns:a16="http://schemas.microsoft.com/office/drawing/2014/main" id="{7C2E7445-4CEE-65C9-5C44-04A82822D9D2}"/>
                  </a:ext>
                </a:extLst>
              </p:cNvPr>
              <p:cNvSpPr>
                <a:spLocks noChangeArrowheads="1"/>
              </p:cNvSpPr>
              <p:nvPr/>
            </p:nvSpPr>
            <p:spPr bwMode="auto">
              <a:xfrm>
                <a:off x="3621" y="2637"/>
                <a:ext cx="342" cy="341"/>
              </a:xfrm>
              <a:prstGeom prst="ellipse">
                <a:avLst/>
              </a:prstGeom>
              <a:solidFill>
                <a:schemeClr val="accent4"/>
              </a:solidFill>
              <a:ln w="12700">
                <a:solidFill>
                  <a:srgbClr val="0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Freeform 14">
                <a:extLst>
                  <a:ext uri="{FF2B5EF4-FFF2-40B4-BE49-F238E27FC236}">
                    <a16:creationId xmlns:a16="http://schemas.microsoft.com/office/drawing/2014/main" id="{3A255346-A4A7-E55B-42FD-BCFEAA9112D9}"/>
                  </a:ext>
                </a:extLst>
              </p:cNvPr>
              <p:cNvSpPr>
                <a:spLocks/>
              </p:cNvSpPr>
              <p:nvPr/>
            </p:nvSpPr>
            <p:spPr bwMode="auto">
              <a:xfrm>
                <a:off x="3519" y="2682"/>
                <a:ext cx="534" cy="300"/>
              </a:xfrm>
              <a:custGeom>
                <a:avLst/>
                <a:gdLst>
                  <a:gd name="T0" fmla="*/ 1 w 534"/>
                  <a:gd name="T1" fmla="*/ 12 h 300"/>
                  <a:gd name="T2" fmla="*/ 0 w 534"/>
                  <a:gd name="T3" fmla="*/ 40 h 300"/>
                  <a:gd name="T4" fmla="*/ 2 w 534"/>
                  <a:gd name="T5" fmla="*/ 69 h 300"/>
                  <a:gd name="T6" fmla="*/ 15 w 534"/>
                  <a:gd name="T7" fmla="*/ 123 h 300"/>
                  <a:gd name="T8" fmla="*/ 38 w 534"/>
                  <a:gd name="T9" fmla="*/ 171 h 300"/>
                  <a:gd name="T10" fmla="*/ 72 w 534"/>
                  <a:gd name="T11" fmla="*/ 215 h 300"/>
                  <a:gd name="T12" fmla="*/ 113 w 534"/>
                  <a:gd name="T13" fmla="*/ 250 h 300"/>
                  <a:gd name="T14" fmla="*/ 161 w 534"/>
                  <a:gd name="T15" fmla="*/ 277 h 300"/>
                  <a:gd name="T16" fmla="*/ 214 w 534"/>
                  <a:gd name="T17" fmla="*/ 294 h 300"/>
                  <a:gd name="T18" fmla="*/ 243 w 534"/>
                  <a:gd name="T19" fmla="*/ 298 h 300"/>
                  <a:gd name="T20" fmla="*/ 258 w 534"/>
                  <a:gd name="T21" fmla="*/ 298 h 300"/>
                  <a:gd name="T22" fmla="*/ 272 w 534"/>
                  <a:gd name="T23" fmla="*/ 299 h 300"/>
                  <a:gd name="T24" fmla="*/ 329 w 534"/>
                  <a:gd name="T25" fmla="*/ 292 h 300"/>
                  <a:gd name="T26" fmla="*/ 382 w 534"/>
                  <a:gd name="T27" fmla="*/ 273 h 300"/>
                  <a:gd name="T28" fmla="*/ 428 w 534"/>
                  <a:gd name="T29" fmla="*/ 245 h 300"/>
                  <a:gd name="T30" fmla="*/ 468 w 534"/>
                  <a:gd name="T31" fmla="*/ 207 h 300"/>
                  <a:gd name="T32" fmla="*/ 499 w 534"/>
                  <a:gd name="T33" fmla="*/ 163 h 300"/>
                  <a:gd name="T34" fmla="*/ 521 w 534"/>
                  <a:gd name="T35" fmla="*/ 113 h 300"/>
                  <a:gd name="T36" fmla="*/ 532 w 534"/>
                  <a:gd name="T37" fmla="*/ 59 h 300"/>
                  <a:gd name="T38" fmla="*/ 533 w 534"/>
                  <a:gd name="T39" fmla="*/ 30 h 300"/>
                  <a:gd name="T40" fmla="*/ 533 w 534"/>
                  <a:gd name="T41" fmla="*/ 15 h 300"/>
                  <a:gd name="T42" fmla="*/ 531 w 534"/>
                  <a:gd name="T43" fmla="*/ 0 h 3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4" h="300">
                    <a:moveTo>
                      <a:pt x="1" y="12"/>
                    </a:moveTo>
                    <a:lnTo>
                      <a:pt x="0" y="40"/>
                    </a:lnTo>
                    <a:lnTo>
                      <a:pt x="2" y="69"/>
                    </a:lnTo>
                    <a:lnTo>
                      <a:pt x="15" y="123"/>
                    </a:lnTo>
                    <a:lnTo>
                      <a:pt x="38" y="171"/>
                    </a:lnTo>
                    <a:lnTo>
                      <a:pt x="72" y="215"/>
                    </a:lnTo>
                    <a:lnTo>
                      <a:pt x="113" y="250"/>
                    </a:lnTo>
                    <a:lnTo>
                      <a:pt x="161" y="277"/>
                    </a:lnTo>
                    <a:lnTo>
                      <a:pt x="214" y="294"/>
                    </a:lnTo>
                    <a:lnTo>
                      <a:pt x="243" y="298"/>
                    </a:lnTo>
                    <a:lnTo>
                      <a:pt x="258" y="298"/>
                    </a:lnTo>
                    <a:lnTo>
                      <a:pt x="272" y="299"/>
                    </a:lnTo>
                    <a:lnTo>
                      <a:pt x="329" y="292"/>
                    </a:lnTo>
                    <a:lnTo>
                      <a:pt x="382" y="273"/>
                    </a:lnTo>
                    <a:lnTo>
                      <a:pt x="428" y="245"/>
                    </a:lnTo>
                    <a:lnTo>
                      <a:pt x="468" y="207"/>
                    </a:lnTo>
                    <a:lnTo>
                      <a:pt x="499" y="163"/>
                    </a:lnTo>
                    <a:lnTo>
                      <a:pt x="521" y="113"/>
                    </a:lnTo>
                    <a:lnTo>
                      <a:pt x="532" y="59"/>
                    </a:lnTo>
                    <a:lnTo>
                      <a:pt x="533" y="30"/>
                    </a:lnTo>
                    <a:lnTo>
                      <a:pt x="533" y="15"/>
                    </a:lnTo>
                    <a:lnTo>
                      <a:pt x="531" y="0"/>
                    </a:lnTo>
                  </a:path>
                </a:pathLst>
              </a:custGeom>
              <a:noFill/>
              <a:ln w="12700" cap="rnd" cmpd="sng">
                <a:solidFill>
                  <a:srgbClr val="000000"/>
                </a:solidFill>
                <a:prstDash val="solid"/>
                <a:round/>
                <a:headEnd type="none" w="sm" len="sm"/>
                <a:tailEnd type="none" w="sm" len="sm"/>
              </a:ln>
              <a:effectLst/>
            </p:spPr>
            <p:txBody>
              <a:bodyPr/>
              <a:lstStyle/>
              <a:p>
                <a:pPr algn="ctr">
                  <a:lnSpc>
                    <a:spcPct val="80000"/>
                  </a:lnSpc>
                  <a:spcBef>
                    <a:spcPct val="20000"/>
                  </a:spcBef>
                  <a:defRPr/>
                </a:pPr>
                <a:endParaRPr lang="en-US"/>
              </a:p>
            </p:txBody>
          </p:sp>
        </p:grpSp>
        <p:sp>
          <p:nvSpPr>
            <p:cNvPr id="33" name="AutoShape 19">
              <a:extLst>
                <a:ext uri="{FF2B5EF4-FFF2-40B4-BE49-F238E27FC236}">
                  <a16:creationId xmlns:a16="http://schemas.microsoft.com/office/drawing/2014/main" id="{DB36A73A-3129-8EBB-36BD-8A7A48189CBD}"/>
                </a:ext>
              </a:extLst>
            </p:cNvPr>
            <p:cNvSpPr>
              <a:spLocks noChangeArrowheads="1"/>
            </p:cNvSpPr>
            <p:nvPr/>
          </p:nvSpPr>
          <p:spPr bwMode="auto">
            <a:xfrm>
              <a:off x="6105525" y="2379663"/>
              <a:ext cx="1130300" cy="977900"/>
            </a:xfrm>
            <a:prstGeom prst="triangle">
              <a:avLst>
                <a:gd name="adj" fmla="val 49995"/>
              </a:avLst>
            </a:prstGeom>
            <a:noFill/>
            <a:ln w="127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Tree>
    <p:extLst>
      <p:ext uri="{BB962C8B-B14F-4D97-AF65-F5344CB8AC3E}">
        <p14:creationId xmlns:p14="http://schemas.microsoft.com/office/powerpoint/2010/main" val="2310409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To Automate or Not to Automate?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674521865"/>
              </p:ext>
            </p:extLst>
          </p:nvPr>
        </p:nvGraphicFramePr>
        <p:xfrm>
          <a:off x="2858528" y="1803772"/>
          <a:ext cx="6725310" cy="4459926"/>
        </p:xfrm>
        <a:graphic>
          <a:graphicData uri="http://schemas.openxmlformats.org/drawingml/2006/table">
            <a:tbl>
              <a:tblPr/>
              <a:tblGrid>
                <a:gridCol w="1345062">
                  <a:extLst>
                    <a:ext uri="{9D8B030D-6E8A-4147-A177-3AD203B41FA5}">
                      <a16:colId xmlns:a16="http://schemas.microsoft.com/office/drawing/2014/main" val="20000"/>
                    </a:ext>
                  </a:extLst>
                </a:gridCol>
                <a:gridCol w="1345062">
                  <a:extLst>
                    <a:ext uri="{9D8B030D-6E8A-4147-A177-3AD203B41FA5}">
                      <a16:colId xmlns:a16="http://schemas.microsoft.com/office/drawing/2014/main" val="20001"/>
                    </a:ext>
                  </a:extLst>
                </a:gridCol>
                <a:gridCol w="1345062">
                  <a:extLst>
                    <a:ext uri="{9D8B030D-6E8A-4147-A177-3AD203B41FA5}">
                      <a16:colId xmlns:a16="http://schemas.microsoft.com/office/drawing/2014/main" val="20002"/>
                    </a:ext>
                  </a:extLst>
                </a:gridCol>
                <a:gridCol w="1345062">
                  <a:extLst>
                    <a:ext uri="{9D8B030D-6E8A-4147-A177-3AD203B41FA5}">
                      <a16:colId xmlns:a16="http://schemas.microsoft.com/office/drawing/2014/main" val="2343117968"/>
                    </a:ext>
                  </a:extLst>
                </a:gridCol>
                <a:gridCol w="1345062">
                  <a:extLst>
                    <a:ext uri="{9D8B030D-6E8A-4147-A177-3AD203B41FA5}">
                      <a16:colId xmlns:a16="http://schemas.microsoft.com/office/drawing/2014/main" val="3823806477"/>
                    </a:ext>
                  </a:extLst>
                </a:gridCol>
              </a:tblGrid>
              <a:tr h="743321">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Level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Cycle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Unload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Load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Transfer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4332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1</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332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2</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332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3</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74332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4</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5"/>
                          </a:solidFill>
                          <a:effectLst/>
                          <a:latin typeface="Roboto" panose="02000000000000000000" pitchFamily="2" charset="0"/>
                          <a:ea typeface="Roboto" panose="02000000000000000000" pitchFamily="2" charset="0"/>
                          <a:cs typeface="+mn-cs"/>
                        </a:rPr>
                        <a:t>Manual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4332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5</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400" b="1" i="0" u="none" strike="noStrike" kern="1200" cap="none" normalizeH="0" baseline="0" dirty="0">
                          <a:ln>
                            <a:noFill/>
                          </a:ln>
                          <a:solidFill>
                            <a:schemeClr val="accent1"/>
                          </a:solidFill>
                          <a:effectLst/>
                          <a:latin typeface="Roboto" panose="02000000000000000000" pitchFamily="2" charset="0"/>
                          <a:ea typeface="Roboto" panose="02000000000000000000" pitchFamily="2" charset="0"/>
                          <a:cs typeface="+mn-cs"/>
                        </a:rPr>
                        <a:t>Auto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536967"/>
                  </a:ext>
                </a:extLst>
              </a:tr>
            </a:tbl>
          </a:graphicData>
        </a:graphic>
      </p:graphicFrame>
      <p:grpSp>
        <p:nvGrpSpPr>
          <p:cNvPr id="4" name="Group 3">
            <a:extLst>
              <a:ext uri="{FF2B5EF4-FFF2-40B4-BE49-F238E27FC236}">
                <a16:creationId xmlns:a16="http://schemas.microsoft.com/office/drawing/2014/main" id="{D734249B-739F-2613-860A-9DF4498BDB90}"/>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189C5109-7EF3-938B-8DCE-FDEE955B0E9A}"/>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2E2C7BF1-348B-3610-55BC-23508AF65BB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67BF9D4-596E-0115-654F-D5D5A8EE24C6}"/>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F6C51F7-042B-4591-2BA4-DD95877691B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0CDAD2DE-1380-E754-752D-BDF1F7A2BF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2425D550-8D14-3C1F-914B-F773605F4C7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21921825-BAC0-C19A-4A1A-67E20AF1A7FC}"/>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sp>
        <p:nvSpPr>
          <p:cNvPr id="13" name="Rectangle 47">
            <a:extLst>
              <a:ext uri="{FF2B5EF4-FFF2-40B4-BE49-F238E27FC236}">
                <a16:creationId xmlns:a16="http://schemas.microsoft.com/office/drawing/2014/main" id="{44EA4443-3000-72CD-504D-A0AD57E37608}"/>
              </a:ext>
            </a:extLst>
          </p:cNvPr>
          <p:cNvSpPr>
            <a:spLocks noChangeArrowheads="1"/>
          </p:cNvSpPr>
          <p:nvPr/>
        </p:nvSpPr>
        <p:spPr bwMode="auto">
          <a:xfrm>
            <a:off x="364978" y="4166182"/>
            <a:ext cx="24394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dirty="0">
                <a:solidFill>
                  <a:srgbClr val="000000"/>
                </a:solidFill>
                <a:latin typeface="Roboto" panose="02000000000000000000" pitchFamily="2" charset="0"/>
                <a:ea typeface="Roboto" panose="02000000000000000000" pitchFamily="2" charset="0"/>
                <a:cs typeface="Times New Roman" panose="02020603050405020304" pitchFamily="18" charset="0"/>
              </a:rPr>
              <a:t>Level 3 = Ideal State (</a:t>
            </a:r>
            <a:r>
              <a:rPr lang="en-US" altLang="en-US" sz="1600" dirty="0" err="1">
                <a:solidFill>
                  <a:srgbClr val="000000"/>
                </a:solidFill>
                <a:latin typeface="Roboto" panose="02000000000000000000" pitchFamily="2" charset="0"/>
                <a:ea typeface="Roboto" panose="02000000000000000000" pitchFamily="2" charset="0"/>
                <a:cs typeface="Times New Roman" panose="02020603050405020304" pitchFamily="18" charset="0"/>
              </a:rPr>
              <a:t>Chaku-Chaku</a:t>
            </a:r>
            <a:r>
              <a:rPr lang="en-US" altLang="en-US" sz="1600" dirty="0">
                <a:solidFill>
                  <a:srgbClr val="000000"/>
                </a:solidFill>
                <a:latin typeface="Roboto" panose="02000000000000000000" pitchFamily="2" charset="0"/>
                <a:ea typeface="Roboto" panose="02000000000000000000" pitchFamily="2" charset="0"/>
                <a:cs typeface="Times New Roman" panose="02020603050405020304" pitchFamily="18" charset="0"/>
              </a:rPr>
              <a:t>)</a:t>
            </a:r>
            <a:endParaRPr lang="en-US" altLang="en-US" sz="1600" dirty="0">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838160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err="1"/>
              <a:t>Chaku-Chaku</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Means “load-load”</a:t>
            </a:r>
          </a:p>
          <a:p>
            <a:r>
              <a:rPr lang="en-US" dirty="0"/>
              <a:t>Operator should flow continuously from operation to operation spending less than 1-2 seconds per operation</a:t>
            </a:r>
          </a:p>
          <a:p>
            <a:r>
              <a:rPr lang="en-US" dirty="0"/>
              <a:t>A operator simply loads the part and moves on to the next operation</a:t>
            </a:r>
          </a:p>
          <a:p>
            <a:r>
              <a:rPr lang="en-US" dirty="0"/>
              <a:t>Automatic unloading of the workpiece (</a:t>
            </a:r>
            <a:r>
              <a:rPr lang="en-US" dirty="0" err="1"/>
              <a:t>hanedashi</a:t>
            </a:r>
            <a:r>
              <a:rPr lang="en-US" dirty="0"/>
              <a:t>)</a:t>
            </a:r>
          </a:p>
          <a:p>
            <a:r>
              <a:rPr lang="en-US" dirty="0"/>
              <a:t>The workpiece is oriented at unload</a:t>
            </a:r>
          </a:p>
          <a:p>
            <a:r>
              <a:rPr lang="en-US" dirty="0"/>
              <a:t>All operator movement in one plane (no reaching)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4F15E5BA-29EA-0D5F-BC75-B63CE96E725F}"/>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CADE4CB8-6D53-ABCE-ADFD-993725E7FFEC}"/>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2681F5A4-6D59-556C-59B5-9799DBCEC46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05D1682C-3FA3-3275-0073-2CA48C2C83C8}"/>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4429DD2-9E07-B618-CBF6-9B851A6EB10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3B1BB052-272F-64D6-8077-3F45581CC69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93FE9260-DE7B-ADA1-75E3-6A2616C20C0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29509E28-D834-6317-86DD-BF7082FE27F0}"/>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Key Concepts of Cell Design</a:t>
              </a:r>
            </a:p>
          </p:txBody>
        </p:sp>
      </p:grpSp>
    </p:spTree>
    <p:extLst>
      <p:ext uri="{BB962C8B-B14F-4D97-AF65-F5344CB8AC3E}">
        <p14:creationId xmlns:p14="http://schemas.microsoft.com/office/powerpoint/2010/main" val="2289808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Steps to Designing a Cell</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the steps to designing a cell</a:t>
            </a:r>
          </a:p>
          <a:p>
            <a:r>
              <a:rPr lang="en-US" sz="2400" dirty="0"/>
              <a:t>Review examples of each step</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Steps to  Designing a Cell</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Key Concepts of Cell Design</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094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23</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17110932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4058890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Determine What the Cell is to Produce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grpSp>
        <p:nvGrpSpPr>
          <p:cNvPr id="28" name="Group 27">
            <a:extLst>
              <a:ext uri="{FF2B5EF4-FFF2-40B4-BE49-F238E27FC236}">
                <a16:creationId xmlns:a16="http://schemas.microsoft.com/office/drawing/2014/main" id="{0651DDC6-A9C6-797B-5AE9-27FD74F1ECA4}"/>
              </a:ext>
            </a:extLst>
          </p:cNvPr>
          <p:cNvGrpSpPr/>
          <p:nvPr/>
        </p:nvGrpSpPr>
        <p:grpSpPr>
          <a:xfrm>
            <a:off x="838200" y="1930239"/>
            <a:ext cx="9815688" cy="3880252"/>
            <a:chOff x="461963" y="1536700"/>
            <a:chExt cx="8259762" cy="2774950"/>
          </a:xfrm>
        </p:grpSpPr>
        <p:sp>
          <p:nvSpPr>
            <p:cNvPr id="7" name="Rectangle 8">
              <a:extLst>
                <a:ext uri="{FF2B5EF4-FFF2-40B4-BE49-F238E27FC236}">
                  <a16:creationId xmlns:a16="http://schemas.microsoft.com/office/drawing/2014/main" id="{6CF96FDD-0F68-28AC-9AE9-730E447CC2C5}"/>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Product Family</a:t>
              </a:r>
              <a:br>
                <a:rPr lang="en-US" altLang="en-US" sz="1800" dirty="0">
                  <a:solidFill>
                    <a:schemeClr val="tx1"/>
                  </a:solidFill>
                  <a:latin typeface="Roboto" panose="02000000000000000000" pitchFamily="2" charset="0"/>
                  <a:ea typeface="Roboto" panose="02000000000000000000" pitchFamily="2" charset="0"/>
                </a:rPr>
              </a:br>
              <a:r>
                <a:rPr lang="en-US" altLang="en-US" sz="1800" dirty="0">
                  <a:solidFill>
                    <a:schemeClr val="tx1"/>
                  </a:solidFill>
                  <a:latin typeface="Roboto" panose="02000000000000000000" pitchFamily="2" charset="0"/>
                  <a:ea typeface="Roboto" panose="02000000000000000000" pitchFamily="2" charset="0"/>
                </a:rPr>
                <a:t>Analysis</a:t>
              </a:r>
            </a:p>
          </p:txBody>
        </p:sp>
        <p:sp>
          <p:nvSpPr>
            <p:cNvPr id="8" name="Rectangle 9">
              <a:extLst>
                <a:ext uri="{FF2B5EF4-FFF2-40B4-BE49-F238E27FC236}">
                  <a16:creationId xmlns:a16="http://schemas.microsoft.com/office/drawing/2014/main" id="{8D2932D3-34B4-769F-1FFC-FFFA83B969B1}"/>
                </a:ext>
              </a:extLst>
            </p:cNvPr>
            <p:cNvSpPr>
              <a:spLocks noChangeArrowheads="1"/>
            </p:cNvSpPr>
            <p:nvPr/>
          </p:nvSpPr>
          <p:spPr bwMode="auto">
            <a:xfrm>
              <a:off x="1196975" y="3251200"/>
              <a:ext cx="1908175" cy="568325"/>
            </a:xfrm>
            <a:prstGeom prst="rect">
              <a:avLst/>
            </a:prstGeom>
            <a:solidFill>
              <a:srgbClr val="DDDDDD"/>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solidFill>
                    <a:schemeClr val="tx1"/>
                  </a:solidFill>
                  <a:latin typeface="Roboto" panose="02000000000000000000" pitchFamily="2" charset="0"/>
                  <a:ea typeface="Roboto" panose="02000000000000000000" pitchFamily="2" charset="0"/>
                </a:rPr>
                <a:t>Benefits of</a:t>
              </a:r>
              <a:br>
                <a:rPr lang="en-US" altLang="en-US" sz="1800">
                  <a:solidFill>
                    <a:schemeClr val="tx1"/>
                  </a:solidFill>
                  <a:latin typeface="Roboto" panose="02000000000000000000" pitchFamily="2" charset="0"/>
                  <a:ea typeface="Roboto" panose="02000000000000000000" pitchFamily="2" charset="0"/>
                </a:rPr>
              </a:br>
              <a:r>
                <a:rPr lang="en-US" altLang="en-US" sz="1800">
                  <a:solidFill>
                    <a:schemeClr val="tx1"/>
                  </a:solidFill>
                  <a:latin typeface="Roboto" panose="02000000000000000000" pitchFamily="2" charset="0"/>
                  <a:ea typeface="Roboto" panose="02000000000000000000" pitchFamily="2" charset="0"/>
                </a:rPr>
                <a:t>Product Family</a:t>
              </a:r>
              <a:br>
                <a:rPr lang="en-US" altLang="en-US" sz="1800">
                  <a:solidFill>
                    <a:schemeClr val="tx1"/>
                  </a:solidFill>
                  <a:latin typeface="Roboto" panose="02000000000000000000" pitchFamily="2" charset="0"/>
                  <a:ea typeface="Roboto" panose="02000000000000000000" pitchFamily="2" charset="0"/>
                </a:rPr>
              </a:br>
              <a:r>
                <a:rPr lang="en-US" altLang="en-US" sz="1800">
                  <a:solidFill>
                    <a:schemeClr val="tx1"/>
                  </a:solidFill>
                  <a:latin typeface="Roboto" panose="02000000000000000000" pitchFamily="2" charset="0"/>
                  <a:ea typeface="Roboto" panose="02000000000000000000" pitchFamily="2" charset="0"/>
                </a:rPr>
                <a:t>Matrix</a:t>
              </a:r>
            </a:p>
          </p:txBody>
        </p:sp>
        <p:sp>
          <p:nvSpPr>
            <p:cNvPr id="9" name="Line 12">
              <a:extLst>
                <a:ext uri="{FF2B5EF4-FFF2-40B4-BE49-F238E27FC236}">
                  <a16:creationId xmlns:a16="http://schemas.microsoft.com/office/drawing/2014/main" id="{33F6D819-84E6-F21D-73F8-4372F9970439}"/>
                </a:ext>
              </a:extLst>
            </p:cNvPr>
            <p:cNvSpPr>
              <a:spLocks noChangeShapeType="1"/>
            </p:cNvSpPr>
            <p:nvPr/>
          </p:nvSpPr>
          <p:spPr bwMode="auto">
            <a:xfrm>
              <a:off x="471488" y="3149600"/>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sz="2400">
                <a:latin typeface="Roboto" panose="02000000000000000000" pitchFamily="2" charset="0"/>
                <a:ea typeface="Roboto" panose="02000000000000000000" pitchFamily="2" charset="0"/>
              </a:endParaRPr>
            </a:p>
          </p:txBody>
        </p:sp>
        <p:sp>
          <p:nvSpPr>
            <p:cNvPr id="10" name="Line 13">
              <a:extLst>
                <a:ext uri="{FF2B5EF4-FFF2-40B4-BE49-F238E27FC236}">
                  <a16:creationId xmlns:a16="http://schemas.microsoft.com/office/drawing/2014/main" id="{CF4D70C2-AB85-EE57-77D7-C439113203F9}"/>
                </a:ext>
              </a:extLst>
            </p:cNvPr>
            <p:cNvSpPr>
              <a:spLocks noChangeShapeType="1"/>
            </p:cNvSpPr>
            <p:nvPr/>
          </p:nvSpPr>
          <p:spPr bwMode="auto">
            <a:xfrm>
              <a:off x="487363" y="4311650"/>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sz="2400">
                <a:latin typeface="Roboto" panose="02000000000000000000" pitchFamily="2" charset="0"/>
                <a:ea typeface="Roboto" panose="02000000000000000000" pitchFamily="2" charset="0"/>
              </a:endParaRPr>
            </a:p>
          </p:txBody>
        </p:sp>
        <p:sp>
          <p:nvSpPr>
            <p:cNvPr id="18" name="Rectangle 16">
              <a:extLst>
                <a:ext uri="{FF2B5EF4-FFF2-40B4-BE49-F238E27FC236}">
                  <a16:creationId xmlns:a16="http://schemas.microsoft.com/office/drawing/2014/main" id="{A311D889-AACD-79A3-65E9-73A0AA207E5B}"/>
                </a:ext>
              </a:extLst>
            </p:cNvPr>
            <p:cNvSpPr>
              <a:spLocks noChangeArrowheads="1"/>
            </p:cNvSpPr>
            <p:nvPr/>
          </p:nvSpPr>
          <p:spPr bwMode="auto">
            <a:xfrm>
              <a:off x="3638550" y="1954213"/>
              <a:ext cx="4970463" cy="93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5000"/>
                </a:spcBef>
                <a:buClr>
                  <a:schemeClr val="tx1"/>
                </a:buClr>
                <a:buSzPct val="90000"/>
                <a:buFont typeface="Arial" panose="020B0604020202020204" pitchFamily="34" charset="0"/>
                <a:buChar char="•"/>
              </a:pPr>
              <a:r>
                <a:rPr lang="en-US" altLang="en-US" sz="1800" dirty="0">
                  <a:solidFill>
                    <a:schemeClr val="tx1"/>
                  </a:solidFill>
                  <a:latin typeface="Roboto" panose="02000000000000000000" pitchFamily="2" charset="0"/>
                  <a:ea typeface="Roboto" panose="02000000000000000000" pitchFamily="2" charset="0"/>
                </a:rPr>
                <a:t>A matrix tool to determine similarities of process steps and sequence.</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800" dirty="0">
                  <a:solidFill>
                    <a:schemeClr val="tx1"/>
                  </a:solidFill>
                  <a:latin typeface="Roboto" panose="02000000000000000000" pitchFamily="2" charset="0"/>
                  <a:ea typeface="Roboto" panose="02000000000000000000" pitchFamily="2" charset="0"/>
                </a:rPr>
                <a:t>The analysis sheet is the first step to determining what will be produced by the cell or cells</a:t>
              </a:r>
            </a:p>
          </p:txBody>
        </p:sp>
        <p:sp>
          <p:nvSpPr>
            <p:cNvPr id="19" name="Rectangle 17">
              <a:extLst>
                <a:ext uri="{FF2B5EF4-FFF2-40B4-BE49-F238E27FC236}">
                  <a16:creationId xmlns:a16="http://schemas.microsoft.com/office/drawing/2014/main" id="{A3620AB2-8DD7-055F-6624-B2E182155168}"/>
                </a:ext>
              </a:extLst>
            </p:cNvPr>
            <p:cNvSpPr>
              <a:spLocks noChangeArrowheads="1"/>
            </p:cNvSpPr>
            <p:nvPr/>
          </p:nvSpPr>
          <p:spPr bwMode="auto">
            <a:xfrm>
              <a:off x="3641725" y="3255963"/>
              <a:ext cx="4981575" cy="82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5000"/>
                </a:spcBef>
                <a:buClr>
                  <a:schemeClr val="tx1"/>
                </a:buClr>
                <a:buSzPct val="90000"/>
                <a:buFont typeface="Arial" panose="020B0604020202020204" pitchFamily="34" charset="0"/>
                <a:buChar char="•"/>
              </a:pPr>
              <a:r>
                <a:rPr lang="en-US" altLang="en-US" sz="1800" dirty="0">
                  <a:solidFill>
                    <a:schemeClr val="tx1"/>
                  </a:solidFill>
                  <a:latin typeface="Roboto" panose="02000000000000000000" pitchFamily="2" charset="0"/>
                  <a:ea typeface="Roboto" panose="02000000000000000000" pitchFamily="2" charset="0"/>
                </a:rPr>
                <a:t>Shows model/volume relationship</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800" dirty="0">
                  <a:solidFill>
                    <a:schemeClr val="tx1"/>
                  </a:solidFill>
                  <a:latin typeface="Roboto" panose="02000000000000000000" pitchFamily="2" charset="0"/>
                  <a:ea typeface="Roboto" panose="02000000000000000000" pitchFamily="2" charset="0"/>
                </a:rPr>
                <a:t>Determines similarities</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800" dirty="0">
                  <a:solidFill>
                    <a:schemeClr val="tx1"/>
                  </a:solidFill>
                  <a:latin typeface="Roboto" panose="02000000000000000000" pitchFamily="2" charset="0"/>
                  <a:ea typeface="Roboto" panose="02000000000000000000" pitchFamily="2" charset="0"/>
                </a:rPr>
                <a:t>Can reduce the need for change-overs </a:t>
              </a:r>
              <a:endParaRPr lang="en-US" altLang="en-US" sz="1800" b="0" dirty="0">
                <a:solidFill>
                  <a:schemeClr val="tx1"/>
                </a:solidFill>
                <a:latin typeface="Roboto" panose="02000000000000000000" pitchFamily="2" charset="0"/>
                <a:ea typeface="Roboto" panose="02000000000000000000" pitchFamily="2" charset="0"/>
              </a:endParaRPr>
            </a:p>
          </p:txBody>
        </p:sp>
        <p:sp>
          <p:nvSpPr>
            <p:cNvPr id="24" name="Line 20">
              <a:extLst>
                <a:ext uri="{FF2B5EF4-FFF2-40B4-BE49-F238E27FC236}">
                  <a16:creationId xmlns:a16="http://schemas.microsoft.com/office/drawing/2014/main" id="{9D6E430D-E5EC-4A32-9401-A8BD91DB4F55}"/>
                </a:ext>
              </a:extLst>
            </p:cNvPr>
            <p:cNvSpPr>
              <a:spLocks noChangeShapeType="1"/>
            </p:cNvSpPr>
            <p:nvPr/>
          </p:nvSpPr>
          <p:spPr bwMode="auto">
            <a:xfrm flipV="1">
              <a:off x="461963" y="1824038"/>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sz="2400">
                <a:latin typeface="Roboto" panose="02000000000000000000" pitchFamily="2" charset="0"/>
                <a:ea typeface="Roboto" panose="02000000000000000000" pitchFamily="2" charset="0"/>
              </a:endParaRPr>
            </a:p>
          </p:txBody>
        </p:sp>
        <p:sp>
          <p:nvSpPr>
            <p:cNvPr id="25" name="Text Box 21">
              <a:extLst>
                <a:ext uri="{FF2B5EF4-FFF2-40B4-BE49-F238E27FC236}">
                  <a16:creationId xmlns:a16="http://schemas.microsoft.com/office/drawing/2014/main" id="{8D8A26F9-F823-28A6-2F8F-F510514608B3}"/>
                </a:ext>
              </a:extLst>
            </p:cNvPr>
            <p:cNvSpPr txBox="1">
              <a:spLocks noChangeArrowheads="1"/>
            </p:cNvSpPr>
            <p:nvPr/>
          </p:nvSpPr>
          <p:spPr bwMode="auto">
            <a:xfrm>
              <a:off x="471488" y="1536700"/>
              <a:ext cx="4343742" cy="27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r>
                <a:rPr lang="en-US" altLang="en-US" sz="2400">
                  <a:solidFill>
                    <a:schemeClr val="tx1"/>
                  </a:solidFill>
                  <a:latin typeface="Roboto" panose="02000000000000000000" pitchFamily="2" charset="0"/>
                  <a:ea typeface="Roboto" panose="02000000000000000000" pitchFamily="2" charset="0"/>
                </a:rPr>
                <a:t>Points		           	      Descriptions</a:t>
              </a:r>
            </a:p>
          </p:txBody>
        </p:sp>
        <p:sp>
          <p:nvSpPr>
            <p:cNvPr id="26" name="Oval 22">
              <a:extLst>
                <a:ext uri="{FF2B5EF4-FFF2-40B4-BE49-F238E27FC236}">
                  <a16:creationId xmlns:a16="http://schemas.microsoft.com/office/drawing/2014/main" id="{C40407E9-1C81-65A6-81D1-EB54AD117733}"/>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rPr>
                <a:t>1</a:t>
              </a:r>
            </a:p>
          </p:txBody>
        </p:sp>
        <p:sp>
          <p:nvSpPr>
            <p:cNvPr id="27" name="Oval 23">
              <a:extLst>
                <a:ext uri="{FF2B5EF4-FFF2-40B4-BE49-F238E27FC236}">
                  <a16:creationId xmlns:a16="http://schemas.microsoft.com/office/drawing/2014/main" id="{4B7B9218-FE1D-6FDA-E20E-BE0AE6D3D026}"/>
                </a:ext>
              </a:extLst>
            </p:cNvPr>
            <p:cNvSpPr>
              <a:spLocks noChangeArrowheads="1"/>
            </p:cNvSpPr>
            <p:nvPr/>
          </p:nvSpPr>
          <p:spPr bwMode="auto">
            <a:xfrm>
              <a:off x="519113" y="3362325"/>
              <a:ext cx="400050" cy="366713"/>
            </a:xfrm>
            <a:prstGeom prst="ellipse">
              <a:avLst/>
            </a:prstGeom>
            <a:solidFill>
              <a:schemeClr val="accent1"/>
            </a:solidFill>
            <a:ln w="12700" cap="sq">
              <a:solidFill>
                <a:srgbClr val="8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rPr>
                <a:t>2</a:t>
              </a:r>
            </a:p>
          </p:txBody>
        </p:sp>
      </p:grpSp>
    </p:spTree>
    <p:extLst>
      <p:ext uri="{BB962C8B-B14F-4D97-AF65-F5344CB8AC3E}">
        <p14:creationId xmlns:p14="http://schemas.microsoft.com/office/powerpoint/2010/main" val="3856039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Product Family Matrix</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grpSp>
        <p:nvGrpSpPr>
          <p:cNvPr id="726" name="Group 725">
            <a:extLst>
              <a:ext uri="{FF2B5EF4-FFF2-40B4-BE49-F238E27FC236}">
                <a16:creationId xmlns:a16="http://schemas.microsoft.com/office/drawing/2014/main" id="{6836B02F-BAFF-ABDC-1298-1D765F057359}"/>
              </a:ext>
            </a:extLst>
          </p:cNvPr>
          <p:cNvGrpSpPr/>
          <p:nvPr/>
        </p:nvGrpSpPr>
        <p:grpSpPr>
          <a:xfrm>
            <a:off x="838200" y="1722437"/>
            <a:ext cx="10018853" cy="4454525"/>
            <a:chOff x="384175" y="1435100"/>
            <a:chExt cx="8315325" cy="4454525"/>
          </a:xfrm>
        </p:grpSpPr>
        <p:sp>
          <p:nvSpPr>
            <p:cNvPr id="12" name="Text Box 704">
              <a:extLst>
                <a:ext uri="{FF2B5EF4-FFF2-40B4-BE49-F238E27FC236}">
                  <a16:creationId xmlns:a16="http://schemas.microsoft.com/office/drawing/2014/main" id="{BFAED8FF-675B-FBB6-DB30-57B2D2E8C79F}"/>
                </a:ext>
              </a:extLst>
            </p:cNvPr>
            <p:cNvSpPr txBox="1">
              <a:spLocks noChangeArrowheads="1"/>
            </p:cNvSpPr>
            <p:nvPr/>
          </p:nvSpPr>
          <p:spPr bwMode="auto">
            <a:xfrm>
              <a:off x="384175" y="1435100"/>
              <a:ext cx="3830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rPr>
                <a:t>Product Family Matrix Example aka PQPR*</a:t>
              </a:r>
            </a:p>
          </p:txBody>
        </p:sp>
        <p:grpSp>
          <p:nvGrpSpPr>
            <p:cNvPr id="13" name="Group 728">
              <a:extLst>
                <a:ext uri="{FF2B5EF4-FFF2-40B4-BE49-F238E27FC236}">
                  <a16:creationId xmlns:a16="http://schemas.microsoft.com/office/drawing/2014/main" id="{A91309C6-FE2C-A6E3-1284-AD701A509090}"/>
                </a:ext>
              </a:extLst>
            </p:cNvPr>
            <p:cNvGrpSpPr>
              <a:grpSpLocks/>
            </p:cNvGrpSpPr>
            <p:nvPr/>
          </p:nvGrpSpPr>
          <p:grpSpPr bwMode="auto">
            <a:xfrm>
              <a:off x="485775" y="1830388"/>
              <a:ext cx="8213725" cy="4059237"/>
              <a:chOff x="346" y="1173"/>
              <a:chExt cx="4885" cy="2451"/>
            </a:xfrm>
          </p:grpSpPr>
          <p:sp>
            <p:nvSpPr>
              <p:cNvPr id="14" name="Rectangle 729">
                <a:extLst>
                  <a:ext uri="{FF2B5EF4-FFF2-40B4-BE49-F238E27FC236}">
                    <a16:creationId xmlns:a16="http://schemas.microsoft.com/office/drawing/2014/main" id="{FFE34035-A0BF-2304-5198-7A1794D9EFAA}"/>
                  </a:ext>
                </a:extLst>
              </p:cNvPr>
              <p:cNvSpPr>
                <a:spLocks noChangeArrowheads="1"/>
              </p:cNvSpPr>
              <p:nvPr/>
            </p:nvSpPr>
            <p:spPr bwMode="auto">
              <a:xfrm>
                <a:off x="1987" y="117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Rectangle 730">
                <a:extLst>
                  <a:ext uri="{FF2B5EF4-FFF2-40B4-BE49-F238E27FC236}">
                    <a16:creationId xmlns:a16="http://schemas.microsoft.com/office/drawing/2014/main" id="{48E9CECD-F0EB-0DF3-9F4B-27C35CFD69F9}"/>
                  </a:ext>
                </a:extLst>
              </p:cNvPr>
              <p:cNvSpPr>
                <a:spLocks noChangeArrowheads="1"/>
              </p:cNvSpPr>
              <p:nvPr/>
            </p:nvSpPr>
            <p:spPr bwMode="auto">
              <a:xfrm>
                <a:off x="1987" y="117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Rectangle 731">
                <a:extLst>
                  <a:ext uri="{FF2B5EF4-FFF2-40B4-BE49-F238E27FC236}">
                    <a16:creationId xmlns:a16="http://schemas.microsoft.com/office/drawing/2014/main" id="{CFB2CEB2-5548-6B36-8FF1-CBD505528F0F}"/>
                  </a:ext>
                </a:extLst>
              </p:cNvPr>
              <p:cNvSpPr>
                <a:spLocks noChangeArrowheads="1"/>
              </p:cNvSpPr>
              <p:nvPr/>
            </p:nvSpPr>
            <p:spPr bwMode="auto">
              <a:xfrm>
                <a:off x="1993" y="1173"/>
                <a:ext cx="323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 name="Rectangle 732">
                <a:extLst>
                  <a:ext uri="{FF2B5EF4-FFF2-40B4-BE49-F238E27FC236}">
                    <a16:creationId xmlns:a16="http://schemas.microsoft.com/office/drawing/2014/main" id="{008A393C-1586-E3A4-1B6B-3063FB57A272}"/>
                  </a:ext>
                </a:extLst>
              </p:cNvPr>
              <p:cNvSpPr>
                <a:spLocks noChangeArrowheads="1"/>
              </p:cNvSpPr>
              <p:nvPr/>
            </p:nvSpPr>
            <p:spPr bwMode="auto">
              <a:xfrm>
                <a:off x="5225" y="117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Rectangle 733">
                <a:extLst>
                  <a:ext uri="{FF2B5EF4-FFF2-40B4-BE49-F238E27FC236}">
                    <a16:creationId xmlns:a16="http://schemas.microsoft.com/office/drawing/2014/main" id="{46A018C8-0004-AC82-A777-0385458DB29C}"/>
                  </a:ext>
                </a:extLst>
              </p:cNvPr>
              <p:cNvSpPr>
                <a:spLocks noChangeArrowheads="1"/>
              </p:cNvSpPr>
              <p:nvPr/>
            </p:nvSpPr>
            <p:spPr bwMode="auto">
              <a:xfrm>
                <a:off x="5225" y="117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 name="Rectangle 734">
                <a:extLst>
                  <a:ext uri="{FF2B5EF4-FFF2-40B4-BE49-F238E27FC236}">
                    <a16:creationId xmlns:a16="http://schemas.microsoft.com/office/drawing/2014/main" id="{D9F2D1A6-9F8C-FE2B-5890-61FD37883DE1}"/>
                  </a:ext>
                </a:extLst>
              </p:cNvPr>
              <p:cNvSpPr>
                <a:spLocks noChangeArrowheads="1"/>
              </p:cNvSpPr>
              <p:nvPr/>
            </p:nvSpPr>
            <p:spPr bwMode="auto">
              <a:xfrm>
                <a:off x="1987" y="1179"/>
                <a:ext cx="6" cy="2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 name="Rectangle 735">
                <a:extLst>
                  <a:ext uri="{FF2B5EF4-FFF2-40B4-BE49-F238E27FC236}">
                    <a16:creationId xmlns:a16="http://schemas.microsoft.com/office/drawing/2014/main" id="{7D1A8C23-25C7-8CC7-B965-D0E18C434A2D}"/>
                  </a:ext>
                </a:extLst>
              </p:cNvPr>
              <p:cNvSpPr>
                <a:spLocks noChangeArrowheads="1"/>
              </p:cNvSpPr>
              <p:nvPr/>
            </p:nvSpPr>
            <p:spPr bwMode="auto">
              <a:xfrm>
                <a:off x="5225" y="1179"/>
                <a:ext cx="6" cy="2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 name="Rectangle 736">
                <a:extLst>
                  <a:ext uri="{FF2B5EF4-FFF2-40B4-BE49-F238E27FC236}">
                    <a16:creationId xmlns:a16="http://schemas.microsoft.com/office/drawing/2014/main" id="{87495AA1-21A9-BEB0-A368-810B5E8BADA4}"/>
                  </a:ext>
                </a:extLst>
              </p:cNvPr>
              <p:cNvSpPr>
                <a:spLocks noChangeArrowheads="1"/>
              </p:cNvSpPr>
              <p:nvPr/>
            </p:nvSpPr>
            <p:spPr bwMode="auto">
              <a:xfrm>
                <a:off x="3237" y="1202"/>
                <a:ext cx="74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rgbClr val="000000"/>
                    </a:solidFill>
                    <a:latin typeface="Roboto" panose="02000000000000000000" pitchFamily="2" charset="0"/>
                    <a:ea typeface="Roboto" panose="02000000000000000000" pitchFamily="2" charset="0"/>
                  </a:rPr>
                  <a:t>PROCESS NAME</a:t>
                </a:r>
              </a:p>
            </p:txBody>
          </p:sp>
          <p:sp>
            <p:nvSpPr>
              <p:cNvPr id="34" name="Rectangle 737">
                <a:extLst>
                  <a:ext uri="{FF2B5EF4-FFF2-40B4-BE49-F238E27FC236}">
                    <a16:creationId xmlns:a16="http://schemas.microsoft.com/office/drawing/2014/main" id="{C2C88234-C39C-D4FD-6E11-E58BFEF71304}"/>
                  </a:ext>
                </a:extLst>
              </p:cNvPr>
              <p:cNvSpPr>
                <a:spLocks noChangeArrowheads="1"/>
              </p:cNvSpPr>
              <p:nvPr/>
            </p:nvSpPr>
            <p:spPr bwMode="auto">
              <a:xfrm>
                <a:off x="582"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Rectangle 738">
                <a:extLst>
                  <a:ext uri="{FF2B5EF4-FFF2-40B4-BE49-F238E27FC236}">
                    <a16:creationId xmlns:a16="http://schemas.microsoft.com/office/drawing/2014/main" id="{063E6433-CD48-8263-0C52-F3F4D318E73D}"/>
                  </a:ext>
                </a:extLst>
              </p:cNvPr>
              <p:cNvSpPr>
                <a:spLocks noChangeArrowheads="1"/>
              </p:cNvSpPr>
              <p:nvPr/>
            </p:nvSpPr>
            <p:spPr bwMode="auto">
              <a:xfrm>
                <a:off x="582"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Rectangle 739">
                <a:extLst>
                  <a:ext uri="{FF2B5EF4-FFF2-40B4-BE49-F238E27FC236}">
                    <a16:creationId xmlns:a16="http://schemas.microsoft.com/office/drawing/2014/main" id="{873B8263-7AA0-4D1C-FB31-940B7E506A9B}"/>
                  </a:ext>
                </a:extLst>
              </p:cNvPr>
              <p:cNvSpPr>
                <a:spLocks noChangeArrowheads="1"/>
              </p:cNvSpPr>
              <p:nvPr/>
            </p:nvSpPr>
            <p:spPr bwMode="auto">
              <a:xfrm>
                <a:off x="587" y="1411"/>
                <a:ext cx="57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Rectangle 740">
                <a:extLst>
                  <a:ext uri="{FF2B5EF4-FFF2-40B4-BE49-F238E27FC236}">
                    <a16:creationId xmlns:a16="http://schemas.microsoft.com/office/drawing/2014/main" id="{4AFD30CC-2F6C-6924-F2D2-295608B17459}"/>
                  </a:ext>
                </a:extLst>
              </p:cNvPr>
              <p:cNvSpPr>
                <a:spLocks noChangeArrowheads="1"/>
              </p:cNvSpPr>
              <p:nvPr/>
            </p:nvSpPr>
            <p:spPr bwMode="auto">
              <a:xfrm>
                <a:off x="1157"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Rectangle 741">
                <a:extLst>
                  <a:ext uri="{FF2B5EF4-FFF2-40B4-BE49-F238E27FC236}">
                    <a16:creationId xmlns:a16="http://schemas.microsoft.com/office/drawing/2014/main" id="{88F33C36-01F1-C869-6600-8511FCDBC757}"/>
                  </a:ext>
                </a:extLst>
              </p:cNvPr>
              <p:cNvSpPr>
                <a:spLocks noChangeArrowheads="1"/>
              </p:cNvSpPr>
              <p:nvPr/>
            </p:nvSpPr>
            <p:spPr bwMode="auto">
              <a:xfrm>
                <a:off x="1163" y="1411"/>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Rectangle 742">
                <a:extLst>
                  <a:ext uri="{FF2B5EF4-FFF2-40B4-BE49-F238E27FC236}">
                    <a16:creationId xmlns:a16="http://schemas.microsoft.com/office/drawing/2014/main" id="{D3DD84A2-6656-CFD0-DBA3-B1B37902DEF4}"/>
                  </a:ext>
                </a:extLst>
              </p:cNvPr>
              <p:cNvSpPr>
                <a:spLocks noChangeArrowheads="1"/>
              </p:cNvSpPr>
              <p:nvPr/>
            </p:nvSpPr>
            <p:spPr bwMode="auto">
              <a:xfrm>
                <a:off x="1564"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Rectangle 743">
                <a:extLst>
                  <a:ext uri="{FF2B5EF4-FFF2-40B4-BE49-F238E27FC236}">
                    <a16:creationId xmlns:a16="http://schemas.microsoft.com/office/drawing/2014/main" id="{1A1629EF-6677-5E04-749D-81C3DBE9248A}"/>
                  </a:ext>
                </a:extLst>
              </p:cNvPr>
              <p:cNvSpPr>
                <a:spLocks noChangeArrowheads="1"/>
              </p:cNvSpPr>
              <p:nvPr/>
            </p:nvSpPr>
            <p:spPr bwMode="auto">
              <a:xfrm>
                <a:off x="1570" y="1411"/>
                <a:ext cx="41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Rectangle 744">
                <a:extLst>
                  <a:ext uri="{FF2B5EF4-FFF2-40B4-BE49-F238E27FC236}">
                    <a16:creationId xmlns:a16="http://schemas.microsoft.com/office/drawing/2014/main" id="{99F2DE4E-CA42-F8AD-A2F7-93D4A5088E48}"/>
                  </a:ext>
                </a:extLst>
              </p:cNvPr>
              <p:cNvSpPr>
                <a:spLocks noChangeArrowheads="1"/>
              </p:cNvSpPr>
              <p:nvPr/>
            </p:nvSpPr>
            <p:spPr bwMode="auto">
              <a:xfrm>
                <a:off x="1987"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 name="Rectangle 745">
                <a:extLst>
                  <a:ext uri="{FF2B5EF4-FFF2-40B4-BE49-F238E27FC236}">
                    <a16:creationId xmlns:a16="http://schemas.microsoft.com/office/drawing/2014/main" id="{999E167E-AAC0-2C28-2740-AD39A37109D8}"/>
                  </a:ext>
                </a:extLst>
              </p:cNvPr>
              <p:cNvSpPr>
                <a:spLocks noChangeArrowheads="1"/>
              </p:cNvSpPr>
              <p:nvPr/>
            </p:nvSpPr>
            <p:spPr bwMode="auto">
              <a:xfrm>
                <a:off x="1993" y="1411"/>
                <a:ext cx="38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 name="Rectangle 746">
                <a:extLst>
                  <a:ext uri="{FF2B5EF4-FFF2-40B4-BE49-F238E27FC236}">
                    <a16:creationId xmlns:a16="http://schemas.microsoft.com/office/drawing/2014/main" id="{7D811FC8-07B3-773B-876E-7C348739F06F}"/>
                  </a:ext>
                </a:extLst>
              </p:cNvPr>
              <p:cNvSpPr>
                <a:spLocks noChangeArrowheads="1"/>
              </p:cNvSpPr>
              <p:nvPr/>
            </p:nvSpPr>
            <p:spPr bwMode="auto">
              <a:xfrm>
                <a:off x="2378"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Rectangle 747">
                <a:extLst>
                  <a:ext uri="{FF2B5EF4-FFF2-40B4-BE49-F238E27FC236}">
                    <a16:creationId xmlns:a16="http://schemas.microsoft.com/office/drawing/2014/main" id="{9A1B253D-C636-9070-E48D-EDAC3B4C1721}"/>
                  </a:ext>
                </a:extLst>
              </p:cNvPr>
              <p:cNvSpPr>
                <a:spLocks noChangeArrowheads="1"/>
              </p:cNvSpPr>
              <p:nvPr/>
            </p:nvSpPr>
            <p:spPr bwMode="auto">
              <a:xfrm>
                <a:off x="2384" y="1411"/>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Rectangle 748">
                <a:extLst>
                  <a:ext uri="{FF2B5EF4-FFF2-40B4-BE49-F238E27FC236}">
                    <a16:creationId xmlns:a16="http://schemas.microsoft.com/office/drawing/2014/main" id="{03A0C380-7BB1-5524-B9A4-79D47C8193AC}"/>
                  </a:ext>
                </a:extLst>
              </p:cNvPr>
              <p:cNvSpPr>
                <a:spLocks noChangeArrowheads="1"/>
              </p:cNvSpPr>
              <p:nvPr/>
            </p:nvSpPr>
            <p:spPr bwMode="auto">
              <a:xfrm>
                <a:off x="2785"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Rectangle 749">
                <a:extLst>
                  <a:ext uri="{FF2B5EF4-FFF2-40B4-BE49-F238E27FC236}">
                    <a16:creationId xmlns:a16="http://schemas.microsoft.com/office/drawing/2014/main" id="{D92B24F5-2490-D78A-4A7D-954F31EFD2D2}"/>
                  </a:ext>
                </a:extLst>
              </p:cNvPr>
              <p:cNvSpPr>
                <a:spLocks noChangeArrowheads="1"/>
              </p:cNvSpPr>
              <p:nvPr/>
            </p:nvSpPr>
            <p:spPr bwMode="auto">
              <a:xfrm>
                <a:off x="2791" y="1411"/>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 name="Rectangle 750">
                <a:extLst>
                  <a:ext uri="{FF2B5EF4-FFF2-40B4-BE49-F238E27FC236}">
                    <a16:creationId xmlns:a16="http://schemas.microsoft.com/office/drawing/2014/main" id="{4F82DF3C-D5C3-CD7C-6053-AD596B09430B}"/>
                  </a:ext>
                </a:extLst>
              </p:cNvPr>
              <p:cNvSpPr>
                <a:spLocks noChangeArrowheads="1"/>
              </p:cNvSpPr>
              <p:nvPr/>
            </p:nvSpPr>
            <p:spPr bwMode="auto">
              <a:xfrm>
                <a:off x="3192"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 name="Rectangle 751">
                <a:extLst>
                  <a:ext uri="{FF2B5EF4-FFF2-40B4-BE49-F238E27FC236}">
                    <a16:creationId xmlns:a16="http://schemas.microsoft.com/office/drawing/2014/main" id="{AA998912-B0F6-3E1C-256B-6F50DBFA4C69}"/>
                  </a:ext>
                </a:extLst>
              </p:cNvPr>
              <p:cNvSpPr>
                <a:spLocks noChangeArrowheads="1"/>
              </p:cNvSpPr>
              <p:nvPr/>
            </p:nvSpPr>
            <p:spPr bwMode="auto">
              <a:xfrm>
                <a:off x="3198" y="1411"/>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 name="Rectangle 752">
                <a:extLst>
                  <a:ext uri="{FF2B5EF4-FFF2-40B4-BE49-F238E27FC236}">
                    <a16:creationId xmlns:a16="http://schemas.microsoft.com/office/drawing/2014/main" id="{A9C7C654-2056-4ADC-E217-7E4A9E03A9EA}"/>
                  </a:ext>
                </a:extLst>
              </p:cNvPr>
              <p:cNvSpPr>
                <a:spLocks noChangeArrowheads="1"/>
              </p:cNvSpPr>
              <p:nvPr/>
            </p:nvSpPr>
            <p:spPr bwMode="auto">
              <a:xfrm>
                <a:off x="3599"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Rectangle 753">
                <a:extLst>
                  <a:ext uri="{FF2B5EF4-FFF2-40B4-BE49-F238E27FC236}">
                    <a16:creationId xmlns:a16="http://schemas.microsoft.com/office/drawing/2014/main" id="{E1D372CA-5CE7-BB64-A58A-CC17059C9B9B}"/>
                  </a:ext>
                </a:extLst>
              </p:cNvPr>
              <p:cNvSpPr>
                <a:spLocks noChangeArrowheads="1"/>
              </p:cNvSpPr>
              <p:nvPr/>
            </p:nvSpPr>
            <p:spPr bwMode="auto">
              <a:xfrm>
                <a:off x="3605" y="1411"/>
                <a:ext cx="39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754">
                <a:extLst>
                  <a:ext uri="{FF2B5EF4-FFF2-40B4-BE49-F238E27FC236}">
                    <a16:creationId xmlns:a16="http://schemas.microsoft.com/office/drawing/2014/main" id="{B31DC89C-2FDD-BE07-92A9-F5AEB713875C}"/>
                  </a:ext>
                </a:extLst>
              </p:cNvPr>
              <p:cNvSpPr>
                <a:spLocks noChangeArrowheads="1"/>
              </p:cNvSpPr>
              <p:nvPr/>
            </p:nvSpPr>
            <p:spPr bwMode="auto">
              <a:xfrm>
                <a:off x="4004"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Rectangle 755">
                <a:extLst>
                  <a:ext uri="{FF2B5EF4-FFF2-40B4-BE49-F238E27FC236}">
                    <a16:creationId xmlns:a16="http://schemas.microsoft.com/office/drawing/2014/main" id="{0FC4D203-E5C9-AFA7-0C4D-B321E6BE494A}"/>
                  </a:ext>
                </a:extLst>
              </p:cNvPr>
              <p:cNvSpPr>
                <a:spLocks noChangeArrowheads="1"/>
              </p:cNvSpPr>
              <p:nvPr/>
            </p:nvSpPr>
            <p:spPr bwMode="auto">
              <a:xfrm>
                <a:off x="4010" y="1411"/>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Rectangle 756">
                <a:extLst>
                  <a:ext uri="{FF2B5EF4-FFF2-40B4-BE49-F238E27FC236}">
                    <a16:creationId xmlns:a16="http://schemas.microsoft.com/office/drawing/2014/main" id="{508DE311-5A07-1A37-37FA-4A4B307CAA91}"/>
                  </a:ext>
                </a:extLst>
              </p:cNvPr>
              <p:cNvSpPr>
                <a:spLocks noChangeArrowheads="1"/>
              </p:cNvSpPr>
              <p:nvPr/>
            </p:nvSpPr>
            <p:spPr bwMode="auto">
              <a:xfrm>
                <a:off x="4411" y="1411"/>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Rectangle 757">
                <a:extLst>
                  <a:ext uri="{FF2B5EF4-FFF2-40B4-BE49-F238E27FC236}">
                    <a16:creationId xmlns:a16="http://schemas.microsoft.com/office/drawing/2014/main" id="{37034B5F-8B95-71D3-9146-28AEB8579E91}"/>
                  </a:ext>
                </a:extLst>
              </p:cNvPr>
              <p:cNvSpPr>
                <a:spLocks noChangeArrowheads="1"/>
              </p:cNvSpPr>
              <p:nvPr/>
            </p:nvSpPr>
            <p:spPr bwMode="auto">
              <a:xfrm>
                <a:off x="4417" y="1411"/>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 name="Rectangle 758">
                <a:extLst>
                  <a:ext uri="{FF2B5EF4-FFF2-40B4-BE49-F238E27FC236}">
                    <a16:creationId xmlns:a16="http://schemas.microsoft.com/office/drawing/2014/main" id="{51C94F1F-60BA-D0EA-A217-8E740205CEBA}"/>
                  </a:ext>
                </a:extLst>
              </p:cNvPr>
              <p:cNvSpPr>
                <a:spLocks noChangeArrowheads="1"/>
              </p:cNvSpPr>
              <p:nvPr/>
            </p:nvSpPr>
            <p:spPr bwMode="auto">
              <a:xfrm>
                <a:off x="4818"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 name="Rectangle 759">
                <a:extLst>
                  <a:ext uri="{FF2B5EF4-FFF2-40B4-BE49-F238E27FC236}">
                    <a16:creationId xmlns:a16="http://schemas.microsoft.com/office/drawing/2014/main" id="{DE0CD1DA-1A60-2D77-C951-4DB42A82796C}"/>
                  </a:ext>
                </a:extLst>
              </p:cNvPr>
              <p:cNvSpPr>
                <a:spLocks noChangeArrowheads="1"/>
              </p:cNvSpPr>
              <p:nvPr/>
            </p:nvSpPr>
            <p:spPr bwMode="auto">
              <a:xfrm>
                <a:off x="4824" y="1411"/>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 name="Rectangle 760">
                <a:extLst>
                  <a:ext uri="{FF2B5EF4-FFF2-40B4-BE49-F238E27FC236}">
                    <a16:creationId xmlns:a16="http://schemas.microsoft.com/office/drawing/2014/main" id="{9F98970A-6E53-265E-E6F4-3CD4CE5FF61F}"/>
                  </a:ext>
                </a:extLst>
              </p:cNvPr>
              <p:cNvSpPr>
                <a:spLocks noChangeArrowheads="1"/>
              </p:cNvSpPr>
              <p:nvPr/>
            </p:nvSpPr>
            <p:spPr bwMode="auto">
              <a:xfrm>
                <a:off x="5225" y="1411"/>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 name="Rectangle 761">
                <a:extLst>
                  <a:ext uri="{FF2B5EF4-FFF2-40B4-BE49-F238E27FC236}">
                    <a16:creationId xmlns:a16="http://schemas.microsoft.com/office/drawing/2014/main" id="{DD7B6D43-3084-9145-66B4-3B45D06CCC75}"/>
                  </a:ext>
                </a:extLst>
              </p:cNvPr>
              <p:cNvSpPr>
                <a:spLocks noChangeArrowheads="1"/>
              </p:cNvSpPr>
              <p:nvPr/>
            </p:nvSpPr>
            <p:spPr bwMode="auto">
              <a:xfrm>
                <a:off x="582"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 name="Rectangle 762">
                <a:extLst>
                  <a:ext uri="{FF2B5EF4-FFF2-40B4-BE49-F238E27FC236}">
                    <a16:creationId xmlns:a16="http://schemas.microsoft.com/office/drawing/2014/main" id="{3CEEA6CD-C574-5402-0126-C72752B0ED5F}"/>
                  </a:ext>
                </a:extLst>
              </p:cNvPr>
              <p:cNvSpPr>
                <a:spLocks noChangeArrowheads="1"/>
              </p:cNvSpPr>
              <p:nvPr/>
            </p:nvSpPr>
            <p:spPr bwMode="auto">
              <a:xfrm>
                <a:off x="1157"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Rectangle 763">
                <a:extLst>
                  <a:ext uri="{FF2B5EF4-FFF2-40B4-BE49-F238E27FC236}">
                    <a16:creationId xmlns:a16="http://schemas.microsoft.com/office/drawing/2014/main" id="{DC2B453A-A1AC-59C5-270E-BE88871C513E}"/>
                  </a:ext>
                </a:extLst>
              </p:cNvPr>
              <p:cNvSpPr>
                <a:spLocks noChangeArrowheads="1"/>
              </p:cNvSpPr>
              <p:nvPr/>
            </p:nvSpPr>
            <p:spPr bwMode="auto">
              <a:xfrm>
                <a:off x="1564"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 name="Rectangle 764">
                <a:extLst>
                  <a:ext uri="{FF2B5EF4-FFF2-40B4-BE49-F238E27FC236}">
                    <a16:creationId xmlns:a16="http://schemas.microsoft.com/office/drawing/2014/main" id="{4B92B3C2-925E-28FE-EB29-06BB82A2C35C}"/>
                  </a:ext>
                </a:extLst>
              </p:cNvPr>
              <p:cNvSpPr>
                <a:spLocks noChangeArrowheads="1"/>
              </p:cNvSpPr>
              <p:nvPr/>
            </p:nvSpPr>
            <p:spPr bwMode="auto">
              <a:xfrm>
                <a:off x="1987"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Rectangle 765">
                <a:extLst>
                  <a:ext uri="{FF2B5EF4-FFF2-40B4-BE49-F238E27FC236}">
                    <a16:creationId xmlns:a16="http://schemas.microsoft.com/office/drawing/2014/main" id="{A4489892-0A37-3F94-0832-BB8E8AE8496A}"/>
                  </a:ext>
                </a:extLst>
              </p:cNvPr>
              <p:cNvSpPr>
                <a:spLocks noChangeArrowheads="1"/>
              </p:cNvSpPr>
              <p:nvPr/>
            </p:nvSpPr>
            <p:spPr bwMode="auto">
              <a:xfrm>
                <a:off x="2378"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Rectangle 766">
                <a:extLst>
                  <a:ext uri="{FF2B5EF4-FFF2-40B4-BE49-F238E27FC236}">
                    <a16:creationId xmlns:a16="http://schemas.microsoft.com/office/drawing/2014/main" id="{4598BA06-D6AD-1D6F-34F3-A1D80BC2BED6}"/>
                  </a:ext>
                </a:extLst>
              </p:cNvPr>
              <p:cNvSpPr>
                <a:spLocks noChangeArrowheads="1"/>
              </p:cNvSpPr>
              <p:nvPr/>
            </p:nvSpPr>
            <p:spPr bwMode="auto">
              <a:xfrm>
                <a:off x="2785"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Rectangle 767">
                <a:extLst>
                  <a:ext uri="{FF2B5EF4-FFF2-40B4-BE49-F238E27FC236}">
                    <a16:creationId xmlns:a16="http://schemas.microsoft.com/office/drawing/2014/main" id="{6D6DB163-5112-E2C3-8C74-3B3CE559EE81}"/>
                  </a:ext>
                </a:extLst>
              </p:cNvPr>
              <p:cNvSpPr>
                <a:spLocks noChangeArrowheads="1"/>
              </p:cNvSpPr>
              <p:nvPr/>
            </p:nvSpPr>
            <p:spPr bwMode="auto">
              <a:xfrm>
                <a:off x="3192"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Rectangle 768">
                <a:extLst>
                  <a:ext uri="{FF2B5EF4-FFF2-40B4-BE49-F238E27FC236}">
                    <a16:creationId xmlns:a16="http://schemas.microsoft.com/office/drawing/2014/main" id="{944E8684-064B-3B14-B014-4DCE2BC24CE4}"/>
                  </a:ext>
                </a:extLst>
              </p:cNvPr>
              <p:cNvSpPr>
                <a:spLocks noChangeArrowheads="1"/>
              </p:cNvSpPr>
              <p:nvPr/>
            </p:nvSpPr>
            <p:spPr bwMode="auto">
              <a:xfrm>
                <a:off x="3599"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 name="Rectangle 769">
                <a:extLst>
                  <a:ext uri="{FF2B5EF4-FFF2-40B4-BE49-F238E27FC236}">
                    <a16:creationId xmlns:a16="http://schemas.microsoft.com/office/drawing/2014/main" id="{791E9D6C-FF9B-1980-8C13-0BF0FADE10DD}"/>
                  </a:ext>
                </a:extLst>
              </p:cNvPr>
              <p:cNvSpPr>
                <a:spLocks noChangeArrowheads="1"/>
              </p:cNvSpPr>
              <p:nvPr/>
            </p:nvSpPr>
            <p:spPr bwMode="auto">
              <a:xfrm>
                <a:off x="4004"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 name="Rectangle 770">
                <a:extLst>
                  <a:ext uri="{FF2B5EF4-FFF2-40B4-BE49-F238E27FC236}">
                    <a16:creationId xmlns:a16="http://schemas.microsoft.com/office/drawing/2014/main" id="{7EC91460-12FB-45D2-C6F5-C24DA2F89C58}"/>
                  </a:ext>
                </a:extLst>
              </p:cNvPr>
              <p:cNvSpPr>
                <a:spLocks noChangeArrowheads="1"/>
              </p:cNvSpPr>
              <p:nvPr/>
            </p:nvSpPr>
            <p:spPr bwMode="auto">
              <a:xfrm>
                <a:off x="4411" y="1417"/>
                <a:ext cx="8"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Rectangle 771">
                <a:extLst>
                  <a:ext uri="{FF2B5EF4-FFF2-40B4-BE49-F238E27FC236}">
                    <a16:creationId xmlns:a16="http://schemas.microsoft.com/office/drawing/2014/main" id="{F80DD4A8-4B5E-7728-F98A-80A21DF1C18E}"/>
                  </a:ext>
                </a:extLst>
              </p:cNvPr>
              <p:cNvSpPr>
                <a:spLocks noChangeArrowheads="1"/>
              </p:cNvSpPr>
              <p:nvPr/>
            </p:nvSpPr>
            <p:spPr bwMode="auto">
              <a:xfrm>
                <a:off x="4818"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Rectangle 772">
                <a:extLst>
                  <a:ext uri="{FF2B5EF4-FFF2-40B4-BE49-F238E27FC236}">
                    <a16:creationId xmlns:a16="http://schemas.microsoft.com/office/drawing/2014/main" id="{715295E8-1F1B-2E5F-EAE2-A13D384A1889}"/>
                  </a:ext>
                </a:extLst>
              </p:cNvPr>
              <p:cNvSpPr>
                <a:spLocks noChangeArrowheads="1"/>
              </p:cNvSpPr>
              <p:nvPr/>
            </p:nvSpPr>
            <p:spPr bwMode="auto">
              <a:xfrm>
                <a:off x="5225" y="1417"/>
                <a:ext cx="6" cy="2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Rectangle 773">
                <a:extLst>
                  <a:ext uri="{FF2B5EF4-FFF2-40B4-BE49-F238E27FC236}">
                    <a16:creationId xmlns:a16="http://schemas.microsoft.com/office/drawing/2014/main" id="{24893EF5-091A-A4A6-0416-9AF340A7FE3B}"/>
                  </a:ext>
                </a:extLst>
              </p:cNvPr>
              <p:cNvSpPr>
                <a:spLocks noChangeArrowheads="1"/>
              </p:cNvSpPr>
              <p:nvPr/>
            </p:nvSpPr>
            <p:spPr bwMode="auto">
              <a:xfrm>
                <a:off x="728" y="1490"/>
                <a:ext cx="27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dirty="0">
                    <a:solidFill>
                      <a:srgbClr val="000000"/>
                    </a:solidFill>
                    <a:latin typeface="Arial Narrow" panose="020B0606020202030204" pitchFamily="34" charset="0"/>
                  </a:rPr>
                  <a:t>Part #</a:t>
                </a:r>
              </a:p>
            </p:txBody>
          </p:sp>
          <p:sp>
            <p:nvSpPr>
              <p:cNvPr id="71" name="Rectangle 774">
                <a:extLst>
                  <a:ext uri="{FF2B5EF4-FFF2-40B4-BE49-F238E27FC236}">
                    <a16:creationId xmlns:a16="http://schemas.microsoft.com/office/drawing/2014/main" id="{73CD01EF-6FB2-087A-DB25-4D1F0C727259}"/>
                  </a:ext>
                </a:extLst>
              </p:cNvPr>
              <p:cNvSpPr>
                <a:spLocks noChangeArrowheads="1"/>
              </p:cNvSpPr>
              <p:nvPr/>
            </p:nvSpPr>
            <p:spPr bwMode="auto">
              <a:xfrm>
                <a:off x="1184" y="1419"/>
                <a:ext cx="34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dirty="0">
                    <a:solidFill>
                      <a:srgbClr val="000000"/>
                    </a:solidFill>
                    <a:latin typeface="Arial Narrow" panose="020B0606020202030204" pitchFamily="34" charset="0"/>
                  </a:rPr>
                  <a:t>Demand</a:t>
                </a:r>
              </a:p>
            </p:txBody>
          </p:sp>
          <p:sp>
            <p:nvSpPr>
              <p:cNvPr id="72" name="Rectangle 775">
                <a:extLst>
                  <a:ext uri="{FF2B5EF4-FFF2-40B4-BE49-F238E27FC236}">
                    <a16:creationId xmlns:a16="http://schemas.microsoft.com/office/drawing/2014/main" id="{312DE76C-8D1D-3515-C477-070ABD517A99}"/>
                  </a:ext>
                </a:extLst>
              </p:cNvPr>
              <p:cNvSpPr>
                <a:spLocks noChangeArrowheads="1"/>
              </p:cNvSpPr>
              <p:nvPr/>
            </p:nvSpPr>
            <p:spPr bwMode="auto">
              <a:xfrm>
                <a:off x="1186" y="1513"/>
                <a:ext cx="33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Quantity</a:t>
                </a:r>
              </a:p>
            </p:txBody>
          </p:sp>
          <p:sp>
            <p:nvSpPr>
              <p:cNvPr id="73" name="Rectangle 776">
                <a:extLst>
                  <a:ext uri="{FF2B5EF4-FFF2-40B4-BE49-F238E27FC236}">
                    <a16:creationId xmlns:a16="http://schemas.microsoft.com/office/drawing/2014/main" id="{CC2A0391-6E78-243D-8B92-6E7F9016A19E}"/>
                  </a:ext>
                </a:extLst>
              </p:cNvPr>
              <p:cNvSpPr>
                <a:spLocks noChangeArrowheads="1"/>
              </p:cNvSpPr>
              <p:nvPr/>
            </p:nvSpPr>
            <p:spPr bwMode="auto">
              <a:xfrm>
                <a:off x="1556" y="1490"/>
                <a:ext cx="38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 of Total</a:t>
                </a:r>
              </a:p>
            </p:txBody>
          </p:sp>
          <p:sp>
            <p:nvSpPr>
              <p:cNvPr id="74" name="Rectangle 777">
                <a:extLst>
                  <a:ext uri="{FF2B5EF4-FFF2-40B4-BE49-F238E27FC236}">
                    <a16:creationId xmlns:a16="http://schemas.microsoft.com/office/drawing/2014/main" id="{9FAC31FF-49A8-21B3-816B-050A7B8C20AA}"/>
                  </a:ext>
                </a:extLst>
              </p:cNvPr>
              <p:cNvSpPr>
                <a:spLocks noChangeArrowheads="1"/>
              </p:cNvSpPr>
              <p:nvPr/>
            </p:nvSpPr>
            <p:spPr bwMode="auto">
              <a:xfrm>
                <a:off x="1997" y="1490"/>
                <a:ext cx="35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CNC Mill</a:t>
                </a:r>
              </a:p>
            </p:txBody>
          </p:sp>
          <p:sp>
            <p:nvSpPr>
              <p:cNvPr id="75" name="Rectangle 778">
                <a:extLst>
                  <a:ext uri="{FF2B5EF4-FFF2-40B4-BE49-F238E27FC236}">
                    <a16:creationId xmlns:a16="http://schemas.microsoft.com/office/drawing/2014/main" id="{D82800AB-D56A-7135-A772-65ACED671CB9}"/>
                  </a:ext>
                </a:extLst>
              </p:cNvPr>
              <p:cNvSpPr>
                <a:spLocks noChangeArrowheads="1"/>
              </p:cNvSpPr>
              <p:nvPr/>
            </p:nvSpPr>
            <p:spPr bwMode="auto">
              <a:xfrm>
                <a:off x="2430" y="1419"/>
                <a:ext cx="29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Center</a:t>
                </a:r>
              </a:p>
            </p:txBody>
          </p:sp>
          <p:sp>
            <p:nvSpPr>
              <p:cNvPr id="76" name="Rectangle 779">
                <a:extLst>
                  <a:ext uri="{FF2B5EF4-FFF2-40B4-BE49-F238E27FC236}">
                    <a16:creationId xmlns:a16="http://schemas.microsoft.com/office/drawing/2014/main" id="{6A283BD9-5D77-A928-136B-8CF2C961319B}"/>
                  </a:ext>
                </a:extLst>
              </p:cNvPr>
              <p:cNvSpPr>
                <a:spLocks noChangeArrowheads="1"/>
              </p:cNvSpPr>
              <p:nvPr/>
            </p:nvSpPr>
            <p:spPr bwMode="auto">
              <a:xfrm>
                <a:off x="2445" y="1513"/>
                <a:ext cx="26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Lathe</a:t>
                </a:r>
              </a:p>
            </p:txBody>
          </p:sp>
          <p:sp>
            <p:nvSpPr>
              <p:cNvPr id="77" name="Rectangle 780">
                <a:extLst>
                  <a:ext uri="{FF2B5EF4-FFF2-40B4-BE49-F238E27FC236}">
                    <a16:creationId xmlns:a16="http://schemas.microsoft.com/office/drawing/2014/main" id="{7ED6E097-45E4-E4BB-F19D-FEB6C481BE44}"/>
                  </a:ext>
                </a:extLst>
              </p:cNvPr>
              <p:cNvSpPr>
                <a:spLocks noChangeArrowheads="1"/>
              </p:cNvSpPr>
              <p:nvPr/>
            </p:nvSpPr>
            <p:spPr bwMode="auto">
              <a:xfrm>
                <a:off x="2851" y="1490"/>
                <a:ext cx="26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Grind</a:t>
                </a:r>
              </a:p>
            </p:txBody>
          </p:sp>
          <p:sp>
            <p:nvSpPr>
              <p:cNvPr id="78" name="Rectangle 781">
                <a:extLst>
                  <a:ext uri="{FF2B5EF4-FFF2-40B4-BE49-F238E27FC236}">
                    <a16:creationId xmlns:a16="http://schemas.microsoft.com/office/drawing/2014/main" id="{C5E95C23-4FDE-39AA-9927-4D140A04D295}"/>
                  </a:ext>
                </a:extLst>
              </p:cNvPr>
              <p:cNvSpPr>
                <a:spLocks noChangeArrowheads="1"/>
              </p:cNvSpPr>
              <p:nvPr/>
            </p:nvSpPr>
            <p:spPr bwMode="auto">
              <a:xfrm>
                <a:off x="3282" y="1490"/>
                <a:ext cx="21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Roll</a:t>
                </a:r>
              </a:p>
            </p:txBody>
          </p:sp>
          <p:sp>
            <p:nvSpPr>
              <p:cNvPr id="79" name="Rectangle 782">
                <a:extLst>
                  <a:ext uri="{FF2B5EF4-FFF2-40B4-BE49-F238E27FC236}">
                    <a16:creationId xmlns:a16="http://schemas.microsoft.com/office/drawing/2014/main" id="{C4F4381B-1D70-FCD7-8620-EA4DA6B3451B}"/>
                  </a:ext>
                </a:extLst>
              </p:cNvPr>
              <p:cNvSpPr>
                <a:spLocks noChangeArrowheads="1"/>
              </p:cNvSpPr>
              <p:nvPr/>
            </p:nvSpPr>
            <p:spPr bwMode="auto">
              <a:xfrm>
                <a:off x="3660" y="1490"/>
                <a:ext cx="27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Clean</a:t>
                </a:r>
              </a:p>
            </p:txBody>
          </p:sp>
          <p:sp>
            <p:nvSpPr>
              <p:cNvPr id="80" name="Rectangle 783">
                <a:extLst>
                  <a:ext uri="{FF2B5EF4-FFF2-40B4-BE49-F238E27FC236}">
                    <a16:creationId xmlns:a16="http://schemas.microsoft.com/office/drawing/2014/main" id="{9E5C9A39-035A-B8EB-ADFE-F7570F628036}"/>
                  </a:ext>
                </a:extLst>
              </p:cNvPr>
              <p:cNvSpPr>
                <a:spLocks noChangeArrowheads="1"/>
              </p:cNvSpPr>
              <p:nvPr/>
            </p:nvSpPr>
            <p:spPr bwMode="auto">
              <a:xfrm>
                <a:off x="4081" y="1394"/>
                <a:ext cx="24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Gear</a:t>
                </a:r>
              </a:p>
            </p:txBody>
          </p:sp>
          <p:sp>
            <p:nvSpPr>
              <p:cNvPr id="81" name="Rectangle 784">
                <a:extLst>
                  <a:ext uri="{FF2B5EF4-FFF2-40B4-BE49-F238E27FC236}">
                    <a16:creationId xmlns:a16="http://schemas.microsoft.com/office/drawing/2014/main" id="{EDA842CD-6470-B959-709B-43D50ADF2655}"/>
                  </a:ext>
                </a:extLst>
              </p:cNvPr>
              <p:cNvSpPr>
                <a:spLocks noChangeArrowheads="1"/>
              </p:cNvSpPr>
              <p:nvPr/>
            </p:nvSpPr>
            <p:spPr bwMode="auto">
              <a:xfrm>
                <a:off x="4069" y="1489"/>
                <a:ext cx="26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Teeth</a:t>
                </a:r>
              </a:p>
            </p:txBody>
          </p:sp>
          <p:sp>
            <p:nvSpPr>
              <p:cNvPr id="82" name="Rectangle 785">
                <a:extLst>
                  <a:ext uri="{FF2B5EF4-FFF2-40B4-BE49-F238E27FC236}">
                    <a16:creationId xmlns:a16="http://schemas.microsoft.com/office/drawing/2014/main" id="{89AB11E1-1B1C-A47A-D456-F39B959CC361}"/>
                  </a:ext>
                </a:extLst>
              </p:cNvPr>
              <p:cNvSpPr>
                <a:spLocks noChangeArrowheads="1"/>
              </p:cNvSpPr>
              <p:nvPr/>
            </p:nvSpPr>
            <p:spPr bwMode="auto">
              <a:xfrm>
                <a:off x="4048" y="1582"/>
                <a:ext cx="30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Cutting</a:t>
                </a:r>
              </a:p>
            </p:txBody>
          </p:sp>
          <p:sp>
            <p:nvSpPr>
              <p:cNvPr id="83" name="Rectangle 786">
                <a:extLst>
                  <a:ext uri="{FF2B5EF4-FFF2-40B4-BE49-F238E27FC236}">
                    <a16:creationId xmlns:a16="http://schemas.microsoft.com/office/drawing/2014/main" id="{8FB3E1CC-8DFA-94CD-197C-8D1233AAFBF3}"/>
                  </a:ext>
                </a:extLst>
              </p:cNvPr>
              <p:cNvSpPr>
                <a:spLocks noChangeArrowheads="1"/>
              </p:cNvSpPr>
              <p:nvPr/>
            </p:nvSpPr>
            <p:spPr bwMode="auto">
              <a:xfrm>
                <a:off x="4401" y="1490"/>
                <a:ext cx="37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Assembly</a:t>
                </a:r>
              </a:p>
            </p:txBody>
          </p:sp>
          <p:sp>
            <p:nvSpPr>
              <p:cNvPr id="84" name="Rectangle 787">
                <a:extLst>
                  <a:ext uri="{FF2B5EF4-FFF2-40B4-BE49-F238E27FC236}">
                    <a16:creationId xmlns:a16="http://schemas.microsoft.com/office/drawing/2014/main" id="{81BB8F6D-679C-8324-17C9-C72774FA3C01}"/>
                  </a:ext>
                </a:extLst>
              </p:cNvPr>
              <p:cNvSpPr>
                <a:spLocks noChangeArrowheads="1"/>
              </p:cNvSpPr>
              <p:nvPr/>
            </p:nvSpPr>
            <p:spPr bwMode="auto">
              <a:xfrm>
                <a:off x="4808" y="1490"/>
                <a:ext cx="39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Packaging</a:t>
                </a:r>
              </a:p>
            </p:txBody>
          </p:sp>
          <p:sp>
            <p:nvSpPr>
              <p:cNvPr id="85" name="Rectangle 788">
                <a:extLst>
                  <a:ext uri="{FF2B5EF4-FFF2-40B4-BE49-F238E27FC236}">
                    <a16:creationId xmlns:a16="http://schemas.microsoft.com/office/drawing/2014/main" id="{9BAD5849-CA07-39F5-9678-99918795C4E6}"/>
                  </a:ext>
                </a:extLst>
              </p:cNvPr>
              <p:cNvSpPr>
                <a:spLocks noChangeArrowheads="1"/>
              </p:cNvSpPr>
              <p:nvPr/>
            </p:nvSpPr>
            <p:spPr bwMode="auto">
              <a:xfrm>
                <a:off x="346"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6" name="Rectangle 789">
                <a:extLst>
                  <a:ext uri="{FF2B5EF4-FFF2-40B4-BE49-F238E27FC236}">
                    <a16:creationId xmlns:a16="http://schemas.microsoft.com/office/drawing/2014/main" id="{9DCF0A92-AFA2-C091-3809-62864FE6E3D2}"/>
                  </a:ext>
                </a:extLst>
              </p:cNvPr>
              <p:cNvSpPr>
                <a:spLocks noChangeArrowheads="1"/>
              </p:cNvSpPr>
              <p:nvPr/>
            </p:nvSpPr>
            <p:spPr bwMode="auto">
              <a:xfrm>
                <a:off x="346"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7" name="Rectangle 790">
                <a:extLst>
                  <a:ext uri="{FF2B5EF4-FFF2-40B4-BE49-F238E27FC236}">
                    <a16:creationId xmlns:a16="http://schemas.microsoft.com/office/drawing/2014/main" id="{41756892-39D5-20FB-91B7-F29C6A60B2B4}"/>
                  </a:ext>
                </a:extLst>
              </p:cNvPr>
              <p:cNvSpPr>
                <a:spLocks noChangeArrowheads="1"/>
              </p:cNvSpPr>
              <p:nvPr/>
            </p:nvSpPr>
            <p:spPr bwMode="auto">
              <a:xfrm>
                <a:off x="351"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8" name="Rectangle 791">
                <a:extLst>
                  <a:ext uri="{FF2B5EF4-FFF2-40B4-BE49-F238E27FC236}">
                    <a16:creationId xmlns:a16="http://schemas.microsoft.com/office/drawing/2014/main" id="{5E0F3AF4-BD31-B47D-41A7-762182E46A7D}"/>
                  </a:ext>
                </a:extLst>
              </p:cNvPr>
              <p:cNvSpPr>
                <a:spLocks noChangeArrowheads="1"/>
              </p:cNvSpPr>
              <p:nvPr/>
            </p:nvSpPr>
            <p:spPr bwMode="auto">
              <a:xfrm>
                <a:off x="357" y="1699"/>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9" name="Rectangle 792">
                <a:extLst>
                  <a:ext uri="{FF2B5EF4-FFF2-40B4-BE49-F238E27FC236}">
                    <a16:creationId xmlns:a16="http://schemas.microsoft.com/office/drawing/2014/main" id="{B81A960A-CF53-E4CD-76A7-B43D0E4E5E34}"/>
                  </a:ext>
                </a:extLst>
              </p:cNvPr>
              <p:cNvSpPr>
                <a:spLocks noChangeArrowheads="1"/>
              </p:cNvSpPr>
              <p:nvPr/>
            </p:nvSpPr>
            <p:spPr bwMode="auto">
              <a:xfrm>
                <a:off x="582"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0" name="Rectangle 793">
                <a:extLst>
                  <a:ext uri="{FF2B5EF4-FFF2-40B4-BE49-F238E27FC236}">
                    <a16:creationId xmlns:a16="http://schemas.microsoft.com/office/drawing/2014/main" id="{F6BE7043-1E72-291D-53D4-FA49309DFF75}"/>
                  </a:ext>
                </a:extLst>
              </p:cNvPr>
              <p:cNvSpPr>
                <a:spLocks noChangeArrowheads="1"/>
              </p:cNvSpPr>
              <p:nvPr/>
            </p:nvSpPr>
            <p:spPr bwMode="auto">
              <a:xfrm>
                <a:off x="587" y="1699"/>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1" name="Rectangle 794">
                <a:extLst>
                  <a:ext uri="{FF2B5EF4-FFF2-40B4-BE49-F238E27FC236}">
                    <a16:creationId xmlns:a16="http://schemas.microsoft.com/office/drawing/2014/main" id="{D933F3E3-FE98-5C0E-BAB2-81E842A0E230}"/>
                  </a:ext>
                </a:extLst>
              </p:cNvPr>
              <p:cNvSpPr>
                <a:spLocks noChangeArrowheads="1"/>
              </p:cNvSpPr>
              <p:nvPr/>
            </p:nvSpPr>
            <p:spPr bwMode="auto">
              <a:xfrm>
                <a:off x="1157"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2" name="Rectangle 795">
                <a:extLst>
                  <a:ext uri="{FF2B5EF4-FFF2-40B4-BE49-F238E27FC236}">
                    <a16:creationId xmlns:a16="http://schemas.microsoft.com/office/drawing/2014/main" id="{A9457945-FE6D-8EE8-5B87-C1BDE6E13B9D}"/>
                  </a:ext>
                </a:extLst>
              </p:cNvPr>
              <p:cNvSpPr>
                <a:spLocks noChangeArrowheads="1"/>
              </p:cNvSpPr>
              <p:nvPr/>
            </p:nvSpPr>
            <p:spPr bwMode="auto">
              <a:xfrm>
                <a:off x="1163" y="169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3" name="Rectangle 796">
                <a:extLst>
                  <a:ext uri="{FF2B5EF4-FFF2-40B4-BE49-F238E27FC236}">
                    <a16:creationId xmlns:a16="http://schemas.microsoft.com/office/drawing/2014/main" id="{8DFDF17B-C083-6EF3-31F8-550BF63AE585}"/>
                  </a:ext>
                </a:extLst>
              </p:cNvPr>
              <p:cNvSpPr>
                <a:spLocks noChangeArrowheads="1"/>
              </p:cNvSpPr>
              <p:nvPr/>
            </p:nvSpPr>
            <p:spPr bwMode="auto">
              <a:xfrm>
                <a:off x="1564"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4" name="Rectangle 797">
                <a:extLst>
                  <a:ext uri="{FF2B5EF4-FFF2-40B4-BE49-F238E27FC236}">
                    <a16:creationId xmlns:a16="http://schemas.microsoft.com/office/drawing/2014/main" id="{52C4146A-DE3B-CAA3-2A97-4BCA7981B93C}"/>
                  </a:ext>
                </a:extLst>
              </p:cNvPr>
              <p:cNvSpPr>
                <a:spLocks noChangeArrowheads="1"/>
              </p:cNvSpPr>
              <p:nvPr/>
            </p:nvSpPr>
            <p:spPr bwMode="auto">
              <a:xfrm>
                <a:off x="1570" y="1699"/>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5" name="Rectangle 798">
                <a:extLst>
                  <a:ext uri="{FF2B5EF4-FFF2-40B4-BE49-F238E27FC236}">
                    <a16:creationId xmlns:a16="http://schemas.microsoft.com/office/drawing/2014/main" id="{5787CA7E-F7FB-FD80-9E4C-6C28FB70F138}"/>
                  </a:ext>
                </a:extLst>
              </p:cNvPr>
              <p:cNvSpPr>
                <a:spLocks noChangeArrowheads="1"/>
              </p:cNvSpPr>
              <p:nvPr/>
            </p:nvSpPr>
            <p:spPr bwMode="auto">
              <a:xfrm>
                <a:off x="1987"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6" name="Rectangle 799">
                <a:extLst>
                  <a:ext uri="{FF2B5EF4-FFF2-40B4-BE49-F238E27FC236}">
                    <a16:creationId xmlns:a16="http://schemas.microsoft.com/office/drawing/2014/main" id="{3A5DD0D0-0FA0-F2E0-3D80-74CD9FCFFFE8}"/>
                  </a:ext>
                </a:extLst>
              </p:cNvPr>
              <p:cNvSpPr>
                <a:spLocks noChangeArrowheads="1"/>
              </p:cNvSpPr>
              <p:nvPr/>
            </p:nvSpPr>
            <p:spPr bwMode="auto">
              <a:xfrm>
                <a:off x="1993" y="1699"/>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7" name="Rectangle 800">
                <a:extLst>
                  <a:ext uri="{FF2B5EF4-FFF2-40B4-BE49-F238E27FC236}">
                    <a16:creationId xmlns:a16="http://schemas.microsoft.com/office/drawing/2014/main" id="{3822E60F-EC01-A106-4C7A-618BE0902C92}"/>
                  </a:ext>
                </a:extLst>
              </p:cNvPr>
              <p:cNvSpPr>
                <a:spLocks noChangeArrowheads="1"/>
              </p:cNvSpPr>
              <p:nvPr/>
            </p:nvSpPr>
            <p:spPr bwMode="auto">
              <a:xfrm>
                <a:off x="2378"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8" name="Rectangle 801">
                <a:extLst>
                  <a:ext uri="{FF2B5EF4-FFF2-40B4-BE49-F238E27FC236}">
                    <a16:creationId xmlns:a16="http://schemas.microsoft.com/office/drawing/2014/main" id="{E353E204-1471-F0C6-5E75-775382C9F494}"/>
                  </a:ext>
                </a:extLst>
              </p:cNvPr>
              <p:cNvSpPr>
                <a:spLocks noChangeArrowheads="1"/>
              </p:cNvSpPr>
              <p:nvPr/>
            </p:nvSpPr>
            <p:spPr bwMode="auto">
              <a:xfrm>
                <a:off x="2384" y="169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9" name="Rectangle 802">
                <a:extLst>
                  <a:ext uri="{FF2B5EF4-FFF2-40B4-BE49-F238E27FC236}">
                    <a16:creationId xmlns:a16="http://schemas.microsoft.com/office/drawing/2014/main" id="{05662205-5B6C-7C81-511E-92682BEFA292}"/>
                  </a:ext>
                </a:extLst>
              </p:cNvPr>
              <p:cNvSpPr>
                <a:spLocks noChangeArrowheads="1"/>
              </p:cNvSpPr>
              <p:nvPr/>
            </p:nvSpPr>
            <p:spPr bwMode="auto">
              <a:xfrm>
                <a:off x="2785"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0" name="Rectangle 803">
                <a:extLst>
                  <a:ext uri="{FF2B5EF4-FFF2-40B4-BE49-F238E27FC236}">
                    <a16:creationId xmlns:a16="http://schemas.microsoft.com/office/drawing/2014/main" id="{E8B6362F-77FA-2FC1-BA99-B0446566022F}"/>
                  </a:ext>
                </a:extLst>
              </p:cNvPr>
              <p:cNvSpPr>
                <a:spLocks noChangeArrowheads="1"/>
              </p:cNvSpPr>
              <p:nvPr/>
            </p:nvSpPr>
            <p:spPr bwMode="auto">
              <a:xfrm>
                <a:off x="2791" y="169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1" name="Rectangle 804">
                <a:extLst>
                  <a:ext uri="{FF2B5EF4-FFF2-40B4-BE49-F238E27FC236}">
                    <a16:creationId xmlns:a16="http://schemas.microsoft.com/office/drawing/2014/main" id="{D979804E-1A4D-026D-BB0F-53392145D077}"/>
                  </a:ext>
                </a:extLst>
              </p:cNvPr>
              <p:cNvSpPr>
                <a:spLocks noChangeArrowheads="1"/>
              </p:cNvSpPr>
              <p:nvPr/>
            </p:nvSpPr>
            <p:spPr bwMode="auto">
              <a:xfrm>
                <a:off x="3192"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2" name="Rectangle 805">
                <a:extLst>
                  <a:ext uri="{FF2B5EF4-FFF2-40B4-BE49-F238E27FC236}">
                    <a16:creationId xmlns:a16="http://schemas.microsoft.com/office/drawing/2014/main" id="{C3A69DCD-D620-2D11-CE8A-7B5DC5A4A456}"/>
                  </a:ext>
                </a:extLst>
              </p:cNvPr>
              <p:cNvSpPr>
                <a:spLocks noChangeArrowheads="1"/>
              </p:cNvSpPr>
              <p:nvPr/>
            </p:nvSpPr>
            <p:spPr bwMode="auto">
              <a:xfrm>
                <a:off x="3198" y="169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3" name="Rectangle 806">
                <a:extLst>
                  <a:ext uri="{FF2B5EF4-FFF2-40B4-BE49-F238E27FC236}">
                    <a16:creationId xmlns:a16="http://schemas.microsoft.com/office/drawing/2014/main" id="{EA3B82DB-A092-49B3-B1E8-564257929555}"/>
                  </a:ext>
                </a:extLst>
              </p:cNvPr>
              <p:cNvSpPr>
                <a:spLocks noChangeArrowheads="1"/>
              </p:cNvSpPr>
              <p:nvPr/>
            </p:nvSpPr>
            <p:spPr bwMode="auto">
              <a:xfrm>
                <a:off x="3599"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4" name="Rectangle 807">
                <a:extLst>
                  <a:ext uri="{FF2B5EF4-FFF2-40B4-BE49-F238E27FC236}">
                    <a16:creationId xmlns:a16="http://schemas.microsoft.com/office/drawing/2014/main" id="{7EA2C464-1C7E-4CD4-00AF-478A52A53A22}"/>
                  </a:ext>
                </a:extLst>
              </p:cNvPr>
              <p:cNvSpPr>
                <a:spLocks noChangeArrowheads="1"/>
              </p:cNvSpPr>
              <p:nvPr/>
            </p:nvSpPr>
            <p:spPr bwMode="auto">
              <a:xfrm>
                <a:off x="3605" y="1699"/>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5" name="Rectangle 808">
                <a:extLst>
                  <a:ext uri="{FF2B5EF4-FFF2-40B4-BE49-F238E27FC236}">
                    <a16:creationId xmlns:a16="http://schemas.microsoft.com/office/drawing/2014/main" id="{27FADF17-4FB2-229F-82B5-987D631A7A40}"/>
                  </a:ext>
                </a:extLst>
              </p:cNvPr>
              <p:cNvSpPr>
                <a:spLocks noChangeArrowheads="1"/>
              </p:cNvSpPr>
              <p:nvPr/>
            </p:nvSpPr>
            <p:spPr bwMode="auto">
              <a:xfrm>
                <a:off x="4004"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6" name="Rectangle 809">
                <a:extLst>
                  <a:ext uri="{FF2B5EF4-FFF2-40B4-BE49-F238E27FC236}">
                    <a16:creationId xmlns:a16="http://schemas.microsoft.com/office/drawing/2014/main" id="{0290FBF9-C443-6168-5701-1E890DF7438A}"/>
                  </a:ext>
                </a:extLst>
              </p:cNvPr>
              <p:cNvSpPr>
                <a:spLocks noChangeArrowheads="1"/>
              </p:cNvSpPr>
              <p:nvPr/>
            </p:nvSpPr>
            <p:spPr bwMode="auto">
              <a:xfrm>
                <a:off x="4010" y="169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7" name="Rectangle 810">
                <a:extLst>
                  <a:ext uri="{FF2B5EF4-FFF2-40B4-BE49-F238E27FC236}">
                    <a16:creationId xmlns:a16="http://schemas.microsoft.com/office/drawing/2014/main" id="{86F4D981-65B6-BC6B-2B38-09B638792EAA}"/>
                  </a:ext>
                </a:extLst>
              </p:cNvPr>
              <p:cNvSpPr>
                <a:spLocks noChangeArrowheads="1"/>
              </p:cNvSpPr>
              <p:nvPr/>
            </p:nvSpPr>
            <p:spPr bwMode="auto">
              <a:xfrm>
                <a:off x="4411" y="169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8" name="Rectangle 811">
                <a:extLst>
                  <a:ext uri="{FF2B5EF4-FFF2-40B4-BE49-F238E27FC236}">
                    <a16:creationId xmlns:a16="http://schemas.microsoft.com/office/drawing/2014/main" id="{37F3D892-93BF-0946-6115-46466EF79EEB}"/>
                  </a:ext>
                </a:extLst>
              </p:cNvPr>
              <p:cNvSpPr>
                <a:spLocks noChangeArrowheads="1"/>
              </p:cNvSpPr>
              <p:nvPr/>
            </p:nvSpPr>
            <p:spPr bwMode="auto">
              <a:xfrm>
                <a:off x="4417" y="169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09" name="Rectangle 812">
                <a:extLst>
                  <a:ext uri="{FF2B5EF4-FFF2-40B4-BE49-F238E27FC236}">
                    <a16:creationId xmlns:a16="http://schemas.microsoft.com/office/drawing/2014/main" id="{E2EF5ADD-04D5-31F6-6579-134FCA963DB7}"/>
                  </a:ext>
                </a:extLst>
              </p:cNvPr>
              <p:cNvSpPr>
                <a:spLocks noChangeArrowheads="1"/>
              </p:cNvSpPr>
              <p:nvPr/>
            </p:nvSpPr>
            <p:spPr bwMode="auto">
              <a:xfrm>
                <a:off x="4818"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0" name="Rectangle 813">
                <a:extLst>
                  <a:ext uri="{FF2B5EF4-FFF2-40B4-BE49-F238E27FC236}">
                    <a16:creationId xmlns:a16="http://schemas.microsoft.com/office/drawing/2014/main" id="{BEE3A31E-D7AB-5E7B-2C1F-663A75ABF7D7}"/>
                  </a:ext>
                </a:extLst>
              </p:cNvPr>
              <p:cNvSpPr>
                <a:spLocks noChangeArrowheads="1"/>
              </p:cNvSpPr>
              <p:nvPr/>
            </p:nvSpPr>
            <p:spPr bwMode="auto">
              <a:xfrm>
                <a:off x="4824" y="169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1" name="Rectangle 814">
                <a:extLst>
                  <a:ext uri="{FF2B5EF4-FFF2-40B4-BE49-F238E27FC236}">
                    <a16:creationId xmlns:a16="http://schemas.microsoft.com/office/drawing/2014/main" id="{1F8A1176-27C5-CF66-270A-A96A3475F77E}"/>
                  </a:ext>
                </a:extLst>
              </p:cNvPr>
              <p:cNvSpPr>
                <a:spLocks noChangeArrowheads="1"/>
              </p:cNvSpPr>
              <p:nvPr/>
            </p:nvSpPr>
            <p:spPr bwMode="auto">
              <a:xfrm>
                <a:off x="5225" y="169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2" name="Rectangle 815">
                <a:extLst>
                  <a:ext uri="{FF2B5EF4-FFF2-40B4-BE49-F238E27FC236}">
                    <a16:creationId xmlns:a16="http://schemas.microsoft.com/office/drawing/2014/main" id="{2DA469A5-AF00-B3AA-CF95-416E7BB1202D}"/>
                  </a:ext>
                </a:extLst>
              </p:cNvPr>
              <p:cNvSpPr>
                <a:spLocks noChangeArrowheads="1"/>
              </p:cNvSpPr>
              <p:nvPr/>
            </p:nvSpPr>
            <p:spPr bwMode="auto">
              <a:xfrm>
                <a:off x="346"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 name="Rectangle 816">
                <a:extLst>
                  <a:ext uri="{FF2B5EF4-FFF2-40B4-BE49-F238E27FC236}">
                    <a16:creationId xmlns:a16="http://schemas.microsoft.com/office/drawing/2014/main" id="{5B46667B-EE49-72AB-CFDC-8E10C4BC5783}"/>
                  </a:ext>
                </a:extLst>
              </p:cNvPr>
              <p:cNvSpPr>
                <a:spLocks noChangeArrowheads="1"/>
              </p:cNvSpPr>
              <p:nvPr/>
            </p:nvSpPr>
            <p:spPr bwMode="auto">
              <a:xfrm>
                <a:off x="582"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4" name="Rectangle 817">
                <a:extLst>
                  <a:ext uri="{FF2B5EF4-FFF2-40B4-BE49-F238E27FC236}">
                    <a16:creationId xmlns:a16="http://schemas.microsoft.com/office/drawing/2014/main" id="{6CBFD663-F454-3006-87EC-DFBAF6BD8EF2}"/>
                  </a:ext>
                </a:extLst>
              </p:cNvPr>
              <p:cNvSpPr>
                <a:spLocks noChangeArrowheads="1"/>
              </p:cNvSpPr>
              <p:nvPr/>
            </p:nvSpPr>
            <p:spPr bwMode="auto">
              <a:xfrm>
                <a:off x="1157"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5" name="Rectangle 818">
                <a:extLst>
                  <a:ext uri="{FF2B5EF4-FFF2-40B4-BE49-F238E27FC236}">
                    <a16:creationId xmlns:a16="http://schemas.microsoft.com/office/drawing/2014/main" id="{766CACD0-03E9-D325-E3C5-217276497358}"/>
                  </a:ext>
                </a:extLst>
              </p:cNvPr>
              <p:cNvSpPr>
                <a:spLocks noChangeArrowheads="1"/>
              </p:cNvSpPr>
              <p:nvPr/>
            </p:nvSpPr>
            <p:spPr bwMode="auto">
              <a:xfrm>
                <a:off x="1564"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6" name="Rectangle 819">
                <a:extLst>
                  <a:ext uri="{FF2B5EF4-FFF2-40B4-BE49-F238E27FC236}">
                    <a16:creationId xmlns:a16="http://schemas.microsoft.com/office/drawing/2014/main" id="{51E28437-EC27-C0F0-A0A7-49233A1DB1F1}"/>
                  </a:ext>
                </a:extLst>
              </p:cNvPr>
              <p:cNvSpPr>
                <a:spLocks noChangeArrowheads="1"/>
              </p:cNvSpPr>
              <p:nvPr/>
            </p:nvSpPr>
            <p:spPr bwMode="auto">
              <a:xfrm>
                <a:off x="1987"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7" name="Rectangle 820">
                <a:extLst>
                  <a:ext uri="{FF2B5EF4-FFF2-40B4-BE49-F238E27FC236}">
                    <a16:creationId xmlns:a16="http://schemas.microsoft.com/office/drawing/2014/main" id="{970D4D32-1D46-FBF7-B474-A32715E58489}"/>
                  </a:ext>
                </a:extLst>
              </p:cNvPr>
              <p:cNvSpPr>
                <a:spLocks noChangeArrowheads="1"/>
              </p:cNvSpPr>
              <p:nvPr/>
            </p:nvSpPr>
            <p:spPr bwMode="auto">
              <a:xfrm>
                <a:off x="2378"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8" name="Rectangle 821">
                <a:extLst>
                  <a:ext uri="{FF2B5EF4-FFF2-40B4-BE49-F238E27FC236}">
                    <a16:creationId xmlns:a16="http://schemas.microsoft.com/office/drawing/2014/main" id="{BD4D3187-F968-FD8A-8FCF-8D70EE90E57E}"/>
                  </a:ext>
                </a:extLst>
              </p:cNvPr>
              <p:cNvSpPr>
                <a:spLocks noChangeArrowheads="1"/>
              </p:cNvSpPr>
              <p:nvPr/>
            </p:nvSpPr>
            <p:spPr bwMode="auto">
              <a:xfrm>
                <a:off x="2785"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9" name="Rectangle 822">
                <a:extLst>
                  <a:ext uri="{FF2B5EF4-FFF2-40B4-BE49-F238E27FC236}">
                    <a16:creationId xmlns:a16="http://schemas.microsoft.com/office/drawing/2014/main" id="{5E7AD4D6-BCC1-1EC1-F7B7-0D242019A54A}"/>
                  </a:ext>
                </a:extLst>
              </p:cNvPr>
              <p:cNvSpPr>
                <a:spLocks noChangeArrowheads="1"/>
              </p:cNvSpPr>
              <p:nvPr/>
            </p:nvSpPr>
            <p:spPr bwMode="auto">
              <a:xfrm>
                <a:off x="3192"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0" name="Rectangle 823">
                <a:extLst>
                  <a:ext uri="{FF2B5EF4-FFF2-40B4-BE49-F238E27FC236}">
                    <a16:creationId xmlns:a16="http://schemas.microsoft.com/office/drawing/2014/main" id="{F4AB84BA-18EB-6A39-8CAB-DEA40B2BE7B4}"/>
                  </a:ext>
                </a:extLst>
              </p:cNvPr>
              <p:cNvSpPr>
                <a:spLocks noChangeArrowheads="1"/>
              </p:cNvSpPr>
              <p:nvPr/>
            </p:nvSpPr>
            <p:spPr bwMode="auto">
              <a:xfrm>
                <a:off x="3599"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1" name="Rectangle 824">
                <a:extLst>
                  <a:ext uri="{FF2B5EF4-FFF2-40B4-BE49-F238E27FC236}">
                    <a16:creationId xmlns:a16="http://schemas.microsoft.com/office/drawing/2014/main" id="{F17A4CB6-528C-A2F4-E69A-61231AB5D4CD}"/>
                  </a:ext>
                </a:extLst>
              </p:cNvPr>
              <p:cNvSpPr>
                <a:spLocks noChangeArrowheads="1"/>
              </p:cNvSpPr>
              <p:nvPr/>
            </p:nvSpPr>
            <p:spPr bwMode="auto">
              <a:xfrm>
                <a:off x="4004"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2" name="Rectangle 825">
                <a:extLst>
                  <a:ext uri="{FF2B5EF4-FFF2-40B4-BE49-F238E27FC236}">
                    <a16:creationId xmlns:a16="http://schemas.microsoft.com/office/drawing/2014/main" id="{F18E03E9-3936-FD4E-72B6-4E7F909FC6D0}"/>
                  </a:ext>
                </a:extLst>
              </p:cNvPr>
              <p:cNvSpPr>
                <a:spLocks noChangeArrowheads="1"/>
              </p:cNvSpPr>
              <p:nvPr/>
            </p:nvSpPr>
            <p:spPr bwMode="auto">
              <a:xfrm>
                <a:off x="4411" y="170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 name="Rectangle 826">
                <a:extLst>
                  <a:ext uri="{FF2B5EF4-FFF2-40B4-BE49-F238E27FC236}">
                    <a16:creationId xmlns:a16="http://schemas.microsoft.com/office/drawing/2014/main" id="{B04B022C-A9E4-2701-5EC6-32B01AD8B330}"/>
                  </a:ext>
                </a:extLst>
              </p:cNvPr>
              <p:cNvSpPr>
                <a:spLocks noChangeArrowheads="1"/>
              </p:cNvSpPr>
              <p:nvPr/>
            </p:nvSpPr>
            <p:spPr bwMode="auto">
              <a:xfrm>
                <a:off x="4818"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4" name="Rectangle 827">
                <a:extLst>
                  <a:ext uri="{FF2B5EF4-FFF2-40B4-BE49-F238E27FC236}">
                    <a16:creationId xmlns:a16="http://schemas.microsoft.com/office/drawing/2014/main" id="{3B21B6D7-B843-A7B4-0013-F8F436E3700D}"/>
                  </a:ext>
                </a:extLst>
              </p:cNvPr>
              <p:cNvSpPr>
                <a:spLocks noChangeArrowheads="1"/>
              </p:cNvSpPr>
              <p:nvPr/>
            </p:nvSpPr>
            <p:spPr bwMode="auto">
              <a:xfrm>
                <a:off x="5225" y="170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5" name="Rectangle 828">
                <a:extLst>
                  <a:ext uri="{FF2B5EF4-FFF2-40B4-BE49-F238E27FC236}">
                    <a16:creationId xmlns:a16="http://schemas.microsoft.com/office/drawing/2014/main" id="{54F56971-C320-0C45-E25B-3D38A4C9C195}"/>
                  </a:ext>
                </a:extLst>
              </p:cNvPr>
              <p:cNvSpPr>
                <a:spLocks noChangeArrowheads="1"/>
              </p:cNvSpPr>
              <p:nvPr/>
            </p:nvSpPr>
            <p:spPr bwMode="auto">
              <a:xfrm>
                <a:off x="392" y="1707"/>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a:t>
                </a:r>
              </a:p>
            </p:txBody>
          </p:sp>
          <p:sp>
            <p:nvSpPr>
              <p:cNvPr id="126" name="Rectangle 829">
                <a:extLst>
                  <a:ext uri="{FF2B5EF4-FFF2-40B4-BE49-F238E27FC236}">
                    <a16:creationId xmlns:a16="http://schemas.microsoft.com/office/drawing/2014/main" id="{8202956B-00B4-C06A-24F4-DEDC6302E672}"/>
                  </a:ext>
                </a:extLst>
              </p:cNvPr>
              <p:cNvSpPr>
                <a:spLocks noChangeArrowheads="1"/>
              </p:cNvSpPr>
              <p:nvPr/>
            </p:nvSpPr>
            <p:spPr bwMode="auto">
              <a:xfrm>
                <a:off x="680" y="1707"/>
                <a:ext cx="3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dirty="0">
                    <a:solidFill>
                      <a:srgbClr val="000000"/>
                    </a:solidFill>
                    <a:latin typeface="Arial Narrow" panose="020B0606020202030204" pitchFamily="34" charset="0"/>
                  </a:rPr>
                  <a:t>OBR-026</a:t>
                </a:r>
              </a:p>
            </p:txBody>
          </p:sp>
          <p:sp>
            <p:nvSpPr>
              <p:cNvPr id="127" name="Rectangle 830">
                <a:extLst>
                  <a:ext uri="{FF2B5EF4-FFF2-40B4-BE49-F238E27FC236}">
                    <a16:creationId xmlns:a16="http://schemas.microsoft.com/office/drawing/2014/main" id="{EEF1A99A-2A3F-27C7-D28D-8AAFAAC55996}"/>
                  </a:ext>
                </a:extLst>
              </p:cNvPr>
              <p:cNvSpPr>
                <a:spLocks noChangeArrowheads="1"/>
              </p:cNvSpPr>
              <p:nvPr/>
            </p:nvSpPr>
            <p:spPr bwMode="auto">
              <a:xfrm>
                <a:off x="1255" y="1707"/>
                <a:ext cx="211"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420</a:t>
                </a:r>
              </a:p>
            </p:txBody>
          </p:sp>
          <p:sp>
            <p:nvSpPr>
              <p:cNvPr id="128" name="Rectangle 831">
                <a:extLst>
                  <a:ext uri="{FF2B5EF4-FFF2-40B4-BE49-F238E27FC236}">
                    <a16:creationId xmlns:a16="http://schemas.microsoft.com/office/drawing/2014/main" id="{935FB576-B4E9-E8B1-DE27-0D2A4CC46BD0}"/>
                  </a:ext>
                </a:extLst>
              </p:cNvPr>
              <p:cNvSpPr>
                <a:spLocks noChangeArrowheads="1"/>
              </p:cNvSpPr>
              <p:nvPr/>
            </p:nvSpPr>
            <p:spPr bwMode="auto">
              <a:xfrm>
                <a:off x="1687" y="1707"/>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35</a:t>
                </a:r>
              </a:p>
            </p:txBody>
          </p:sp>
          <p:sp>
            <p:nvSpPr>
              <p:cNvPr id="129" name="Rectangle 832">
                <a:extLst>
                  <a:ext uri="{FF2B5EF4-FFF2-40B4-BE49-F238E27FC236}">
                    <a16:creationId xmlns:a16="http://schemas.microsoft.com/office/drawing/2014/main" id="{CA08DE7A-2B23-B98F-2809-CA1557CD61E4}"/>
                  </a:ext>
                </a:extLst>
              </p:cNvPr>
              <p:cNvSpPr>
                <a:spLocks noChangeArrowheads="1"/>
              </p:cNvSpPr>
              <p:nvPr/>
            </p:nvSpPr>
            <p:spPr bwMode="auto">
              <a:xfrm>
                <a:off x="2079" y="16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30" name="Rectangle 833">
                <a:extLst>
                  <a:ext uri="{FF2B5EF4-FFF2-40B4-BE49-F238E27FC236}">
                    <a16:creationId xmlns:a16="http://schemas.microsoft.com/office/drawing/2014/main" id="{89DBEBA4-050E-4F1A-6A08-6539D3B1D7F5}"/>
                  </a:ext>
                </a:extLst>
              </p:cNvPr>
              <p:cNvSpPr>
                <a:spLocks noChangeArrowheads="1"/>
              </p:cNvSpPr>
              <p:nvPr/>
            </p:nvSpPr>
            <p:spPr bwMode="auto">
              <a:xfrm>
                <a:off x="2478" y="16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dirty="0">
                    <a:solidFill>
                      <a:srgbClr val="000000"/>
                    </a:solidFill>
                    <a:latin typeface="Wingdings" panose="05000000000000000000" pitchFamily="2" charset="2"/>
                  </a:rPr>
                  <a:t>‚</a:t>
                </a:r>
              </a:p>
            </p:txBody>
          </p:sp>
          <p:sp>
            <p:nvSpPr>
              <p:cNvPr id="131" name="Rectangle 834">
                <a:extLst>
                  <a:ext uri="{FF2B5EF4-FFF2-40B4-BE49-F238E27FC236}">
                    <a16:creationId xmlns:a16="http://schemas.microsoft.com/office/drawing/2014/main" id="{9C1961F2-A5D0-07E5-8CC6-01E1DE5AF35E}"/>
                  </a:ext>
                </a:extLst>
              </p:cNvPr>
              <p:cNvSpPr>
                <a:spLocks noChangeArrowheads="1"/>
              </p:cNvSpPr>
              <p:nvPr/>
            </p:nvSpPr>
            <p:spPr bwMode="auto">
              <a:xfrm>
                <a:off x="2883" y="16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132" name="Rectangle 835">
                <a:extLst>
                  <a:ext uri="{FF2B5EF4-FFF2-40B4-BE49-F238E27FC236}">
                    <a16:creationId xmlns:a16="http://schemas.microsoft.com/office/drawing/2014/main" id="{61104145-A7DD-DA1A-E6F5-C6014283D410}"/>
                  </a:ext>
                </a:extLst>
              </p:cNvPr>
              <p:cNvSpPr>
                <a:spLocks noChangeArrowheads="1"/>
              </p:cNvSpPr>
              <p:nvPr/>
            </p:nvSpPr>
            <p:spPr bwMode="auto">
              <a:xfrm>
                <a:off x="3696" y="16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33" name="Rectangle 836">
                <a:extLst>
                  <a:ext uri="{FF2B5EF4-FFF2-40B4-BE49-F238E27FC236}">
                    <a16:creationId xmlns:a16="http://schemas.microsoft.com/office/drawing/2014/main" id="{40CA3CC1-FC67-6412-776B-9C98C9F81379}"/>
                  </a:ext>
                </a:extLst>
              </p:cNvPr>
              <p:cNvSpPr>
                <a:spLocks noChangeArrowheads="1"/>
              </p:cNvSpPr>
              <p:nvPr/>
            </p:nvSpPr>
            <p:spPr bwMode="auto">
              <a:xfrm>
                <a:off x="4511" y="16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34" name="Rectangle 837">
                <a:extLst>
                  <a:ext uri="{FF2B5EF4-FFF2-40B4-BE49-F238E27FC236}">
                    <a16:creationId xmlns:a16="http://schemas.microsoft.com/office/drawing/2014/main" id="{47281F6B-B901-3A62-21A7-D4FC01334A8F}"/>
                  </a:ext>
                </a:extLst>
              </p:cNvPr>
              <p:cNvSpPr>
                <a:spLocks noChangeArrowheads="1"/>
              </p:cNvSpPr>
              <p:nvPr/>
            </p:nvSpPr>
            <p:spPr bwMode="auto">
              <a:xfrm>
                <a:off x="4918" y="1683"/>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35" name="Rectangle 838">
                <a:extLst>
                  <a:ext uri="{FF2B5EF4-FFF2-40B4-BE49-F238E27FC236}">
                    <a16:creationId xmlns:a16="http://schemas.microsoft.com/office/drawing/2014/main" id="{45F85A94-6136-F447-A2C6-0D9D8A03F23B}"/>
                  </a:ext>
                </a:extLst>
              </p:cNvPr>
              <p:cNvSpPr>
                <a:spLocks noChangeArrowheads="1"/>
              </p:cNvSpPr>
              <p:nvPr/>
            </p:nvSpPr>
            <p:spPr bwMode="auto">
              <a:xfrm>
                <a:off x="346"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6" name="Rectangle 839">
                <a:extLst>
                  <a:ext uri="{FF2B5EF4-FFF2-40B4-BE49-F238E27FC236}">
                    <a16:creationId xmlns:a16="http://schemas.microsoft.com/office/drawing/2014/main" id="{40D5783B-50C0-202E-DCE3-3F1EB623EAF0}"/>
                  </a:ext>
                </a:extLst>
              </p:cNvPr>
              <p:cNvSpPr>
                <a:spLocks noChangeArrowheads="1"/>
              </p:cNvSpPr>
              <p:nvPr/>
            </p:nvSpPr>
            <p:spPr bwMode="auto">
              <a:xfrm>
                <a:off x="351" y="1849"/>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7" name="Rectangle 840">
                <a:extLst>
                  <a:ext uri="{FF2B5EF4-FFF2-40B4-BE49-F238E27FC236}">
                    <a16:creationId xmlns:a16="http://schemas.microsoft.com/office/drawing/2014/main" id="{D578DBAC-32A3-AA5A-3FBE-0C24580C6530}"/>
                  </a:ext>
                </a:extLst>
              </p:cNvPr>
              <p:cNvSpPr>
                <a:spLocks noChangeArrowheads="1"/>
              </p:cNvSpPr>
              <p:nvPr/>
            </p:nvSpPr>
            <p:spPr bwMode="auto">
              <a:xfrm>
                <a:off x="582"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8" name="Rectangle 841">
                <a:extLst>
                  <a:ext uri="{FF2B5EF4-FFF2-40B4-BE49-F238E27FC236}">
                    <a16:creationId xmlns:a16="http://schemas.microsoft.com/office/drawing/2014/main" id="{668727B9-8F7B-D4BB-2CBC-6A7FEAE5488B}"/>
                  </a:ext>
                </a:extLst>
              </p:cNvPr>
              <p:cNvSpPr>
                <a:spLocks noChangeArrowheads="1"/>
              </p:cNvSpPr>
              <p:nvPr/>
            </p:nvSpPr>
            <p:spPr bwMode="auto">
              <a:xfrm>
                <a:off x="587" y="1849"/>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9" name="Rectangle 842">
                <a:extLst>
                  <a:ext uri="{FF2B5EF4-FFF2-40B4-BE49-F238E27FC236}">
                    <a16:creationId xmlns:a16="http://schemas.microsoft.com/office/drawing/2014/main" id="{5853390F-8D84-BEEE-FAC8-EDEB3AF09A0B}"/>
                  </a:ext>
                </a:extLst>
              </p:cNvPr>
              <p:cNvSpPr>
                <a:spLocks noChangeArrowheads="1"/>
              </p:cNvSpPr>
              <p:nvPr/>
            </p:nvSpPr>
            <p:spPr bwMode="auto">
              <a:xfrm>
                <a:off x="1157"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0" name="Rectangle 843">
                <a:extLst>
                  <a:ext uri="{FF2B5EF4-FFF2-40B4-BE49-F238E27FC236}">
                    <a16:creationId xmlns:a16="http://schemas.microsoft.com/office/drawing/2014/main" id="{69CE83A7-70C1-46FC-7A9E-D092D0464415}"/>
                  </a:ext>
                </a:extLst>
              </p:cNvPr>
              <p:cNvSpPr>
                <a:spLocks noChangeArrowheads="1"/>
              </p:cNvSpPr>
              <p:nvPr/>
            </p:nvSpPr>
            <p:spPr bwMode="auto">
              <a:xfrm>
                <a:off x="1163" y="184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1" name="Rectangle 844">
                <a:extLst>
                  <a:ext uri="{FF2B5EF4-FFF2-40B4-BE49-F238E27FC236}">
                    <a16:creationId xmlns:a16="http://schemas.microsoft.com/office/drawing/2014/main" id="{CE7475CE-CF11-24F6-8536-F605E3E4F029}"/>
                  </a:ext>
                </a:extLst>
              </p:cNvPr>
              <p:cNvSpPr>
                <a:spLocks noChangeArrowheads="1"/>
              </p:cNvSpPr>
              <p:nvPr/>
            </p:nvSpPr>
            <p:spPr bwMode="auto">
              <a:xfrm>
                <a:off x="1564"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2" name="Rectangle 845">
                <a:extLst>
                  <a:ext uri="{FF2B5EF4-FFF2-40B4-BE49-F238E27FC236}">
                    <a16:creationId xmlns:a16="http://schemas.microsoft.com/office/drawing/2014/main" id="{2A114FB4-3D33-D7E7-FBE1-5C084C729856}"/>
                  </a:ext>
                </a:extLst>
              </p:cNvPr>
              <p:cNvSpPr>
                <a:spLocks noChangeArrowheads="1"/>
              </p:cNvSpPr>
              <p:nvPr/>
            </p:nvSpPr>
            <p:spPr bwMode="auto">
              <a:xfrm>
                <a:off x="1570" y="1849"/>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3" name="Rectangle 846">
                <a:extLst>
                  <a:ext uri="{FF2B5EF4-FFF2-40B4-BE49-F238E27FC236}">
                    <a16:creationId xmlns:a16="http://schemas.microsoft.com/office/drawing/2014/main" id="{0FD0DF8C-0808-7329-9298-95A62583378E}"/>
                  </a:ext>
                </a:extLst>
              </p:cNvPr>
              <p:cNvSpPr>
                <a:spLocks noChangeArrowheads="1"/>
              </p:cNvSpPr>
              <p:nvPr/>
            </p:nvSpPr>
            <p:spPr bwMode="auto">
              <a:xfrm>
                <a:off x="1987"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4" name="Rectangle 847">
                <a:extLst>
                  <a:ext uri="{FF2B5EF4-FFF2-40B4-BE49-F238E27FC236}">
                    <a16:creationId xmlns:a16="http://schemas.microsoft.com/office/drawing/2014/main" id="{D1F62682-C4A3-813A-7AA6-366F07FEC805}"/>
                  </a:ext>
                </a:extLst>
              </p:cNvPr>
              <p:cNvSpPr>
                <a:spLocks noChangeArrowheads="1"/>
              </p:cNvSpPr>
              <p:nvPr/>
            </p:nvSpPr>
            <p:spPr bwMode="auto">
              <a:xfrm>
                <a:off x="1993" y="1849"/>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5" name="Rectangle 848">
                <a:extLst>
                  <a:ext uri="{FF2B5EF4-FFF2-40B4-BE49-F238E27FC236}">
                    <a16:creationId xmlns:a16="http://schemas.microsoft.com/office/drawing/2014/main" id="{5F55AA10-42FF-EA9F-3891-34AA4CB4D1A1}"/>
                  </a:ext>
                </a:extLst>
              </p:cNvPr>
              <p:cNvSpPr>
                <a:spLocks noChangeArrowheads="1"/>
              </p:cNvSpPr>
              <p:nvPr/>
            </p:nvSpPr>
            <p:spPr bwMode="auto">
              <a:xfrm>
                <a:off x="2378"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6" name="Rectangle 849">
                <a:extLst>
                  <a:ext uri="{FF2B5EF4-FFF2-40B4-BE49-F238E27FC236}">
                    <a16:creationId xmlns:a16="http://schemas.microsoft.com/office/drawing/2014/main" id="{2BDA3B8C-AF2D-89E9-837C-511D7D30AF53}"/>
                  </a:ext>
                </a:extLst>
              </p:cNvPr>
              <p:cNvSpPr>
                <a:spLocks noChangeArrowheads="1"/>
              </p:cNvSpPr>
              <p:nvPr/>
            </p:nvSpPr>
            <p:spPr bwMode="auto">
              <a:xfrm>
                <a:off x="2384" y="184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7" name="Rectangle 850">
                <a:extLst>
                  <a:ext uri="{FF2B5EF4-FFF2-40B4-BE49-F238E27FC236}">
                    <a16:creationId xmlns:a16="http://schemas.microsoft.com/office/drawing/2014/main" id="{75DF853D-D24C-67E7-2BAD-E689CC14A2D6}"/>
                  </a:ext>
                </a:extLst>
              </p:cNvPr>
              <p:cNvSpPr>
                <a:spLocks noChangeArrowheads="1"/>
              </p:cNvSpPr>
              <p:nvPr/>
            </p:nvSpPr>
            <p:spPr bwMode="auto">
              <a:xfrm>
                <a:off x="2785"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8" name="Rectangle 851">
                <a:extLst>
                  <a:ext uri="{FF2B5EF4-FFF2-40B4-BE49-F238E27FC236}">
                    <a16:creationId xmlns:a16="http://schemas.microsoft.com/office/drawing/2014/main" id="{A2E3A540-71D8-4140-3CDE-75501A5D3A99}"/>
                  </a:ext>
                </a:extLst>
              </p:cNvPr>
              <p:cNvSpPr>
                <a:spLocks noChangeArrowheads="1"/>
              </p:cNvSpPr>
              <p:nvPr/>
            </p:nvSpPr>
            <p:spPr bwMode="auto">
              <a:xfrm>
                <a:off x="2791" y="184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9" name="Rectangle 852">
                <a:extLst>
                  <a:ext uri="{FF2B5EF4-FFF2-40B4-BE49-F238E27FC236}">
                    <a16:creationId xmlns:a16="http://schemas.microsoft.com/office/drawing/2014/main" id="{14156B2B-5C60-EE01-7D32-635F41BF566A}"/>
                  </a:ext>
                </a:extLst>
              </p:cNvPr>
              <p:cNvSpPr>
                <a:spLocks noChangeArrowheads="1"/>
              </p:cNvSpPr>
              <p:nvPr/>
            </p:nvSpPr>
            <p:spPr bwMode="auto">
              <a:xfrm>
                <a:off x="3192"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0" name="Rectangle 853">
                <a:extLst>
                  <a:ext uri="{FF2B5EF4-FFF2-40B4-BE49-F238E27FC236}">
                    <a16:creationId xmlns:a16="http://schemas.microsoft.com/office/drawing/2014/main" id="{4D4F3098-06DD-4346-F619-8CBC402819FC}"/>
                  </a:ext>
                </a:extLst>
              </p:cNvPr>
              <p:cNvSpPr>
                <a:spLocks noChangeArrowheads="1"/>
              </p:cNvSpPr>
              <p:nvPr/>
            </p:nvSpPr>
            <p:spPr bwMode="auto">
              <a:xfrm>
                <a:off x="3198" y="184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1" name="Rectangle 854">
                <a:extLst>
                  <a:ext uri="{FF2B5EF4-FFF2-40B4-BE49-F238E27FC236}">
                    <a16:creationId xmlns:a16="http://schemas.microsoft.com/office/drawing/2014/main" id="{429C5B00-262C-C637-B35B-2B01B0EC69FB}"/>
                  </a:ext>
                </a:extLst>
              </p:cNvPr>
              <p:cNvSpPr>
                <a:spLocks noChangeArrowheads="1"/>
              </p:cNvSpPr>
              <p:nvPr/>
            </p:nvSpPr>
            <p:spPr bwMode="auto">
              <a:xfrm>
                <a:off x="3599"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2" name="Rectangle 855">
                <a:extLst>
                  <a:ext uri="{FF2B5EF4-FFF2-40B4-BE49-F238E27FC236}">
                    <a16:creationId xmlns:a16="http://schemas.microsoft.com/office/drawing/2014/main" id="{4E3DC241-5908-962B-B27D-09EC07C58C4E}"/>
                  </a:ext>
                </a:extLst>
              </p:cNvPr>
              <p:cNvSpPr>
                <a:spLocks noChangeArrowheads="1"/>
              </p:cNvSpPr>
              <p:nvPr/>
            </p:nvSpPr>
            <p:spPr bwMode="auto">
              <a:xfrm>
                <a:off x="3605" y="1849"/>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3" name="Rectangle 856">
                <a:extLst>
                  <a:ext uri="{FF2B5EF4-FFF2-40B4-BE49-F238E27FC236}">
                    <a16:creationId xmlns:a16="http://schemas.microsoft.com/office/drawing/2014/main" id="{E6C1B3B9-C9EF-AF1F-DFF3-87893FDEDCCF}"/>
                  </a:ext>
                </a:extLst>
              </p:cNvPr>
              <p:cNvSpPr>
                <a:spLocks noChangeArrowheads="1"/>
              </p:cNvSpPr>
              <p:nvPr/>
            </p:nvSpPr>
            <p:spPr bwMode="auto">
              <a:xfrm>
                <a:off x="4004"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4" name="Rectangle 857">
                <a:extLst>
                  <a:ext uri="{FF2B5EF4-FFF2-40B4-BE49-F238E27FC236}">
                    <a16:creationId xmlns:a16="http://schemas.microsoft.com/office/drawing/2014/main" id="{F1523438-CF00-AD51-CAF5-07ECE924D414}"/>
                  </a:ext>
                </a:extLst>
              </p:cNvPr>
              <p:cNvSpPr>
                <a:spLocks noChangeArrowheads="1"/>
              </p:cNvSpPr>
              <p:nvPr/>
            </p:nvSpPr>
            <p:spPr bwMode="auto">
              <a:xfrm>
                <a:off x="4010" y="184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5" name="Rectangle 858">
                <a:extLst>
                  <a:ext uri="{FF2B5EF4-FFF2-40B4-BE49-F238E27FC236}">
                    <a16:creationId xmlns:a16="http://schemas.microsoft.com/office/drawing/2014/main" id="{5B326A24-5B03-C41B-8AD8-E823CE55CDA0}"/>
                  </a:ext>
                </a:extLst>
              </p:cNvPr>
              <p:cNvSpPr>
                <a:spLocks noChangeArrowheads="1"/>
              </p:cNvSpPr>
              <p:nvPr/>
            </p:nvSpPr>
            <p:spPr bwMode="auto">
              <a:xfrm>
                <a:off x="4411" y="184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6" name="Rectangle 859">
                <a:extLst>
                  <a:ext uri="{FF2B5EF4-FFF2-40B4-BE49-F238E27FC236}">
                    <a16:creationId xmlns:a16="http://schemas.microsoft.com/office/drawing/2014/main" id="{7D263BF0-B0FB-8575-42AB-966F074F8A56}"/>
                  </a:ext>
                </a:extLst>
              </p:cNvPr>
              <p:cNvSpPr>
                <a:spLocks noChangeArrowheads="1"/>
              </p:cNvSpPr>
              <p:nvPr/>
            </p:nvSpPr>
            <p:spPr bwMode="auto">
              <a:xfrm>
                <a:off x="4417" y="184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7" name="Rectangle 860">
                <a:extLst>
                  <a:ext uri="{FF2B5EF4-FFF2-40B4-BE49-F238E27FC236}">
                    <a16:creationId xmlns:a16="http://schemas.microsoft.com/office/drawing/2014/main" id="{52F18996-4179-AAFA-104C-892C2EF42004}"/>
                  </a:ext>
                </a:extLst>
              </p:cNvPr>
              <p:cNvSpPr>
                <a:spLocks noChangeArrowheads="1"/>
              </p:cNvSpPr>
              <p:nvPr/>
            </p:nvSpPr>
            <p:spPr bwMode="auto">
              <a:xfrm>
                <a:off x="4818"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8" name="Rectangle 861">
                <a:extLst>
                  <a:ext uri="{FF2B5EF4-FFF2-40B4-BE49-F238E27FC236}">
                    <a16:creationId xmlns:a16="http://schemas.microsoft.com/office/drawing/2014/main" id="{C242AE47-63A9-907C-87B3-6DC442CFFBE7}"/>
                  </a:ext>
                </a:extLst>
              </p:cNvPr>
              <p:cNvSpPr>
                <a:spLocks noChangeArrowheads="1"/>
              </p:cNvSpPr>
              <p:nvPr/>
            </p:nvSpPr>
            <p:spPr bwMode="auto">
              <a:xfrm>
                <a:off x="4824" y="184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9" name="Rectangle 862">
                <a:extLst>
                  <a:ext uri="{FF2B5EF4-FFF2-40B4-BE49-F238E27FC236}">
                    <a16:creationId xmlns:a16="http://schemas.microsoft.com/office/drawing/2014/main" id="{C4906EE9-CA63-7CDC-A43B-682A5E6FAF6C}"/>
                  </a:ext>
                </a:extLst>
              </p:cNvPr>
              <p:cNvSpPr>
                <a:spLocks noChangeArrowheads="1"/>
              </p:cNvSpPr>
              <p:nvPr/>
            </p:nvSpPr>
            <p:spPr bwMode="auto">
              <a:xfrm>
                <a:off x="5225" y="184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0" name="Rectangle 863">
                <a:extLst>
                  <a:ext uri="{FF2B5EF4-FFF2-40B4-BE49-F238E27FC236}">
                    <a16:creationId xmlns:a16="http://schemas.microsoft.com/office/drawing/2014/main" id="{ECB1B02F-328C-FE13-2A12-24F43AA221C1}"/>
                  </a:ext>
                </a:extLst>
              </p:cNvPr>
              <p:cNvSpPr>
                <a:spLocks noChangeArrowheads="1"/>
              </p:cNvSpPr>
              <p:nvPr/>
            </p:nvSpPr>
            <p:spPr bwMode="auto">
              <a:xfrm>
                <a:off x="346"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1" name="Rectangle 864">
                <a:extLst>
                  <a:ext uri="{FF2B5EF4-FFF2-40B4-BE49-F238E27FC236}">
                    <a16:creationId xmlns:a16="http://schemas.microsoft.com/office/drawing/2014/main" id="{1A1E506A-66E2-164F-E1F2-7D17DD92702F}"/>
                  </a:ext>
                </a:extLst>
              </p:cNvPr>
              <p:cNvSpPr>
                <a:spLocks noChangeArrowheads="1"/>
              </p:cNvSpPr>
              <p:nvPr/>
            </p:nvSpPr>
            <p:spPr bwMode="auto">
              <a:xfrm>
                <a:off x="582"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2" name="Rectangle 865">
                <a:extLst>
                  <a:ext uri="{FF2B5EF4-FFF2-40B4-BE49-F238E27FC236}">
                    <a16:creationId xmlns:a16="http://schemas.microsoft.com/office/drawing/2014/main" id="{6E512130-2A9F-7693-D173-E9D818EB0B2B}"/>
                  </a:ext>
                </a:extLst>
              </p:cNvPr>
              <p:cNvSpPr>
                <a:spLocks noChangeArrowheads="1"/>
              </p:cNvSpPr>
              <p:nvPr/>
            </p:nvSpPr>
            <p:spPr bwMode="auto">
              <a:xfrm>
                <a:off x="1157"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3" name="Rectangle 866">
                <a:extLst>
                  <a:ext uri="{FF2B5EF4-FFF2-40B4-BE49-F238E27FC236}">
                    <a16:creationId xmlns:a16="http://schemas.microsoft.com/office/drawing/2014/main" id="{3D3CFCF1-5405-E53F-F4BF-AE55CC697D51}"/>
                  </a:ext>
                </a:extLst>
              </p:cNvPr>
              <p:cNvSpPr>
                <a:spLocks noChangeArrowheads="1"/>
              </p:cNvSpPr>
              <p:nvPr/>
            </p:nvSpPr>
            <p:spPr bwMode="auto">
              <a:xfrm>
                <a:off x="1564"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4" name="Rectangle 867">
                <a:extLst>
                  <a:ext uri="{FF2B5EF4-FFF2-40B4-BE49-F238E27FC236}">
                    <a16:creationId xmlns:a16="http://schemas.microsoft.com/office/drawing/2014/main" id="{EB2DB205-6EEA-1A2C-2300-7124BE0D5ED6}"/>
                  </a:ext>
                </a:extLst>
              </p:cNvPr>
              <p:cNvSpPr>
                <a:spLocks noChangeArrowheads="1"/>
              </p:cNvSpPr>
              <p:nvPr/>
            </p:nvSpPr>
            <p:spPr bwMode="auto">
              <a:xfrm>
                <a:off x="1987"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5" name="Rectangle 868">
                <a:extLst>
                  <a:ext uri="{FF2B5EF4-FFF2-40B4-BE49-F238E27FC236}">
                    <a16:creationId xmlns:a16="http://schemas.microsoft.com/office/drawing/2014/main" id="{4A1259B9-505E-0FFF-C742-6DDB157CC62C}"/>
                  </a:ext>
                </a:extLst>
              </p:cNvPr>
              <p:cNvSpPr>
                <a:spLocks noChangeArrowheads="1"/>
              </p:cNvSpPr>
              <p:nvPr/>
            </p:nvSpPr>
            <p:spPr bwMode="auto">
              <a:xfrm>
                <a:off x="2378"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6" name="Rectangle 869">
                <a:extLst>
                  <a:ext uri="{FF2B5EF4-FFF2-40B4-BE49-F238E27FC236}">
                    <a16:creationId xmlns:a16="http://schemas.microsoft.com/office/drawing/2014/main" id="{7692FC72-27F3-66D4-DF08-5B65D05CD0E5}"/>
                  </a:ext>
                </a:extLst>
              </p:cNvPr>
              <p:cNvSpPr>
                <a:spLocks noChangeArrowheads="1"/>
              </p:cNvSpPr>
              <p:nvPr/>
            </p:nvSpPr>
            <p:spPr bwMode="auto">
              <a:xfrm>
                <a:off x="2785"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7" name="Rectangle 870">
                <a:extLst>
                  <a:ext uri="{FF2B5EF4-FFF2-40B4-BE49-F238E27FC236}">
                    <a16:creationId xmlns:a16="http://schemas.microsoft.com/office/drawing/2014/main" id="{672F1F94-75F3-FE43-A267-3325A90F4820}"/>
                  </a:ext>
                </a:extLst>
              </p:cNvPr>
              <p:cNvSpPr>
                <a:spLocks noChangeArrowheads="1"/>
              </p:cNvSpPr>
              <p:nvPr/>
            </p:nvSpPr>
            <p:spPr bwMode="auto">
              <a:xfrm>
                <a:off x="3192"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8" name="Rectangle 871">
                <a:extLst>
                  <a:ext uri="{FF2B5EF4-FFF2-40B4-BE49-F238E27FC236}">
                    <a16:creationId xmlns:a16="http://schemas.microsoft.com/office/drawing/2014/main" id="{396C2926-F6C0-BBE1-D624-F79A71500D7A}"/>
                  </a:ext>
                </a:extLst>
              </p:cNvPr>
              <p:cNvSpPr>
                <a:spLocks noChangeArrowheads="1"/>
              </p:cNvSpPr>
              <p:nvPr/>
            </p:nvSpPr>
            <p:spPr bwMode="auto">
              <a:xfrm>
                <a:off x="3599"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9" name="Rectangle 872">
                <a:extLst>
                  <a:ext uri="{FF2B5EF4-FFF2-40B4-BE49-F238E27FC236}">
                    <a16:creationId xmlns:a16="http://schemas.microsoft.com/office/drawing/2014/main" id="{C78B4100-D866-0ACB-6000-E3F93E4517A8}"/>
                  </a:ext>
                </a:extLst>
              </p:cNvPr>
              <p:cNvSpPr>
                <a:spLocks noChangeArrowheads="1"/>
              </p:cNvSpPr>
              <p:nvPr/>
            </p:nvSpPr>
            <p:spPr bwMode="auto">
              <a:xfrm>
                <a:off x="4004"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0" name="Rectangle 873">
                <a:extLst>
                  <a:ext uri="{FF2B5EF4-FFF2-40B4-BE49-F238E27FC236}">
                    <a16:creationId xmlns:a16="http://schemas.microsoft.com/office/drawing/2014/main" id="{C787EAC2-5D4B-F042-8158-0D9D1B13B324}"/>
                  </a:ext>
                </a:extLst>
              </p:cNvPr>
              <p:cNvSpPr>
                <a:spLocks noChangeArrowheads="1"/>
              </p:cNvSpPr>
              <p:nvPr/>
            </p:nvSpPr>
            <p:spPr bwMode="auto">
              <a:xfrm>
                <a:off x="4411" y="18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1" name="Rectangle 874">
                <a:extLst>
                  <a:ext uri="{FF2B5EF4-FFF2-40B4-BE49-F238E27FC236}">
                    <a16:creationId xmlns:a16="http://schemas.microsoft.com/office/drawing/2014/main" id="{B73FA0F3-E4D8-64E6-EDD1-1D1B8CB29BB7}"/>
                  </a:ext>
                </a:extLst>
              </p:cNvPr>
              <p:cNvSpPr>
                <a:spLocks noChangeArrowheads="1"/>
              </p:cNvSpPr>
              <p:nvPr/>
            </p:nvSpPr>
            <p:spPr bwMode="auto">
              <a:xfrm>
                <a:off x="4818"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2" name="Rectangle 875">
                <a:extLst>
                  <a:ext uri="{FF2B5EF4-FFF2-40B4-BE49-F238E27FC236}">
                    <a16:creationId xmlns:a16="http://schemas.microsoft.com/office/drawing/2014/main" id="{7C450F6C-7D20-E01C-6892-ECB8604787BA}"/>
                  </a:ext>
                </a:extLst>
              </p:cNvPr>
              <p:cNvSpPr>
                <a:spLocks noChangeArrowheads="1"/>
              </p:cNvSpPr>
              <p:nvPr/>
            </p:nvSpPr>
            <p:spPr bwMode="auto">
              <a:xfrm>
                <a:off x="5225" y="18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3" name="Rectangle 876">
                <a:extLst>
                  <a:ext uri="{FF2B5EF4-FFF2-40B4-BE49-F238E27FC236}">
                    <a16:creationId xmlns:a16="http://schemas.microsoft.com/office/drawing/2014/main" id="{774B2CB6-DC28-552B-0DC6-3BEDDE92861A}"/>
                  </a:ext>
                </a:extLst>
              </p:cNvPr>
              <p:cNvSpPr>
                <a:spLocks noChangeArrowheads="1"/>
              </p:cNvSpPr>
              <p:nvPr/>
            </p:nvSpPr>
            <p:spPr bwMode="auto">
              <a:xfrm>
                <a:off x="392" y="1856"/>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a:t>
                </a:r>
              </a:p>
            </p:txBody>
          </p:sp>
          <p:sp>
            <p:nvSpPr>
              <p:cNvPr id="174" name="Rectangle 877">
                <a:extLst>
                  <a:ext uri="{FF2B5EF4-FFF2-40B4-BE49-F238E27FC236}">
                    <a16:creationId xmlns:a16="http://schemas.microsoft.com/office/drawing/2014/main" id="{E0DA1EC5-8449-4097-92B5-7310E8BF3CA4}"/>
                  </a:ext>
                </a:extLst>
              </p:cNvPr>
              <p:cNvSpPr>
                <a:spLocks noChangeArrowheads="1"/>
              </p:cNvSpPr>
              <p:nvPr/>
            </p:nvSpPr>
            <p:spPr bwMode="auto">
              <a:xfrm>
                <a:off x="680" y="1856"/>
                <a:ext cx="3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OBR-030</a:t>
                </a:r>
              </a:p>
            </p:txBody>
          </p:sp>
          <p:sp>
            <p:nvSpPr>
              <p:cNvPr id="175" name="Rectangle 878">
                <a:extLst>
                  <a:ext uri="{FF2B5EF4-FFF2-40B4-BE49-F238E27FC236}">
                    <a16:creationId xmlns:a16="http://schemas.microsoft.com/office/drawing/2014/main" id="{39DE770D-A507-333D-D3B0-A58641B2600A}"/>
                  </a:ext>
                </a:extLst>
              </p:cNvPr>
              <p:cNvSpPr>
                <a:spLocks noChangeArrowheads="1"/>
              </p:cNvSpPr>
              <p:nvPr/>
            </p:nvSpPr>
            <p:spPr bwMode="auto">
              <a:xfrm>
                <a:off x="1255" y="1856"/>
                <a:ext cx="211"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288</a:t>
                </a:r>
              </a:p>
            </p:txBody>
          </p:sp>
          <p:sp>
            <p:nvSpPr>
              <p:cNvPr id="176" name="Rectangle 879">
                <a:extLst>
                  <a:ext uri="{FF2B5EF4-FFF2-40B4-BE49-F238E27FC236}">
                    <a16:creationId xmlns:a16="http://schemas.microsoft.com/office/drawing/2014/main" id="{F4707AC4-23B6-1D3D-8949-45EECD1296F4}"/>
                  </a:ext>
                </a:extLst>
              </p:cNvPr>
              <p:cNvSpPr>
                <a:spLocks noChangeArrowheads="1"/>
              </p:cNvSpPr>
              <p:nvPr/>
            </p:nvSpPr>
            <p:spPr bwMode="auto">
              <a:xfrm>
                <a:off x="1687" y="1856"/>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24</a:t>
                </a:r>
              </a:p>
            </p:txBody>
          </p:sp>
          <p:sp>
            <p:nvSpPr>
              <p:cNvPr id="177" name="Rectangle 880">
                <a:extLst>
                  <a:ext uri="{FF2B5EF4-FFF2-40B4-BE49-F238E27FC236}">
                    <a16:creationId xmlns:a16="http://schemas.microsoft.com/office/drawing/2014/main" id="{662B36F2-E7A8-6972-819F-1BA75385C135}"/>
                  </a:ext>
                </a:extLst>
              </p:cNvPr>
              <p:cNvSpPr>
                <a:spLocks noChangeArrowheads="1"/>
              </p:cNvSpPr>
              <p:nvPr/>
            </p:nvSpPr>
            <p:spPr bwMode="auto">
              <a:xfrm>
                <a:off x="2079" y="183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78" name="Rectangle 881">
                <a:extLst>
                  <a:ext uri="{FF2B5EF4-FFF2-40B4-BE49-F238E27FC236}">
                    <a16:creationId xmlns:a16="http://schemas.microsoft.com/office/drawing/2014/main" id="{9404EAE7-15B8-C887-BE06-72716E2E5F56}"/>
                  </a:ext>
                </a:extLst>
              </p:cNvPr>
              <p:cNvSpPr>
                <a:spLocks noChangeArrowheads="1"/>
              </p:cNvSpPr>
              <p:nvPr/>
            </p:nvSpPr>
            <p:spPr bwMode="auto">
              <a:xfrm>
                <a:off x="2478" y="183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79" name="Rectangle 882">
                <a:extLst>
                  <a:ext uri="{FF2B5EF4-FFF2-40B4-BE49-F238E27FC236}">
                    <a16:creationId xmlns:a16="http://schemas.microsoft.com/office/drawing/2014/main" id="{95958D62-3C1E-308A-5B1E-6B60BD6C444E}"/>
                  </a:ext>
                </a:extLst>
              </p:cNvPr>
              <p:cNvSpPr>
                <a:spLocks noChangeArrowheads="1"/>
              </p:cNvSpPr>
              <p:nvPr/>
            </p:nvSpPr>
            <p:spPr bwMode="auto">
              <a:xfrm>
                <a:off x="2883" y="183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180" name="Rectangle 883">
                <a:extLst>
                  <a:ext uri="{FF2B5EF4-FFF2-40B4-BE49-F238E27FC236}">
                    <a16:creationId xmlns:a16="http://schemas.microsoft.com/office/drawing/2014/main" id="{74AF6BD5-9348-0AC1-431D-D4B4E2DD28AC}"/>
                  </a:ext>
                </a:extLst>
              </p:cNvPr>
              <p:cNvSpPr>
                <a:spLocks noChangeArrowheads="1"/>
              </p:cNvSpPr>
              <p:nvPr/>
            </p:nvSpPr>
            <p:spPr bwMode="auto">
              <a:xfrm>
                <a:off x="3696" y="183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81" name="Rectangle 884">
                <a:extLst>
                  <a:ext uri="{FF2B5EF4-FFF2-40B4-BE49-F238E27FC236}">
                    <a16:creationId xmlns:a16="http://schemas.microsoft.com/office/drawing/2014/main" id="{55FF72BF-82DE-2AE6-59C8-C65DBFA4F574}"/>
                  </a:ext>
                </a:extLst>
              </p:cNvPr>
              <p:cNvSpPr>
                <a:spLocks noChangeArrowheads="1"/>
              </p:cNvSpPr>
              <p:nvPr/>
            </p:nvSpPr>
            <p:spPr bwMode="auto">
              <a:xfrm>
                <a:off x="4511" y="183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82" name="Rectangle 885">
                <a:extLst>
                  <a:ext uri="{FF2B5EF4-FFF2-40B4-BE49-F238E27FC236}">
                    <a16:creationId xmlns:a16="http://schemas.microsoft.com/office/drawing/2014/main" id="{24082DA5-5D58-157A-8A3F-5169A5F2E3E1}"/>
                  </a:ext>
                </a:extLst>
              </p:cNvPr>
              <p:cNvSpPr>
                <a:spLocks noChangeArrowheads="1"/>
              </p:cNvSpPr>
              <p:nvPr/>
            </p:nvSpPr>
            <p:spPr bwMode="auto">
              <a:xfrm>
                <a:off x="4918" y="1833"/>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183" name="Rectangle 886">
                <a:extLst>
                  <a:ext uri="{FF2B5EF4-FFF2-40B4-BE49-F238E27FC236}">
                    <a16:creationId xmlns:a16="http://schemas.microsoft.com/office/drawing/2014/main" id="{57891F32-B266-0313-4645-C1BA5D6F115E}"/>
                  </a:ext>
                </a:extLst>
              </p:cNvPr>
              <p:cNvSpPr>
                <a:spLocks noChangeArrowheads="1"/>
              </p:cNvSpPr>
              <p:nvPr/>
            </p:nvSpPr>
            <p:spPr bwMode="auto">
              <a:xfrm>
                <a:off x="346"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4" name="Rectangle 887">
                <a:extLst>
                  <a:ext uri="{FF2B5EF4-FFF2-40B4-BE49-F238E27FC236}">
                    <a16:creationId xmlns:a16="http://schemas.microsoft.com/office/drawing/2014/main" id="{1C462830-6F4C-CC66-B0B8-02D61C8B8A12}"/>
                  </a:ext>
                </a:extLst>
              </p:cNvPr>
              <p:cNvSpPr>
                <a:spLocks noChangeArrowheads="1"/>
              </p:cNvSpPr>
              <p:nvPr/>
            </p:nvSpPr>
            <p:spPr bwMode="auto">
              <a:xfrm>
                <a:off x="351" y="199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5" name="Rectangle 888">
                <a:extLst>
                  <a:ext uri="{FF2B5EF4-FFF2-40B4-BE49-F238E27FC236}">
                    <a16:creationId xmlns:a16="http://schemas.microsoft.com/office/drawing/2014/main" id="{90A72B77-9014-3BBA-DE36-095069127FA0}"/>
                  </a:ext>
                </a:extLst>
              </p:cNvPr>
              <p:cNvSpPr>
                <a:spLocks noChangeArrowheads="1"/>
              </p:cNvSpPr>
              <p:nvPr/>
            </p:nvSpPr>
            <p:spPr bwMode="auto">
              <a:xfrm>
                <a:off x="582"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6" name="Rectangle 889">
                <a:extLst>
                  <a:ext uri="{FF2B5EF4-FFF2-40B4-BE49-F238E27FC236}">
                    <a16:creationId xmlns:a16="http://schemas.microsoft.com/office/drawing/2014/main" id="{438DC93E-3573-523A-3FDD-F058CB8541C0}"/>
                  </a:ext>
                </a:extLst>
              </p:cNvPr>
              <p:cNvSpPr>
                <a:spLocks noChangeArrowheads="1"/>
              </p:cNvSpPr>
              <p:nvPr/>
            </p:nvSpPr>
            <p:spPr bwMode="auto">
              <a:xfrm>
                <a:off x="587" y="1998"/>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7" name="Rectangle 890">
                <a:extLst>
                  <a:ext uri="{FF2B5EF4-FFF2-40B4-BE49-F238E27FC236}">
                    <a16:creationId xmlns:a16="http://schemas.microsoft.com/office/drawing/2014/main" id="{9F2CBF57-18B8-68A4-3CC0-05890FAD7368}"/>
                  </a:ext>
                </a:extLst>
              </p:cNvPr>
              <p:cNvSpPr>
                <a:spLocks noChangeArrowheads="1"/>
              </p:cNvSpPr>
              <p:nvPr/>
            </p:nvSpPr>
            <p:spPr bwMode="auto">
              <a:xfrm>
                <a:off x="1157"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8" name="Rectangle 891">
                <a:extLst>
                  <a:ext uri="{FF2B5EF4-FFF2-40B4-BE49-F238E27FC236}">
                    <a16:creationId xmlns:a16="http://schemas.microsoft.com/office/drawing/2014/main" id="{1CEDF832-8EA9-59DE-7428-2AE8E17D8860}"/>
                  </a:ext>
                </a:extLst>
              </p:cNvPr>
              <p:cNvSpPr>
                <a:spLocks noChangeArrowheads="1"/>
              </p:cNvSpPr>
              <p:nvPr/>
            </p:nvSpPr>
            <p:spPr bwMode="auto">
              <a:xfrm>
                <a:off x="1163" y="19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9" name="Rectangle 892">
                <a:extLst>
                  <a:ext uri="{FF2B5EF4-FFF2-40B4-BE49-F238E27FC236}">
                    <a16:creationId xmlns:a16="http://schemas.microsoft.com/office/drawing/2014/main" id="{15BE960F-2216-EFE4-81BE-1883F349B497}"/>
                  </a:ext>
                </a:extLst>
              </p:cNvPr>
              <p:cNvSpPr>
                <a:spLocks noChangeArrowheads="1"/>
              </p:cNvSpPr>
              <p:nvPr/>
            </p:nvSpPr>
            <p:spPr bwMode="auto">
              <a:xfrm>
                <a:off x="1564"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0" name="Rectangle 893">
                <a:extLst>
                  <a:ext uri="{FF2B5EF4-FFF2-40B4-BE49-F238E27FC236}">
                    <a16:creationId xmlns:a16="http://schemas.microsoft.com/office/drawing/2014/main" id="{452A189C-7E88-ACD7-F56F-950E2E26ED34}"/>
                  </a:ext>
                </a:extLst>
              </p:cNvPr>
              <p:cNvSpPr>
                <a:spLocks noChangeArrowheads="1"/>
              </p:cNvSpPr>
              <p:nvPr/>
            </p:nvSpPr>
            <p:spPr bwMode="auto">
              <a:xfrm>
                <a:off x="1570" y="1998"/>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1" name="Rectangle 894">
                <a:extLst>
                  <a:ext uri="{FF2B5EF4-FFF2-40B4-BE49-F238E27FC236}">
                    <a16:creationId xmlns:a16="http://schemas.microsoft.com/office/drawing/2014/main" id="{A7C65850-AB9B-DC8B-D65A-93FBE6155AED}"/>
                  </a:ext>
                </a:extLst>
              </p:cNvPr>
              <p:cNvSpPr>
                <a:spLocks noChangeArrowheads="1"/>
              </p:cNvSpPr>
              <p:nvPr/>
            </p:nvSpPr>
            <p:spPr bwMode="auto">
              <a:xfrm>
                <a:off x="1987"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2" name="Rectangle 895">
                <a:extLst>
                  <a:ext uri="{FF2B5EF4-FFF2-40B4-BE49-F238E27FC236}">
                    <a16:creationId xmlns:a16="http://schemas.microsoft.com/office/drawing/2014/main" id="{77F31062-BFB3-D588-704A-BE4B4D133D48}"/>
                  </a:ext>
                </a:extLst>
              </p:cNvPr>
              <p:cNvSpPr>
                <a:spLocks noChangeArrowheads="1"/>
              </p:cNvSpPr>
              <p:nvPr/>
            </p:nvSpPr>
            <p:spPr bwMode="auto">
              <a:xfrm>
                <a:off x="1993" y="1998"/>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3" name="Rectangle 896">
                <a:extLst>
                  <a:ext uri="{FF2B5EF4-FFF2-40B4-BE49-F238E27FC236}">
                    <a16:creationId xmlns:a16="http://schemas.microsoft.com/office/drawing/2014/main" id="{1640D85E-EDEC-4146-570D-D11BAB9F9774}"/>
                  </a:ext>
                </a:extLst>
              </p:cNvPr>
              <p:cNvSpPr>
                <a:spLocks noChangeArrowheads="1"/>
              </p:cNvSpPr>
              <p:nvPr/>
            </p:nvSpPr>
            <p:spPr bwMode="auto">
              <a:xfrm>
                <a:off x="2378"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4" name="Rectangle 897">
                <a:extLst>
                  <a:ext uri="{FF2B5EF4-FFF2-40B4-BE49-F238E27FC236}">
                    <a16:creationId xmlns:a16="http://schemas.microsoft.com/office/drawing/2014/main" id="{8CA279A8-EA60-A524-BC7E-CF07A9FF64CB}"/>
                  </a:ext>
                </a:extLst>
              </p:cNvPr>
              <p:cNvSpPr>
                <a:spLocks noChangeArrowheads="1"/>
              </p:cNvSpPr>
              <p:nvPr/>
            </p:nvSpPr>
            <p:spPr bwMode="auto">
              <a:xfrm>
                <a:off x="2384" y="19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5" name="Rectangle 898">
                <a:extLst>
                  <a:ext uri="{FF2B5EF4-FFF2-40B4-BE49-F238E27FC236}">
                    <a16:creationId xmlns:a16="http://schemas.microsoft.com/office/drawing/2014/main" id="{D638E6E5-E8B4-C900-825F-4B82A9747B55}"/>
                  </a:ext>
                </a:extLst>
              </p:cNvPr>
              <p:cNvSpPr>
                <a:spLocks noChangeArrowheads="1"/>
              </p:cNvSpPr>
              <p:nvPr/>
            </p:nvSpPr>
            <p:spPr bwMode="auto">
              <a:xfrm>
                <a:off x="2785"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6" name="Rectangle 899">
                <a:extLst>
                  <a:ext uri="{FF2B5EF4-FFF2-40B4-BE49-F238E27FC236}">
                    <a16:creationId xmlns:a16="http://schemas.microsoft.com/office/drawing/2014/main" id="{A2229AC6-BAB5-DAEA-A81A-241D80B3B1FC}"/>
                  </a:ext>
                </a:extLst>
              </p:cNvPr>
              <p:cNvSpPr>
                <a:spLocks noChangeArrowheads="1"/>
              </p:cNvSpPr>
              <p:nvPr/>
            </p:nvSpPr>
            <p:spPr bwMode="auto">
              <a:xfrm>
                <a:off x="2791" y="19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7" name="Rectangle 900">
                <a:extLst>
                  <a:ext uri="{FF2B5EF4-FFF2-40B4-BE49-F238E27FC236}">
                    <a16:creationId xmlns:a16="http://schemas.microsoft.com/office/drawing/2014/main" id="{4FC1F43C-E8D5-6B90-91A1-39ED43ED7E29}"/>
                  </a:ext>
                </a:extLst>
              </p:cNvPr>
              <p:cNvSpPr>
                <a:spLocks noChangeArrowheads="1"/>
              </p:cNvSpPr>
              <p:nvPr/>
            </p:nvSpPr>
            <p:spPr bwMode="auto">
              <a:xfrm>
                <a:off x="3192"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8" name="Rectangle 901">
                <a:extLst>
                  <a:ext uri="{FF2B5EF4-FFF2-40B4-BE49-F238E27FC236}">
                    <a16:creationId xmlns:a16="http://schemas.microsoft.com/office/drawing/2014/main" id="{305D6EB4-0712-D209-A960-A5AB52A45CB6}"/>
                  </a:ext>
                </a:extLst>
              </p:cNvPr>
              <p:cNvSpPr>
                <a:spLocks noChangeArrowheads="1"/>
              </p:cNvSpPr>
              <p:nvPr/>
            </p:nvSpPr>
            <p:spPr bwMode="auto">
              <a:xfrm>
                <a:off x="3198" y="19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9" name="Rectangle 902">
                <a:extLst>
                  <a:ext uri="{FF2B5EF4-FFF2-40B4-BE49-F238E27FC236}">
                    <a16:creationId xmlns:a16="http://schemas.microsoft.com/office/drawing/2014/main" id="{A5CB08CC-A97D-1714-216C-066DABBE9A30}"/>
                  </a:ext>
                </a:extLst>
              </p:cNvPr>
              <p:cNvSpPr>
                <a:spLocks noChangeArrowheads="1"/>
              </p:cNvSpPr>
              <p:nvPr/>
            </p:nvSpPr>
            <p:spPr bwMode="auto">
              <a:xfrm>
                <a:off x="3599"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0" name="Rectangle 903">
                <a:extLst>
                  <a:ext uri="{FF2B5EF4-FFF2-40B4-BE49-F238E27FC236}">
                    <a16:creationId xmlns:a16="http://schemas.microsoft.com/office/drawing/2014/main" id="{5A0B07EF-BC17-65A0-EE25-DC17C0DFC193}"/>
                  </a:ext>
                </a:extLst>
              </p:cNvPr>
              <p:cNvSpPr>
                <a:spLocks noChangeArrowheads="1"/>
              </p:cNvSpPr>
              <p:nvPr/>
            </p:nvSpPr>
            <p:spPr bwMode="auto">
              <a:xfrm>
                <a:off x="3605" y="1998"/>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1" name="Rectangle 904">
                <a:extLst>
                  <a:ext uri="{FF2B5EF4-FFF2-40B4-BE49-F238E27FC236}">
                    <a16:creationId xmlns:a16="http://schemas.microsoft.com/office/drawing/2014/main" id="{D324BAF5-C2B0-6D04-04F6-B1AE375460E8}"/>
                  </a:ext>
                </a:extLst>
              </p:cNvPr>
              <p:cNvSpPr>
                <a:spLocks noChangeArrowheads="1"/>
              </p:cNvSpPr>
              <p:nvPr/>
            </p:nvSpPr>
            <p:spPr bwMode="auto">
              <a:xfrm>
                <a:off x="4004"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2" name="Rectangle 905">
                <a:extLst>
                  <a:ext uri="{FF2B5EF4-FFF2-40B4-BE49-F238E27FC236}">
                    <a16:creationId xmlns:a16="http://schemas.microsoft.com/office/drawing/2014/main" id="{3CE97D6B-20DC-635B-1B89-90C304DABFFE}"/>
                  </a:ext>
                </a:extLst>
              </p:cNvPr>
              <p:cNvSpPr>
                <a:spLocks noChangeArrowheads="1"/>
              </p:cNvSpPr>
              <p:nvPr/>
            </p:nvSpPr>
            <p:spPr bwMode="auto">
              <a:xfrm>
                <a:off x="4010" y="19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3" name="Rectangle 906">
                <a:extLst>
                  <a:ext uri="{FF2B5EF4-FFF2-40B4-BE49-F238E27FC236}">
                    <a16:creationId xmlns:a16="http://schemas.microsoft.com/office/drawing/2014/main" id="{9B1F78CE-DB3F-D164-C760-C092678F26C2}"/>
                  </a:ext>
                </a:extLst>
              </p:cNvPr>
              <p:cNvSpPr>
                <a:spLocks noChangeArrowheads="1"/>
              </p:cNvSpPr>
              <p:nvPr/>
            </p:nvSpPr>
            <p:spPr bwMode="auto">
              <a:xfrm>
                <a:off x="4411" y="19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4" name="Rectangle 907">
                <a:extLst>
                  <a:ext uri="{FF2B5EF4-FFF2-40B4-BE49-F238E27FC236}">
                    <a16:creationId xmlns:a16="http://schemas.microsoft.com/office/drawing/2014/main" id="{B2E4C409-DA0F-2129-BCEA-73413C4ED0D0}"/>
                  </a:ext>
                </a:extLst>
              </p:cNvPr>
              <p:cNvSpPr>
                <a:spLocks noChangeArrowheads="1"/>
              </p:cNvSpPr>
              <p:nvPr/>
            </p:nvSpPr>
            <p:spPr bwMode="auto">
              <a:xfrm>
                <a:off x="4417" y="19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5" name="Rectangle 908">
                <a:extLst>
                  <a:ext uri="{FF2B5EF4-FFF2-40B4-BE49-F238E27FC236}">
                    <a16:creationId xmlns:a16="http://schemas.microsoft.com/office/drawing/2014/main" id="{C1FED7CD-A56D-C2BB-5B26-B06C7EBE0AAB}"/>
                  </a:ext>
                </a:extLst>
              </p:cNvPr>
              <p:cNvSpPr>
                <a:spLocks noChangeArrowheads="1"/>
              </p:cNvSpPr>
              <p:nvPr/>
            </p:nvSpPr>
            <p:spPr bwMode="auto">
              <a:xfrm>
                <a:off x="4818"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6" name="Rectangle 909">
                <a:extLst>
                  <a:ext uri="{FF2B5EF4-FFF2-40B4-BE49-F238E27FC236}">
                    <a16:creationId xmlns:a16="http://schemas.microsoft.com/office/drawing/2014/main" id="{3E15E17A-A829-04CC-CEEC-0C2B910D7EEF}"/>
                  </a:ext>
                </a:extLst>
              </p:cNvPr>
              <p:cNvSpPr>
                <a:spLocks noChangeArrowheads="1"/>
              </p:cNvSpPr>
              <p:nvPr/>
            </p:nvSpPr>
            <p:spPr bwMode="auto">
              <a:xfrm>
                <a:off x="4824" y="19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7" name="Rectangle 910">
                <a:extLst>
                  <a:ext uri="{FF2B5EF4-FFF2-40B4-BE49-F238E27FC236}">
                    <a16:creationId xmlns:a16="http://schemas.microsoft.com/office/drawing/2014/main" id="{DED21089-8C40-9030-7EC6-5B70C05FF2DE}"/>
                  </a:ext>
                </a:extLst>
              </p:cNvPr>
              <p:cNvSpPr>
                <a:spLocks noChangeArrowheads="1"/>
              </p:cNvSpPr>
              <p:nvPr/>
            </p:nvSpPr>
            <p:spPr bwMode="auto">
              <a:xfrm>
                <a:off x="5225" y="19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8" name="Rectangle 911">
                <a:extLst>
                  <a:ext uri="{FF2B5EF4-FFF2-40B4-BE49-F238E27FC236}">
                    <a16:creationId xmlns:a16="http://schemas.microsoft.com/office/drawing/2014/main" id="{2C35A813-F611-6B84-9D46-1D474D57886E}"/>
                  </a:ext>
                </a:extLst>
              </p:cNvPr>
              <p:cNvSpPr>
                <a:spLocks noChangeArrowheads="1"/>
              </p:cNvSpPr>
              <p:nvPr/>
            </p:nvSpPr>
            <p:spPr bwMode="auto">
              <a:xfrm>
                <a:off x="346"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9" name="Rectangle 912">
                <a:extLst>
                  <a:ext uri="{FF2B5EF4-FFF2-40B4-BE49-F238E27FC236}">
                    <a16:creationId xmlns:a16="http://schemas.microsoft.com/office/drawing/2014/main" id="{B30532D7-C7D5-8F09-9601-DE80A0C86A3C}"/>
                  </a:ext>
                </a:extLst>
              </p:cNvPr>
              <p:cNvSpPr>
                <a:spLocks noChangeArrowheads="1"/>
              </p:cNvSpPr>
              <p:nvPr/>
            </p:nvSpPr>
            <p:spPr bwMode="auto">
              <a:xfrm>
                <a:off x="582"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0" name="Rectangle 913">
                <a:extLst>
                  <a:ext uri="{FF2B5EF4-FFF2-40B4-BE49-F238E27FC236}">
                    <a16:creationId xmlns:a16="http://schemas.microsoft.com/office/drawing/2014/main" id="{E0EDD97B-8955-4573-FCF5-9BEDCE2DBC74}"/>
                  </a:ext>
                </a:extLst>
              </p:cNvPr>
              <p:cNvSpPr>
                <a:spLocks noChangeArrowheads="1"/>
              </p:cNvSpPr>
              <p:nvPr/>
            </p:nvSpPr>
            <p:spPr bwMode="auto">
              <a:xfrm>
                <a:off x="1157"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1" name="Rectangle 914">
                <a:extLst>
                  <a:ext uri="{FF2B5EF4-FFF2-40B4-BE49-F238E27FC236}">
                    <a16:creationId xmlns:a16="http://schemas.microsoft.com/office/drawing/2014/main" id="{456C1B25-7E45-C2A4-CF80-9D20BF01E7F4}"/>
                  </a:ext>
                </a:extLst>
              </p:cNvPr>
              <p:cNvSpPr>
                <a:spLocks noChangeArrowheads="1"/>
              </p:cNvSpPr>
              <p:nvPr/>
            </p:nvSpPr>
            <p:spPr bwMode="auto">
              <a:xfrm>
                <a:off x="1564"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2" name="Rectangle 915">
                <a:extLst>
                  <a:ext uri="{FF2B5EF4-FFF2-40B4-BE49-F238E27FC236}">
                    <a16:creationId xmlns:a16="http://schemas.microsoft.com/office/drawing/2014/main" id="{9B65754F-3BE5-B837-334D-C6D387A32DA0}"/>
                  </a:ext>
                </a:extLst>
              </p:cNvPr>
              <p:cNvSpPr>
                <a:spLocks noChangeArrowheads="1"/>
              </p:cNvSpPr>
              <p:nvPr/>
            </p:nvSpPr>
            <p:spPr bwMode="auto">
              <a:xfrm>
                <a:off x="1987"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3" name="Rectangle 916">
                <a:extLst>
                  <a:ext uri="{FF2B5EF4-FFF2-40B4-BE49-F238E27FC236}">
                    <a16:creationId xmlns:a16="http://schemas.microsoft.com/office/drawing/2014/main" id="{1CAEDA7D-2C2B-7C0B-66A1-45157C8D0467}"/>
                  </a:ext>
                </a:extLst>
              </p:cNvPr>
              <p:cNvSpPr>
                <a:spLocks noChangeArrowheads="1"/>
              </p:cNvSpPr>
              <p:nvPr/>
            </p:nvSpPr>
            <p:spPr bwMode="auto">
              <a:xfrm>
                <a:off x="2378"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4" name="Rectangle 917">
                <a:extLst>
                  <a:ext uri="{FF2B5EF4-FFF2-40B4-BE49-F238E27FC236}">
                    <a16:creationId xmlns:a16="http://schemas.microsoft.com/office/drawing/2014/main" id="{373D693C-E288-CCC4-5236-5AB02AC1906E}"/>
                  </a:ext>
                </a:extLst>
              </p:cNvPr>
              <p:cNvSpPr>
                <a:spLocks noChangeArrowheads="1"/>
              </p:cNvSpPr>
              <p:nvPr/>
            </p:nvSpPr>
            <p:spPr bwMode="auto">
              <a:xfrm>
                <a:off x="2785"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5" name="Rectangle 918">
                <a:extLst>
                  <a:ext uri="{FF2B5EF4-FFF2-40B4-BE49-F238E27FC236}">
                    <a16:creationId xmlns:a16="http://schemas.microsoft.com/office/drawing/2014/main" id="{41BE2FC0-BF24-DE0F-FA28-A0CD813B10E0}"/>
                  </a:ext>
                </a:extLst>
              </p:cNvPr>
              <p:cNvSpPr>
                <a:spLocks noChangeArrowheads="1"/>
              </p:cNvSpPr>
              <p:nvPr/>
            </p:nvSpPr>
            <p:spPr bwMode="auto">
              <a:xfrm>
                <a:off x="3192"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6" name="Rectangle 919">
                <a:extLst>
                  <a:ext uri="{FF2B5EF4-FFF2-40B4-BE49-F238E27FC236}">
                    <a16:creationId xmlns:a16="http://schemas.microsoft.com/office/drawing/2014/main" id="{08A4BC9B-837D-97E7-CAC8-B4A4DF293C00}"/>
                  </a:ext>
                </a:extLst>
              </p:cNvPr>
              <p:cNvSpPr>
                <a:spLocks noChangeArrowheads="1"/>
              </p:cNvSpPr>
              <p:nvPr/>
            </p:nvSpPr>
            <p:spPr bwMode="auto">
              <a:xfrm>
                <a:off x="3599"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7" name="Rectangle 920">
                <a:extLst>
                  <a:ext uri="{FF2B5EF4-FFF2-40B4-BE49-F238E27FC236}">
                    <a16:creationId xmlns:a16="http://schemas.microsoft.com/office/drawing/2014/main" id="{ED941279-A1E9-28AC-332B-8267A1FB7961}"/>
                  </a:ext>
                </a:extLst>
              </p:cNvPr>
              <p:cNvSpPr>
                <a:spLocks noChangeArrowheads="1"/>
              </p:cNvSpPr>
              <p:nvPr/>
            </p:nvSpPr>
            <p:spPr bwMode="auto">
              <a:xfrm>
                <a:off x="4004"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8" name="Rectangle 921">
                <a:extLst>
                  <a:ext uri="{FF2B5EF4-FFF2-40B4-BE49-F238E27FC236}">
                    <a16:creationId xmlns:a16="http://schemas.microsoft.com/office/drawing/2014/main" id="{145A603C-99E2-A209-878C-7BB88D6E53F7}"/>
                  </a:ext>
                </a:extLst>
              </p:cNvPr>
              <p:cNvSpPr>
                <a:spLocks noChangeArrowheads="1"/>
              </p:cNvSpPr>
              <p:nvPr/>
            </p:nvSpPr>
            <p:spPr bwMode="auto">
              <a:xfrm>
                <a:off x="4411" y="200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9" name="Rectangle 922">
                <a:extLst>
                  <a:ext uri="{FF2B5EF4-FFF2-40B4-BE49-F238E27FC236}">
                    <a16:creationId xmlns:a16="http://schemas.microsoft.com/office/drawing/2014/main" id="{50DC599F-5C1E-682B-DAE4-AD5E2358D072}"/>
                  </a:ext>
                </a:extLst>
              </p:cNvPr>
              <p:cNvSpPr>
                <a:spLocks noChangeArrowheads="1"/>
              </p:cNvSpPr>
              <p:nvPr/>
            </p:nvSpPr>
            <p:spPr bwMode="auto">
              <a:xfrm>
                <a:off x="4818"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0" name="Rectangle 923">
                <a:extLst>
                  <a:ext uri="{FF2B5EF4-FFF2-40B4-BE49-F238E27FC236}">
                    <a16:creationId xmlns:a16="http://schemas.microsoft.com/office/drawing/2014/main" id="{6C2C89DA-2AD0-8708-D8DF-FD0FE69769F1}"/>
                  </a:ext>
                </a:extLst>
              </p:cNvPr>
              <p:cNvSpPr>
                <a:spLocks noChangeArrowheads="1"/>
              </p:cNvSpPr>
              <p:nvPr/>
            </p:nvSpPr>
            <p:spPr bwMode="auto">
              <a:xfrm>
                <a:off x="5225" y="200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1" name="Rectangle 924">
                <a:extLst>
                  <a:ext uri="{FF2B5EF4-FFF2-40B4-BE49-F238E27FC236}">
                    <a16:creationId xmlns:a16="http://schemas.microsoft.com/office/drawing/2014/main" id="{32B0B5D5-3DC2-CAE2-C858-17D9069EB509}"/>
                  </a:ext>
                </a:extLst>
              </p:cNvPr>
              <p:cNvSpPr>
                <a:spLocks noChangeArrowheads="1"/>
              </p:cNvSpPr>
              <p:nvPr/>
            </p:nvSpPr>
            <p:spPr bwMode="auto">
              <a:xfrm>
                <a:off x="392" y="2006"/>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a:t>
                </a:r>
              </a:p>
            </p:txBody>
          </p:sp>
          <p:sp>
            <p:nvSpPr>
              <p:cNvPr id="222" name="Rectangle 925">
                <a:extLst>
                  <a:ext uri="{FF2B5EF4-FFF2-40B4-BE49-F238E27FC236}">
                    <a16:creationId xmlns:a16="http://schemas.microsoft.com/office/drawing/2014/main" id="{79089D2B-B9DF-9DA1-E0EF-764ECDDFB3DE}"/>
                  </a:ext>
                </a:extLst>
              </p:cNvPr>
              <p:cNvSpPr>
                <a:spLocks noChangeArrowheads="1"/>
              </p:cNvSpPr>
              <p:nvPr/>
            </p:nvSpPr>
            <p:spPr bwMode="auto">
              <a:xfrm>
                <a:off x="680" y="2006"/>
                <a:ext cx="3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OBR-008</a:t>
                </a:r>
              </a:p>
            </p:txBody>
          </p:sp>
          <p:sp>
            <p:nvSpPr>
              <p:cNvPr id="223" name="Rectangle 926">
                <a:extLst>
                  <a:ext uri="{FF2B5EF4-FFF2-40B4-BE49-F238E27FC236}">
                    <a16:creationId xmlns:a16="http://schemas.microsoft.com/office/drawing/2014/main" id="{094AF837-5A3F-855D-55D9-1AB194A0986F}"/>
                  </a:ext>
                </a:extLst>
              </p:cNvPr>
              <p:cNvSpPr>
                <a:spLocks noChangeArrowheads="1"/>
              </p:cNvSpPr>
              <p:nvPr/>
            </p:nvSpPr>
            <p:spPr bwMode="auto">
              <a:xfrm>
                <a:off x="1255" y="2006"/>
                <a:ext cx="211"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276</a:t>
                </a:r>
              </a:p>
            </p:txBody>
          </p:sp>
          <p:sp>
            <p:nvSpPr>
              <p:cNvPr id="224" name="Rectangle 927">
                <a:extLst>
                  <a:ext uri="{FF2B5EF4-FFF2-40B4-BE49-F238E27FC236}">
                    <a16:creationId xmlns:a16="http://schemas.microsoft.com/office/drawing/2014/main" id="{537CB05D-1225-5823-4611-73F87510E7AA}"/>
                  </a:ext>
                </a:extLst>
              </p:cNvPr>
              <p:cNvSpPr>
                <a:spLocks noChangeArrowheads="1"/>
              </p:cNvSpPr>
              <p:nvPr/>
            </p:nvSpPr>
            <p:spPr bwMode="auto">
              <a:xfrm>
                <a:off x="1687" y="2006"/>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23</a:t>
                </a:r>
              </a:p>
            </p:txBody>
          </p:sp>
          <p:sp>
            <p:nvSpPr>
              <p:cNvPr id="225" name="Rectangle 928">
                <a:extLst>
                  <a:ext uri="{FF2B5EF4-FFF2-40B4-BE49-F238E27FC236}">
                    <a16:creationId xmlns:a16="http://schemas.microsoft.com/office/drawing/2014/main" id="{730B8F1B-247A-B073-7E60-49E183A00636}"/>
                  </a:ext>
                </a:extLst>
              </p:cNvPr>
              <p:cNvSpPr>
                <a:spLocks noChangeArrowheads="1"/>
              </p:cNvSpPr>
              <p:nvPr/>
            </p:nvSpPr>
            <p:spPr bwMode="auto">
              <a:xfrm>
                <a:off x="2079" y="19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26" name="Rectangle 929">
                <a:extLst>
                  <a:ext uri="{FF2B5EF4-FFF2-40B4-BE49-F238E27FC236}">
                    <a16:creationId xmlns:a16="http://schemas.microsoft.com/office/drawing/2014/main" id="{8721CEB9-ACF1-E2B2-80BF-B010D7464DB5}"/>
                  </a:ext>
                </a:extLst>
              </p:cNvPr>
              <p:cNvSpPr>
                <a:spLocks noChangeArrowheads="1"/>
              </p:cNvSpPr>
              <p:nvPr/>
            </p:nvSpPr>
            <p:spPr bwMode="auto">
              <a:xfrm>
                <a:off x="2478" y="19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27" name="Rectangle 930">
                <a:extLst>
                  <a:ext uri="{FF2B5EF4-FFF2-40B4-BE49-F238E27FC236}">
                    <a16:creationId xmlns:a16="http://schemas.microsoft.com/office/drawing/2014/main" id="{5C735683-0DF8-0477-9002-7B46A43C80F1}"/>
                  </a:ext>
                </a:extLst>
              </p:cNvPr>
              <p:cNvSpPr>
                <a:spLocks noChangeArrowheads="1"/>
              </p:cNvSpPr>
              <p:nvPr/>
            </p:nvSpPr>
            <p:spPr bwMode="auto">
              <a:xfrm>
                <a:off x="2883" y="19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228" name="Rectangle 931">
                <a:extLst>
                  <a:ext uri="{FF2B5EF4-FFF2-40B4-BE49-F238E27FC236}">
                    <a16:creationId xmlns:a16="http://schemas.microsoft.com/office/drawing/2014/main" id="{BBA40880-D594-D63D-48C3-A8B211395E64}"/>
                  </a:ext>
                </a:extLst>
              </p:cNvPr>
              <p:cNvSpPr>
                <a:spLocks noChangeArrowheads="1"/>
              </p:cNvSpPr>
              <p:nvPr/>
            </p:nvSpPr>
            <p:spPr bwMode="auto">
              <a:xfrm>
                <a:off x="3696" y="19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29" name="Rectangle 932">
                <a:extLst>
                  <a:ext uri="{FF2B5EF4-FFF2-40B4-BE49-F238E27FC236}">
                    <a16:creationId xmlns:a16="http://schemas.microsoft.com/office/drawing/2014/main" id="{BBDE7869-5CD8-F2D3-7FDD-FCC00C2682C8}"/>
                  </a:ext>
                </a:extLst>
              </p:cNvPr>
              <p:cNvSpPr>
                <a:spLocks noChangeArrowheads="1"/>
              </p:cNvSpPr>
              <p:nvPr/>
            </p:nvSpPr>
            <p:spPr bwMode="auto">
              <a:xfrm>
                <a:off x="4511" y="198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30" name="Rectangle 933">
                <a:extLst>
                  <a:ext uri="{FF2B5EF4-FFF2-40B4-BE49-F238E27FC236}">
                    <a16:creationId xmlns:a16="http://schemas.microsoft.com/office/drawing/2014/main" id="{B86BD255-7782-015B-9A4F-80A06E23ED53}"/>
                  </a:ext>
                </a:extLst>
              </p:cNvPr>
              <p:cNvSpPr>
                <a:spLocks noChangeArrowheads="1"/>
              </p:cNvSpPr>
              <p:nvPr/>
            </p:nvSpPr>
            <p:spPr bwMode="auto">
              <a:xfrm>
                <a:off x="4918" y="1983"/>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31" name="Rectangle 934">
                <a:extLst>
                  <a:ext uri="{FF2B5EF4-FFF2-40B4-BE49-F238E27FC236}">
                    <a16:creationId xmlns:a16="http://schemas.microsoft.com/office/drawing/2014/main" id="{F1741C21-7458-04AD-3754-D7784A3E643A}"/>
                  </a:ext>
                </a:extLst>
              </p:cNvPr>
              <p:cNvSpPr>
                <a:spLocks noChangeArrowheads="1"/>
              </p:cNvSpPr>
              <p:nvPr/>
            </p:nvSpPr>
            <p:spPr bwMode="auto">
              <a:xfrm>
                <a:off x="346"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2" name="Rectangle 935">
                <a:extLst>
                  <a:ext uri="{FF2B5EF4-FFF2-40B4-BE49-F238E27FC236}">
                    <a16:creationId xmlns:a16="http://schemas.microsoft.com/office/drawing/2014/main" id="{6115D725-1503-DB7F-58FA-9B03A7D1E7DF}"/>
                  </a:ext>
                </a:extLst>
              </p:cNvPr>
              <p:cNvSpPr>
                <a:spLocks noChangeArrowheads="1"/>
              </p:cNvSpPr>
              <p:nvPr/>
            </p:nvSpPr>
            <p:spPr bwMode="auto">
              <a:xfrm>
                <a:off x="351" y="214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3" name="Rectangle 936">
                <a:extLst>
                  <a:ext uri="{FF2B5EF4-FFF2-40B4-BE49-F238E27FC236}">
                    <a16:creationId xmlns:a16="http://schemas.microsoft.com/office/drawing/2014/main" id="{CC3E1AAF-9989-9A5C-FD04-232BE07F2392}"/>
                  </a:ext>
                </a:extLst>
              </p:cNvPr>
              <p:cNvSpPr>
                <a:spLocks noChangeArrowheads="1"/>
              </p:cNvSpPr>
              <p:nvPr/>
            </p:nvSpPr>
            <p:spPr bwMode="auto">
              <a:xfrm>
                <a:off x="582"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4" name="Rectangle 937">
                <a:extLst>
                  <a:ext uri="{FF2B5EF4-FFF2-40B4-BE49-F238E27FC236}">
                    <a16:creationId xmlns:a16="http://schemas.microsoft.com/office/drawing/2014/main" id="{090DEB0F-55F8-2CAC-762A-41BCC51A18CA}"/>
                  </a:ext>
                </a:extLst>
              </p:cNvPr>
              <p:cNvSpPr>
                <a:spLocks noChangeArrowheads="1"/>
              </p:cNvSpPr>
              <p:nvPr/>
            </p:nvSpPr>
            <p:spPr bwMode="auto">
              <a:xfrm>
                <a:off x="587" y="2148"/>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5" name="Rectangle 938">
                <a:extLst>
                  <a:ext uri="{FF2B5EF4-FFF2-40B4-BE49-F238E27FC236}">
                    <a16:creationId xmlns:a16="http://schemas.microsoft.com/office/drawing/2014/main" id="{6A6F84B3-C443-78E9-A035-5F9F1F526192}"/>
                  </a:ext>
                </a:extLst>
              </p:cNvPr>
              <p:cNvSpPr>
                <a:spLocks noChangeArrowheads="1"/>
              </p:cNvSpPr>
              <p:nvPr/>
            </p:nvSpPr>
            <p:spPr bwMode="auto">
              <a:xfrm>
                <a:off x="1157"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6" name="Rectangle 939">
                <a:extLst>
                  <a:ext uri="{FF2B5EF4-FFF2-40B4-BE49-F238E27FC236}">
                    <a16:creationId xmlns:a16="http://schemas.microsoft.com/office/drawing/2014/main" id="{C50AF8B8-B2DB-2794-3020-27749E749C20}"/>
                  </a:ext>
                </a:extLst>
              </p:cNvPr>
              <p:cNvSpPr>
                <a:spLocks noChangeArrowheads="1"/>
              </p:cNvSpPr>
              <p:nvPr/>
            </p:nvSpPr>
            <p:spPr bwMode="auto">
              <a:xfrm>
                <a:off x="1163" y="214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7" name="Rectangle 940">
                <a:extLst>
                  <a:ext uri="{FF2B5EF4-FFF2-40B4-BE49-F238E27FC236}">
                    <a16:creationId xmlns:a16="http://schemas.microsoft.com/office/drawing/2014/main" id="{3D7F9FA5-026D-D83A-7AA8-CA51C575FD07}"/>
                  </a:ext>
                </a:extLst>
              </p:cNvPr>
              <p:cNvSpPr>
                <a:spLocks noChangeArrowheads="1"/>
              </p:cNvSpPr>
              <p:nvPr/>
            </p:nvSpPr>
            <p:spPr bwMode="auto">
              <a:xfrm>
                <a:off x="1564"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8" name="Rectangle 941">
                <a:extLst>
                  <a:ext uri="{FF2B5EF4-FFF2-40B4-BE49-F238E27FC236}">
                    <a16:creationId xmlns:a16="http://schemas.microsoft.com/office/drawing/2014/main" id="{DDE4F78B-BB13-E885-E54B-41D22652F3E9}"/>
                  </a:ext>
                </a:extLst>
              </p:cNvPr>
              <p:cNvSpPr>
                <a:spLocks noChangeArrowheads="1"/>
              </p:cNvSpPr>
              <p:nvPr/>
            </p:nvSpPr>
            <p:spPr bwMode="auto">
              <a:xfrm>
                <a:off x="1570" y="2148"/>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39" name="Rectangle 942">
                <a:extLst>
                  <a:ext uri="{FF2B5EF4-FFF2-40B4-BE49-F238E27FC236}">
                    <a16:creationId xmlns:a16="http://schemas.microsoft.com/office/drawing/2014/main" id="{4785D394-9783-60DF-E042-6D53232AFB91}"/>
                  </a:ext>
                </a:extLst>
              </p:cNvPr>
              <p:cNvSpPr>
                <a:spLocks noChangeArrowheads="1"/>
              </p:cNvSpPr>
              <p:nvPr/>
            </p:nvSpPr>
            <p:spPr bwMode="auto">
              <a:xfrm>
                <a:off x="1987"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0" name="Rectangle 943">
                <a:extLst>
                  <a:ext uri="{FF2B5EF4-FFF2-40B4-BE49-F238E27FC236}">
                    <a16:creationId xmlns:a16="http://schemas.microsoft.com/office/drawing/2014/main" id="{E1381089-2516-BC33-4607-FB3AFFBC98F5}"/>
                  </a:ext>
                </a:extLst>
              </p:cNvPr>
              <p:cNvSpPr>
                <a:spLocks noChangeArrowheads="1"/>
              </p:cNvSpPr>
              <p:nvPr/>
            </p:nvSpPr>
            <p:spPr bwMode="auto">
              <a:xfrm>
                <a:off x="1993" y="2148"/>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1" name="Rectangle 944">
                <a:extLst>
                  <a:ext uri="{FF2B5EF4-FFF2-40B4-BE49-F238E27FC236}">
                    <a16:creationId xmlns:a16="http://schemas.microsoft.com/office/drawing/2014/main" id="{6EB5982B-43C0-1601-BF95-6CBBE20F088D}"/>
                  </a:ext>
                </a:extLst>
              </p:cNvPr>
              <p:cNvSpPr>
                <a:spLocks noChangeArrowheads="1"/>
              </p:cNvSpPr>
              <p:nvPr/>
            </p:nvSpPr>
            <p:spPr bwMode="auto">
              <a:xfrm>
                <a:off x="2378"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2" name="Rectangle 945">
                <a:extLst>
                  <a:ext uri="{FF2B5EF4-FFF2-40B4-BE49-F238E27FC236}">
                    <a16:creationId xmlns:a16="http://schemas.microsoft.com/office/drawing/2014/main" id="{16FEC817-E8F9-0B67-5D93-C958EF399CCC}"/>
                  </a:ext>
                </a:extLst>
              </p:cNvPr>
              <p:cNvSpPr>
                <a:spLocks noChangeArrowheads="1"/>
              </p:cNvSpPr>
              <p:nvPr/>
            </p:nvSpPr>
            <p:spPr bwMode="auto">
              <a:xfrm>
                <a:off x="2384" y="214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3" name="Rectangle 946">
                <a:extLst>
                  <a:ext uri="{FF2B5EF4-FFF2-40B4-BE49-F238E27FC236}">
                    <a16:creationId xmlns:a16="http://schemas.microsoft.com/office/drawing/2014/main" id="{7370F7AF-8EB9-2A98-D7E0-D436EE36AF0C}"/>
                  </a:ext>
                </a:extLst>
              </p:cNvPr>
              <p:cNvSpPr>
                <a:spLocks noChangeArrowheads="1"/>
              </p:cNvSpPr>
              <p:nvPr/>
            </p:nvSpPr>
            <p:spPr bwMode="auto">
              <a:xfrm>
                <a:off x="2785"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4" name="Rectangle 947">
                <a:extLst>
                  <a:ext uri="{FF2B5EF4-FFF2-40B4-BE49-F238E27FC236}">
                    <a16:creationId xmlns:a16="http://schemas.microsoft.com/office/drawing/2014/main" id="{144FF0C8-1530-EF4B-6DD6-3565BAF7A3BE}"/>
                  </a:ext>
                </a:extLst>
              </p:cNvPr>
              <p:cNvSpPr>
                <a:spLocks noChangeArrowheads="1"/>
              </p:cNvSpPr>
              <p:nvPr/>
            </p:nvSpPr>
            <p:spPr bwMode="auto">
              <a:xfrm>
                <a:off x="2791" y="214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5" name="Rectangle 948">
                <a:extLst>
                  <a:ext uri="{FF2B5EF4-FFF2-40B4-BE49-F238E27FC236}">
                    <a16:creationId xmlns:a16="http://schemas.microsoft.com/office/drawing/2014/main" id="{7EB5DB61-4133-6B22-CB3D-818A6B8F3D41}"/>
                  </a:ext>
                </a:extLst>
              </p:cNvPr>
              <p:cNvSpPr>
                <a:spLocks noChangeArrowheads="1"/>
              </p:cNvSpPr>
              <p:nvPr/>
            </p:nvSpPr>
            <p:spPr bwMode="auto">
              <a:xfrm>
                <a:off x="3192"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6" name="Rectangle 949">
                <a:extLst>
                  <a:ext uri="{FF2B5EF4-FFF2-40B4-BE49-F238E27FC236}">
                    <a16:creationId xmlns:a16="http://schemas.microsoft.com/office/drawing/2014/main" id="{69864FCE-CE2A-2154-D6CF-96E4B003BF7D}"/>
                  </a:ext>
                </a:extLst>
              </p:cNvPr>
              <p:cNvSpPr>
                <a:spLocks noChangeArrowheads="1"/>
              </p:cNvSpPr>
              <p:nvPr/>
            </p:nvSpPr>
            <p:spPr bwMode="auto">
              <a:xfrm>
                <a:off x="3198" y="214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7" name="Rectangle 950">
                <a:extLst>
                  <a:ext uri="{FF2B5EF4-FFF2-40B4-BE49-F238E27FC236}">
                    <a16:creationId xmlns:a16="http://schemas.microsoft.com/office/drawing/2014/main" id="{06B725BC-6473-3025-A800-921CDBB2153C}"/>
                  </a:ext>
                </a:extLst>
              </p:cNvPr>
              <p:cNvSpPr>
                <a:spLocks noChangeArrowheads="1"/>
              </p:cNvSpPr>
              <p:nvPr/>
            </p:nvSpPr>
            <p:spPr bwMode="auto">
              <a:xfrm>
                <a:off x="3599"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8" name="Rectangle 951">
                <a:extLst>
                  <a:ext uri="{FF2B5EF4-FFF2-40B4-BE49-F238E27FC236}">
                    <a16:creationId xmlns:a16="http://schemas.microsoft.com/office/drawing/2014/main" id="{6F39FEAC-3671-8112-3561-57083C462714}"/>
                  </a:ext>
                </a:extLst>
              </p:cNvPr>
              <p:cNvSpPr>
                <a:spLocks noChangeArrowheads="1"/>
              </p:cNvSpPr>
              <p:nvPr/>
            </p:nvSpPr>
            <p:spPr bwMode="auto">
              <a:xfrm>
                <a:off x="3605" y="2148"/>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9" name="Rectangle 952">
                <a:extLst>
                  <a:ext uri="{FF2B5EF4-FFF2-40B4-BE49-F238E27FC236}">
                    <a16:creationId xmlns:a16="http://schemas.microsoft.com/office/drawing/2014/main" id="{42283266-1C37-B150-C51F-A11995B8C4E8}"/>
                  </a:ext>
                </a:extLst>
              </p:cNvPr>
              <p:cNvSpPr>
                <a:spLocks noChangeArrowheads="1"/>
              </p:cNvSpPr>
              <p:nvPr/>
            </p:nvSpPr>
            <p:spPr bwMode="auto">
              <a:xfrm>
                <a:off x="4004"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0" name="Rectangle 953">
                <a:extLst>
                  <a:ext uri="{FF2B5EF4-FFF2-40B4-BE49-F238E27FC236}">
                    <a16:creationId xmlns:a16="http://schemas.microsoft.com/office/drawing/2014/main" id="{BF854868-46B1-6F4E-7631-8AF295D3B179}"/>
                  </a:ext>
                </a:extLst>
              </p:cNvPr>
              <p:cNvSpPr>
                <a:spLocks noChangeArrowheads="1"/>
              </p:cNvSpPr>
              <p:nvPr/>
            </p:nvSpPr>
            <p:spPr bwMode="auto">
              <a:xfrm>
                <a:off x="4010" y="214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1" name="Rectangle 954">
                <a:extLst>
                  <a:ext uri="{FF2B5EF4-FFF2-40B4-BE49-F238E27FC236}">
                    <a16:creationId xmlns:a16="http://schemas.microsoft.com/office/drawing/2014/main" id="{32268DA7-8005-F772-F91B-0E46F2D1F30E}"/>
                  </a:ext>
                </a:extLst>
              </p:cNvPr>
              <p:cNvSpPr>
                <a:spLocks noChangeArrowheads="1"/>
              </p:cNvSpPr>
              <p:nvPr/>
            </p:nvSpPr>
            <p:spPr bwMode="auto">
              <a:xfrm>
                <a:off x="4411" y="214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2" name="Rectangle 955">
                <a:extLst>
                  <a:ext uri="{FF2B5EF4-FFF2-40B4-BE49-F238E27FC236}">
                    <a16:creationId xmlns:a16="http://schemas.microsoft.com/office/drawing/2014/main" id="{6DD0950D-8E48-48B6-B299-E918C7E49B7E}"/>
                  </a:ext>
                </a:extLst>
              </p:cNvPr>
              <p:cNvSpPr>
                <a:spLocks noChangeArrowheads="1"/>
              </p:cNvSpPr>
              <p:nvPr/>
            </p:nvSpPr>
            <p:spPr bwMode="auto">
              <a:xfrm>
                <a:off x="4417" y="214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3" name="Rectangle 956">
                <a:extLst>
                  <a:ext uri="{FF2B5EF4-FFF2-40B4-BE49-F238E27FC236}">
                    <a16:creationId xmlns:a16="http://schemas.microsoft.com/office/drawing/2014/main" id="{82AB75B7-74A3-728A-1937-5C8AA49D7277}"/>
                  </a:ext>
                </a:extLst>
              </p:cNvPr>
              <p:cNvSpPr>
                <a:spLocks noChangeArrowheads="1"/>
              </p:cNvSpPr>
              <p:nvPr/>
            </p:nvSpPr>
            <p:spPr bwMode="auto">
              <a:xfrm>
                <a:off x="4818"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4" name="Rectangle 957">
                <a:extLst>
                  <a:ext uri="{FF2B5EF4-FFF2-40B4-BE49-F238E27FC236}">
                    <a16:creationId xmlns:a16="http://schemas.microsoft.com/office/drawing/2014/main" id="{8B5F12CE-87B1-46B8-611E-79793FDE8FE7}"/>
                  </a:ext>
                </a:extLst>
              </p:cNvPr>
              <p:cNvSpPr>
                <a:spLocks noChangeArrowheads="1"/>
              </p:cNvSpPr>
              <p:nvPr/>
            </p:nvSpPr>
            <p:spPr bwMode="auto">
              <a:xfrm>
                <a:off x="4824" y="214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5" name="Rectangle 958">
                <a:extLst>
                  <a:ext uri="{FF2B5EF4-FFF2-40B4-BE49-F238E27FC236}">
                    <a16:creationId xmlns:a16="http://schemas.microsoft.com/office/drawing/2014/main" id="{2BDDF0C0-5CBA-C655-2B99-4B60532895EE}"/>
                  </a:ext>
                </a:extLst>
              </p:cNvPr>
              <p:cNvSpPr>
                <a:spLocks noChangeArrowheads="1"/>
              </p:cNvSpPr>
              <p:nvPr/>
            </p:nvSpPr>
            <p:spPr bwMode="auto">
              <a:xfrm>
                <a:off x="5225" y="21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6" name="Rectangle 959">
                <a:extLst>
                  <a:ext uri="{FF2B5EF4-FFF2-40B4-BE49-F238E27FC236}">
                    <a16:creationId xmlns:a16="http://schemas.microsoft.com/office/drawing/2014/main" id="{BCFEC8E0-FEE8-95F7-7877-7CBFD1A0E53E}"/>
                  </a:ext>
                </a:extLst>
              </p:cNvPr>
              <p:cNvSpPr>
                <a:spLocks noChangeArrowheads="1"/>
              </p:cNvSpPr>
              <p:nvPr/>
            </p:nvSpPr>
            <p:spPr bwMode="auto">
              <a:xfrm>
                <a:off x="346"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7" name="Rectangle 960">
                <a:extLst>
                  <a:ext uri="{FF2B5EF4-FFF2-40B4-BE49-F238E27FC236}">
                    <a16:creationId xmlns:a16="http://schemas.microsoft.com/office/drawing/2014/main" id="{04284D35-21F1-1E4B-9BD7-009E66EEF1D4}"/>
                  </a:ext>
                </a:extLst>
              </p:cNvPr>
              <p:cNvSpPr>
                <a:spLocks noChangeArrowheads="1"/>
              </p:cNvSpPr>
              <p:nvPr/>
            </p:nvSpPr>
            <p:spPr bwMode="auto">
              <a:xfrm>
                <a:off x="582"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8" name="Rectangle 961">
                <a:extLst>
                  <a:ext uri="{FF2B5EF4-FFF2-40B4-BE49-F238E27FC236}">
                    <a16:creationId xmlns:a16="http://schemas.microsoft.com/office/drawing/2014/main" id="{190B6F14-A5F0-F29F-BF39-5D738147A4DB}"/>
                  </a:ext>
                </a:extLst>
              </p:cNvPr>
              <p:cNvSpPr>
                <a:spLocks noChangeArrowheads="1"/>
              </p:cNvSpPr>
              <p:nvPr/>
            </p:nvSpPr>
            <p:spPr bwMode="auto">
              <a:xfrm>
                <a:off x="1157"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9" name="Rectangle 962">
                <a:extLst>
                  <a:ext uri="{FF2B5EF4-FFF2-40B4-BE49-F238E27FC236}">
                    <a16:creationId xmlns:a16="http://schemas.microsoft.com/office/drawing/2014/main" id="{99087425-F862-F629-A768-0B6065A3D72B}"/>
                  </a:ext>
                </a:extLst>
              </p:cNvPr>
              <p:cNvSpPr>
                <a:spLocks noChangeArrowheads="1"/>
              </p:cNvSpPr>
              <p:nvPr/>
            </p:nvSpPr>
            <p:spPr bwMode="auto">
              <a:xfrm>
                <a:off x="1564"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0" name="Rectangle 963">
                <a:extLst>
                  <a:ext uri="{FF2B5EF4-FFF2-40B4-BE49-F238E27FC236}">
                    <a16:creationId xmlns:a16="http://schemas.microsoft.com/office/drawing/2014/main" id="{63BC02C7-B313-31F9-0B7B-34DC8169C56C}"/>
                  </a:ext>
                </a:extLst>
              </p:cNvPr>
              <p:cNvSpPr>
                <a:spLocks noChangeArrowheads="1"/>
              </p:cNvSpPr>
              <p:nvPr/>
            </p:nvSpPr>
            <p:spPr bwMode="auto">
              <a:xfrm>
                <a:off x="1987"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1" name="Rectangle 964">
                <a:extLst>
                  <a:ext uri="{FF2B5EF4-FFF2-40B4-BE49-F238E27FC236}">
                    <a16:creationId xmlns:a16="http://schemas.microsoft.com/office/drawing/2014/main" id="{00245431-ACC4-999B-B226-D5BDC0BE44CC}"/>
                  </a:ext>
                </a:extLst>
              </p:cNvPr>
              <p:cNvSpPr>
                <a:spLocks noChangeArrowheads="1"/>
              </p:cNvSpPr>
              <p:nvPr/>
            </p:nvSpPr>
            <p:spPr bwMode="auto">
              <a:xfrm>
                <a:off x="2378"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2" name="Rectangle 965">
                <a:extLst>
                  <a:ext uri="{FF2B5EF4-FFF2-40B4-BE49-F238E27FC236}">
                    <a16:creationId xmlns:a16="http://schemas.microsoft.com/office/drawing/2014/main" id="{7D8A5359-F994-84E5-DD38-DAD4AA65B202}"/>
                  </a:ext>
                </a:extLst>
              </p:cNvPr>
              <p:cNvSpPr>
                <a:spLocks noChangeArrowheads="1"/>
              </p:cNvSpPr>
              <p:nvPr/>
            </p:nvSpPr>
            <p:spPr bwMode="auto">
              <a:xfrm>
                <a:off x="2785"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3" name="Rectangle 966">
                <a:extLst>
                  <a:ext uri="{FF2B5EF4-FFF2-40B4-BE49-F238E27FC236}">
                    <a16:creationId xmlns:a16="http://schemas.microsoft.com/office/drawing/2014/main" id="{D0F3444D-C6E5-562B-DC99-F3E8B2C2171D}"/>
                  </a:ext>
                </a:extLst>
              </p:cNvPr>
              <p:cNvSpPr>
                <a:spLocks noChangeArrowheads="1"/>
              </p:cNvSpPr>
              <p:nvPr/>
            </p:nvSpPr>
            <p:spPr bwMode="auto">
              <a:xfrm>
                <a:off x="3192"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4" name="Rectangle 967">
                <a:extLst>
                  <a:ext uri="{FF2B5EF4-FFF2-40B4-BE49-F238E27FC236}">
                    <a16:creationId xmlns:a16="http://schemas.microsoft.com/office/drawing/2014/main" id="{CDB567E2-4529-4B25-F1C4-1A71D41BFF39}"/>
                  </a:ext>
                </a:extLst>
              </p:cNvPr>
              <p:cNvSpPr>
                <a:spLocks noChangeArrowheads="1"/>
              </p:cNvSpPr>
              <p:nvPr/>
            </p:nvSpPr>
            <p:spPr bwMode="auto">
              <a:xfrm>
                <a:off x="3599"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5" name="Rectangle 968">
                <a:extLst>
                  <a:ext uri="{FF2B5EF4-FFF2-40B4-BE49-F238E27FC236}">
                    <a16:creationId xmlns:a16="http://schemas.microsoft.com/office/drawing/2014/main" id="{2C722965-6C10-0BDA-55A5-C8C2711E8B2A}"/>
                  </a:ext>
                </a:extLst>
              </p:cNvPr>
              <p:cNvSpPr>
                <a:spLocks noChangeArrowheads="1"/>
              </p:cNvSpPr>
              <p:nvPr/>
            </p:nvSpPr>
            <p:spPr bwMode="auto">
              <a:xfrm>
                <a:off x="4004"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6" name="Rectangle 969">
                <a:extLst>
                  <a:ext uri="{FF2B5EF4-FFF2-40B4-BE49-F238E27FC236}">
                    <a16:creationId xmlns:a16="http://schemas.microsoft.com/office/drawing/2014/main" id="{8A9AD054-050E-54B1-3B95-65431B331038}"/>
                  </a:ext>
                </a:extLst>
              </p:cNvPr>
              <p:cNvSpPr>
                <a:spLocks noChangeArrowheads="1"/>
              </p:cNvSpPr>
              <p:nvPr/>
            </p:nvSpPr>
            <p:spPr bwMode="auto">
              <a:xfrm>
                <a:off x="4411" y="2154"/>
                <a:ext cx="8"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7" name="Rectangle 970">
                <a:extLst>
                  <a:ext uri="{FF2B5EF4-FFF2-40B4-BE49-F238E27FC236}">
                    <a16:creationId xmlns:a16="http://schemas.microsoft.com/office/drawing/2014/main" id="{0AEB56E5-0820-5FE5-5935-B926EA860F50}"/>
                  </a:ext>
                </a:extLst>
              </p:cNvPr>
              <p:cNvSpPr>
                <a:spLocks noChangeArrowheads="1"/>
              </p:cNvSpPr>
              <p:nvPr/>
            </p:nvSpPr>
            <p:spPr bwMode="auto">
              <a:xfrm>
                <a:off x="4818"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8" name="Rectangle 971">
                <a:extLst>
                  <a:ext uri="{FF2B5EF4-FFF2-40B4-BE49-F238E27FC236}">
                    <a16:creationId xmlns:a16="http://schemas.microsoft.com/office/drawing/2014/main" id="{9A13C969-473B-FCDF-5B43-F36B2A8028C0}"/>
                  </a:ext>
                </a:extLst>
              </p:cNvPr>
              <p:cNvSpPr>
                <a:spLocks noChangeArrowheads="1"/>
              </p:cNvSpPr>
              <p:nvPr/>
            </p:nvSpPr>
            <p:spPr bwMode="auto">
              <a:xfrm>
                <a:off x="5225" y="2154"/>
                <a:ext cx="6" cy="1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9" name="Rectangle 972">
                <a:extLst>
                  <a:ext uri="{FF2B5EF4-FFF2-40B4-BE49-F238E27FC236}">
                    <a16:creationId xmlns:a16="http://schemas.microsoft.com/office/drawing/2014/main" id="{A8F59071-7C13-415B-5FD7-5A227877A200}"/>
                  </a:ext>
                </a:extLst>
              </p:cNvPr>
              <p:cNvSpPr>
                <a:spLocks noChangeArrowheads="1"/>
              </p:cNvSpPr>
              <p:nvPr/>
            </p:nvSpPr>
            <p:spPr bwMode="auto">
              <a:xfrm>
                <a:off x="392" y="2154"/>
                <a:ext cx="14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4</a:t>
                </a:r>
              </a:p>
            </p:txBody>
          </p:sp>
          <p:sp>
            <p:nvSpPr>
              <p:cNvPr id="270" name="Rectangle 973">
                <a:extLst>
                  <a:ext uri="{FF2B5EF4-FFF2-40B4-BE49-F238E27FC236}">
                    <a16:creationId xmlns:a16="http://schemas.microsoft.com/office/drawing/2014/main" id="{4B39461E-457B-D5FA-1579-AF5556A8FACB}"/>
                  </a:ext>
                </a:extLst>
              </p:cNvPr>
              <p:cNvSpPr>
                <a:spLocks noChangeArrowheads="1"/>
              </p:cNvSpPr>
              <p:nvPr/>
            </p:nvSpPr>
            <p:spPr bwMode="auto">
              <a:xfrm>
                <a:off x="708" y="2154"/>
                <a:ext cx="313"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320147</a:t>
                </a:r>
              </a:p>
            </p:txBody>
          </p:sp>
          <p:sp>
            <p:nvSpPr>
              <p:cNvPr id="271" name="Rectangle 974">
                <a:extLst>
                  <a:ext uri="{FF2B5EF4-FFF2-40B4-BE49-F238E27FC236}">
                    <a16:creationId xmlns:a16="http://schemas.microsoft.com/office/drawing/2014/main" id="{E29C93C0-D1A2-AB45-8010-ED10DC18F03B}"/>
                  </a:ext>
                </a:extLst>
              </p:cNvPr>
              <p:cNvSpPr>
                <a:spLocks noChangeArrowheads="1"/>
              </p:cNvSpPr>
              <p:nvPr/>
            </p:nvSpPr>
            <p:spPr bwMode="auto">
              <a:xfrm>
                <a:off x="1272" y="2154"/>
                <a:ext cx="177"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84</a:t>
                </a:r>
              </a:p>
            </p:txBody>
          </p:sp>
          <p:sp>
            <p:nvSpPr>
              <p:cNvPr id="272" name="Rectangle 975">
                <a:extLst>
                  <a:ext uri="{FF2B5EF4-FFF2-40B4-BE49-F238E27FC236}">
                    <a16:creationId xmlns:a16="http://schemas.microsoft.com/office/drawing/2014/main" id="{396E644A-4C0A-C968-0461-450FECB09BCD}"/>
                  </a:ext>
                </a:extLst>
              </p:cNvPr>
              <p:cNvSpPr>
                <a:spLocks noChangeArrowheads="1"/>
              </p:cNvSpPr>
              <p:nvPr/>
            </p:nvSpPr>
            <p:spPr bwMode="auto">
              <a:xfrm>
                <a:off x="1704" y="2154"/>
                <a:ext cx="14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7</a:t>
                </a:r>
              </a:p>
            </p:txBody>
          </p:sp>
          <p:sp>
            <p:nvSpPr>
              <p:cNvPr id="273" name="Rectangle 976">
                <a:extLst>
                  <a:ext uri="{FF2B5EF4-FFF2-40B4-BE49-F238E27FC236}">
                    <a16:creationId xmlns:a16="http://schemas.microsoft.com/office/drawing/2014/main" id="{2ED5C471-A6B9-BBC0-5D76-0A250158694F}"/>
                  </a:ext>
                </a:extLst>
              </p:cNvPr>
              <p:cNvSpPr>
                <a:spLocks noChangeArrowheads="1"/>
              </p:cNvSpPr>
              <p:nvPr/>
            </p:nvSpPr>
            <p:spPr bwMode="auto">
              <a:xfrm>
                <a:off x="2079" y="213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74" name="Rectangle 977">
                <a:extLst>
                  <a:ext uri="{FF2B5EF4-FFF2-40B4-BE49-F238E27FC236}">
                    <a16:creationId xmlns:a16="http://schemas.microsoft.com/office/drawing/2014/main" id="{8EE90D24-B674-5510-A43B-48E0A2553B5B}"/>
                  </a:ext>
                </a:extLst>
              </p:cNvPr>
              <p:cNvSpPr>
                <a:spLocks noChangeArrowheads="1"/>
              </p:cNvSpPr>
              <p:nvPr/>
            </p:nvSpPr>
            <p:spPr bwMode="auto">
              <a:xfrm>
                <a:off x="2883" y="213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75" name="Rectangle 978">
                <a:extLst>
                  <a:ext uri="{FF2B5EF4-FFF2-40B4-BE49-F238E27FC236}">
                    <a16:creationId xmlns:a16="http://schemas.microsoft.com/office/drawing/2014/main" id="{82EAFFEC-917A-563F-243D-F59A4822511F}"/>
                  </a:ext>
                </a:extLst>
              </p:cNvPr>
              <p:cNvSpPr>
                <a:spLocks noChangeArrowheads="1"/>
              </p:cNvSpPr>
              <p:nvPr/>
            </p:nvSpPr>
            <p:spPr bwMode="auto">
              <a:xfrm>
                <a:off x="3289" y="213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276" name="Rectangle 979">
                <a:extLst>
                  <a:ext uri="{FF2B5EF4-FFF2-40B4-BE49-F238E27FC236}">
                    <a16:creationId xmlns:a16="http://schemas.microsoft.com/office/drawing/2014/main" id="{794B741E-43EA-D338-16AF-85A86A430062}"/>
                  </a:ext>
                </a:extLst>
              </p:cNvPr>
              <p:cNvSpPr>
                <a:spLocks noChangeArrowheads="1"/>
              </p:cNvSpPr>
              <p:nvPr/>
            </p:nvSpPr>
            <p:spPr bwMode="auto">
              <a:xfrm>
                <a:off x="3696" y="213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77" name="Rectangle 980">
                <a:extLst>
                  <a:ext uri="{FF2B5EF4-FFF2-40B4-BE49-F238E27FC236}">
                    <a16:creationId xmlns:a16="http://schemas.microsoft.com/office/drawing/2014/main" id="{F5E2CE49-59DE-51B9-E16C-61C452A3E86B}"/>
                  </a:ext>
                </a:extLst>
              </p:cNvPr>
              <p:cNvSpPr>
                <a:spLocks noChangeArrowheads="1"/>
              </p:cNvSpPr>
              <p:nvPr/>
            </p:nvSpPr>
            <p:spPr bwMode="auto">
              <a:xfrm>
                <a:off x="4511" y="213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78" name="Rectangle 981">
                <a:extLst>
                  <a:ext uri="{FF2B5EF4-FFF2-40B4-BE49-F238E27FC236}">
                    <a16:creationId xmlns:a16="http://schemas.microsoft.com/office/drawing/2014/main" id="{0FCE650E-A129-434E-2EDE-9C5985EA4779}"/>
                  </a:ext>
                </a:extLst>
              </p:cNvPr>
              <p:cNvSpPr>
                <a:spLocks noChangeArrowheads="1"/>
              </p:cNvSpPr>
              <p:nvPr/>
            </p:nvSpPr>
            <p:spPr bwMode="auto">
              <a:xfrm>
                <a:off x="4918" y="2130"/>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279" name="Rectangle 982">
                <a:extLst>
                  <a:ext uri="{FF2B5EF4-FFF2-40B4-BE49-F238E27FC236}">
                    <a16:creationId xmlns:a16="http://schemas.microsoft.com/office/drawing/2014/main" id="{5676ACDF-9600-853F-5E7B-9BF5281E980E}"/>
                  </a:ext>
                </a:extLst>
              </p:cNvPr>
              <p:cNvSpPr>
                <a:spLocks noChangeArrowheads="1"/>
              </p:cNvSpPr>
              <p:nvPr/>
            </p:nvSpPr>
            <p:spPr bwMode="auto">
              <a:xfrm>
                <a:off x="346"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0" name="Rectangle 983">
                <a:extLst>
                  <a:ext uri="{FF2B5EF4-FFF2-40B4-BE49-F238E27FC236}">
                    <a16:creationId xmlns:a16="http://schemas.microsoft.com/office/drawing/2014/main" id="{5FA0AD2B-922D-061F-B228-8B0438305742}"/>
                  </a:ext>
                </a:extLst>
              </p:cNvPr>
              <p:cNvSpPr>
                <a:spLocks noChangeArrowheads="1"/>
              </p:cNvSpPr>
              <p:nvPr/>
            </p:nvSpPr>
            <p:spPr bwMode="auto">
              <a:xfrm>
                <a:off x="351" y="229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1" name="Rectangle 984">
                <a:extLst>
                  <a:ext uri="{FF2B5EF4-FFF2-40B4-BE49-F238E27FC236}">
                    <a16:creationId xmlns:a16="http://schemas.microsoft.com/office/drawing/2014/main" id="{C018B850-64F5-E53D-BBC5-322D2E160746}"/>
                  </a:ext>
                </a:extLst>
              </p:cNvPr>
              <p:cNvSpPr>
                <a:spLocks noChangeArrowheads="1"/>
              </p:cNvSpPr>
              <p:nvPr/>
            </p:nvSpPr>
            <p:spPr bwMode="auto">
              <a:xfrm>
                <a:off x="582"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2" name="Rectangle 985">
                <a:extLst>
                  <a:ext uri="{FF2B5EF4-FFF2-40B4-BE49-F238E27FC236}">
                    <a16:creationId xmlns:a16="http://schemas.microsoft.com/office/drawing/2014/main" id="{2728CB30-508A-5A9A-3A69-4F3FF29DFD63}"/>
                  </a:ext>
                </a:extLst>
              </p:cNvPr>
              <p:cNvSpPr>
                <a:spLocks noChangeArrowheads="1"/>
              </p:cNvSpPr>
              <p:nvPr/>
            </p:nvSpPr>
            <p:spPr bwMode="auto">
              <a:xfrm>
                <a:off x="587" y="2298"/>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3" name="Rectangle 986">
                <a:extLst>
                  <a:ext uri="{FF2B5EF4-FFF2-40B4-BE49-F238E27FC236}">
                    <a16:creationId xmlns:a16="http://schemas.microsoft.com/office/drawing/2014/main" id="{62BFB348-6F2D-C088-AD58-21242B487824}"/>
                  </a:ext>
                </a:extLst>
              </p:cNvPr>
              <p:cNvSpPr>
                <a:spLocks noChangeArrowheads="1"/>
              </p:cNvSpPr>
              <p:nvPr/>
            </p:nvSpPr>
            <p:spPr bwMode="auto">
              <a:xfrm>
                <a:off x="1157"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4" name="Rectangle 987">
                <a:extLst>
                  <a:ext uri="{FF2B5EF4-FFF2-40B4-BE49-F238E27FC236}">
                    <a16:creationId xmlns:a16="http://schemas.microsoft.com/office/drawing/2014/main" id="{5B8BDE1D-B95F-56D0-3D95-950CEBFAD228}"/>
                  </a:ext>
                </a:extLst>
              </p:cNvPr>
              <p:cNvSpPr>
                <a:spLocks noChangeArrowheads="1"/>
              </p:cNvSpPr>
              <p:nvPr/>
            </p:nvSpPr>
            <p:spPr bwMode="auto">
              <a:xfrm>
                <a:off x="1163" y="22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5" name="Rectangle 988">
                <a:extLst>
                  <a:ext uri="{FF2B5EF4-FFF2-40B4-BE49-F238E27FC236}">
                    <a16:creationId xmlns:a16="http://schemas.microsoft.com/office/drawing/2014/main" id="{3C4F959C-4EB8-4DFC-C257-2FE92EB3692A}"/>
                  </a:ext>
                </a:extLst>
              </p:cNvPr>
              <p:cNvSpPr>
                <a:spLocks noChangeArrowheads="1"/>
              </p:cNvSpPr>
              <p:nvPr/>
            </p:nvSpPr>
            <p:spPr bwMode="auto">
              <a:xfrm>
                <a:off x="1564"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6" name="Rectangle 989">
                <a:extLst>
                  <a:ext uri="{FF2B5EF4-FFF2-40B4-BE49-F238E27FC236}">
                    <a16:creationId xmlns:a16="http://schemas.microsoft.com/office/drawing/2014/main" id="{0E960BE4-C5D8-8D30-6598-A8DD0C8A1504}"/>
                  </a:ext>
                </a:extLst>
              </p:cNvPr>
              <p:cNvSpPr>
                <a:spLocks noChangeArrowheads="1"/>
              </p:cNvSpPr>
              <p:nvPr/>
            </p:nvSpPr>
            <p:spPr bwMode="auto">
              <a:xfrm>
                <a:off x="1570" y="2298"/>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7" name="Rectangle 990">
                <a:extLst>
                  <a:ext uri="{FF2B5EF4-FFF2-40B4-BE49-F238E27FC236}">
                    <a16:creationId xmlns:a16="http://schemas.microsoft.com/office/drawing/2014/main" id="{C40A7C77-DAA3-BF06-046B-E63A5CD422A9}"/>
                  </a:ext>
                </a:extLst>
              </p:cNvPr>
              <p:cNvSpPr>
                <a:spLocks noChangeArrowheads="1"/>
              </p:cNvSpPr>
              <p:nvPr/>
            </p:nvSpPr>
            <p:spPr bwMode="auto">
              <a:xfrm>
                <a:off x="1987"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8" name="Rectangle 991">
                <a:extLst>
                  <a:ext uri="{FF2B5EF4-FFF2-40B4-BE49-F238E27FC236}">
                    <a16:creationId xmlns:a16="http://schemas.microsoft.com/office/drawing/2014/main" id="{6D268684-83C0-2FC1-ECA8-0B9155E5FB66}"/>
                  </a:ext>
                </a:extLst>
              </p:cNvPr>
              <p:cNvSpPr>
                <a:spLocks noChangeArrowheads="1"/>
              </p:cNvSpPr>
              <p:nvPr/>
            </p:nvSpPr>
            <p:spPr bwMode="auto">
              <a:xfrm>
                <a:off x="1993" y="2298"/>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9" name="Rectangle 992">
                <a:extLst>
                  <a:ext uri="{FF2B5EF4-FFF2-40B4-BE49-F238E27FC236}">
                    <a16:creationId xmlns:a16="http://schemas.microsoft.com/office/drawing/2014/main" id="{A4E7532B-10DC-7928-3961-4CA60F7DDE26}"/>
                  </a:ext>
                </a:extLst>
              </p:cNvPr>
              <p:cNvSpPr>
                <a:spLocks noChangeArrowheads="1"/>
              </p:cNvSpPr>
              <p:nvPr/>
            </p:nvSpPr>
            <p:spPr bwMode="auto">
              <a:xfrm>
                <a:off x="2378"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0" name="Rectangle 993">
                <a:extLst>
                  <a:ext uri="{FF2B5EF4-FFF2-40B4-BE49-F238E27FC236}">
                    <a16:creationId xmlns:a16="http://schemas.microsoft.com/office/drawing/2014/main" id="{C12534F6-0A82-F589-66B4-AE63152461E0}"/>
                  </a:ext>
                </a:extLst>
              </p:cNvPr>
              <p:cNvSpPr>
                <a:spLocks noChangeArrowheads="1"/>
              </p:cNvSpPr>
              <p:nvPr/>
            </p:nvSpPr>
            <p:spPr bwMode="auto">
              <a:xfrm>
                <a:off x="2384" y="22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1" name="Rectangle 994">
                <a:extLst>
                  <a:ext uri="{FF2B5EF4-FFF2-40B4-BE49-F238E27FC236}">
                    <a16:creationId xmlns:a16="http://schemas.microsoft.com/office/drawing/2014/main" id="{84D205CE-DFFC-A81C-F2F9-B0948D9EE204}"/>
                  </a:ext>
                </a:extLst>
              </p:cNvPr>
              <p:cNvSpPr>
                <a:spLocks noChangeArrowheads="1"/>
              </p:cNvSpPr>
              <p:nvPr/>
            </p:nvSpPr>
            <p:spPr bwMode="auto">
              <a:xfrm>
                <a:off x="2785"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2" name="Rectangle 995">
                <a:extLst>
                  <a:ext uri="{FF2B5EF4-FFF2-40B4-BE49-F238E27FC236}">
                    <a16:creationId xmlns:a16="http://schemas.microsoft.com/office/drawing/2014/main" id="{A0B48E13-F942-F139-56EA-F1BBECEAA4E8}"/>
                  </a:ext>
                </a:extLst>
              </p:cNvPr>
              <p:cNvSpPr>
                <a:spLocks noChangeArrowheads="1"/>
              </p:cNvSpPr>
              <p:nvPr/>
            </p:nvSpPr>
            <p:spPr bwMode="auto">
              <a:xfrm>
                <a:off x="2791" y="22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3" name="Rectangle 996">
                <a:extLst>
                  <a:ext uri="{FF2B5EF4-FFF2-40B4-BE49-F238E27FC236}">
                    <a16:creationId xmlns:a16="http://schemas.microsoft.com/office/drawing/2014/main" id="{E9CBF677-A975-DD34-ED4E-959A822F9C56}"/>
                  </a:ext>
                </a:extLst>
              </p:cNvPr>
              <p:cNvSpPr>
                <a:spLocks noChangeArrowheads="1"/>
              </p:cNvSpPr>
              <p:nvPr/>
            </p:nvSpPr>
            <p:spPr bwMode="auto">
              <a:xfrm>
                <a:off x="3192"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4" name="Rectangle 997">
                <a:extLst>
                  <a:ext uri="{FF2B5EF4-FFF2-40B4-BE49-F238E27FC236}">
                    <a16:creationId xmlns:a16="http://schemas.microsoft.com/office/drawing/2014/main" id="{89018E24-A77D-6B15-95DA-BA0DEC349B71}"/>
                  </a:ext>
                </a:extLst>
              </p:cNvPr>
              <p:cNvSpPr>
                <a:spLocks noChangeArrowheads="1"/>
              </p:cNvSpPr>
              <p:nvPr/>
            </p:nvSpPr>
            <p:spPr bwMode="auto">
              <a:xfrm>
                <a:off x="3198" y="22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5" name="Rectangle 998">
                <a:extLst>
                  <a:ext uri="{FF2B5EF4-FFF2-40B4-BE49-F238E27FC236}">
                    <a16:creationId xmlns:a16="http://schemas.microsoft.com/office/drawing/2014/main" id="{488300D1-DD0C-4A8D-2054-8F6344AB193D}"/>
                  </a:ext>
                </a:extLst>
              </p:cNvPr>
              <p:cNvSpPr>
                <a:spLocks noChangeArrowheads="1"/>
              </p:cNvSpPr>
              <p:nvPr/>
            </p:nvSpPr>
            <p:spPr bwMode="auto">
              <a:xfrm>
                <a:off x="3599"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6" name="Rectangle 999">
                <a:extLst>
                  <a:ext uri="{FF2B5EF4-FFF2-40B4-BE49-F238E27FC236}">
                    <a16:creationId xmlns:a16="http://schemas.microsoft.com/office/drawing/2014/main" id="{50DFC2E2-09CC-5C6A-B387-8FE8366B6AB1}"/>
                  </a:ext>
                </a:extLst>
              </p:cNvPr>
              <p:cNvSpPr>
                <a:spLocks noChangeArrowheads="1"/>
              </p:cNvSpPr>
              <p:nvPr/>
            </p:nvSpPr>
            <p:spPr bwMode="auto">
              <a:xfrm>
                <a:off x="3605" y="2298"/>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7" name="Rectangle 1000">
                <a:extLst>
                  <a:ext uri="{FF2B5EF4-FFF2-40B4-BE49-F238E27FC236}">
                    <a16:creationId xmlns:a16="http://schemas.microsoft.com/office/drawing/2014/main" id="{561F29C3-1E15-7EFB-3826-EAC2D5937639}"/>
                  </a:ext>
                </a:extLst>
              </p:cNvPr>
              <p:cNvSpPr>
                <a:spLocks noChangeArrowheads="1"/>
              </p:cNvSpPr>
              <p:nvPr/>
            </p:nvSpPr>
            <p:spPr bwMode="auto">
              <a:xfrm>
                <a:off x="4004"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8" name="Rectangle 1001">
                <a:extLst>
                  <a:ext uri="{FF2B5EF4-FFF2-40B4-BE49-F238E27FC236}">
                    <a16:creationId xmlns:a16="http://schemas.microsoft.com/office/drawing/2014/main" id="{7EA0A63B-B44F-4846-A96D-196DB834AF48}"/>
                  </a:ext>
                </a:extLst>
              </p:cNvPr>
              <p:cNvSpPr>
                <a:spLocks noChangeArrowheads="1"/>
              </p:cNvSpPr>
              <p:nvPr/>
            </p:nvSpPr>
            <p:spPr bwMode="auto">
              <a:xfrm>
                <a:off x="4010" y="229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9" name="Rectangle 1002">
                <a:extLst>
                  <a:ext uri="{FF2B5EF4-FFF2-40B4-BE49-F238E27FC236}">
                    <a16:creationId xmlns:a16="http://schemas.microsoft.com/office/drawing/2014/main" id="{883244F1-A721-54C5-46C2-468D1584F4C2}"/>
                  </a:ext>
                </a:extLst>
              </p:cNvPr>
              <p:cNvSpPr>
                <a:spLocks noChangeArrowheads="1"/>
              </p:cNvSpPr>
              <p:nvPr/>
            </p:nvSpPr>
            <p:spPr bwMode="auto">
              <a:xfrm>
                <a:off x="4411" y="229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0" name="Rectangle 1003">
                <a:extLst>
                  <a:ext uri="{FF2B5EF4-FFF2-40B4-BE49-F238E27FC236}">
                    <a16:creationId xmlns:a16="http://schemas.microsoft.com/office/drawing/2014/main" id="{9566FE55-E857-3138-0374-B826E8A5D24B}"/>
                  </a:ext>
                </a:extLst>
              </p:cNvPr>
              <p:cNvSpPr>
                <a:spLocks noChangeArrowheads="1"/>
              </p:cNvSpPr>
              <p:nvPr/>
            </p:nvSpPr>
            <p:spPr bwMode="auto">
              <a:xfrm>
                <a:off x="4417" y="22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1" name="Rectangle 1004">
                <a:extLst>
                  <a:ext uri="{FF2B5EF4-FFF2-40B4-BE49-F238E27FC236}">
                    <a16:creationId xmlns:a16="http://schemas.microsoft.com/office/drawing/2014/main" id="{0E97B244-10EA-6E28-54E2-62410632EC43}"/>
                  </a:ext>
                </a:extLst>
              </p:cNvPr>
              <p:cNvSpPr>
                <a:spLocks noChangeArrowheads="1"/>
              </p:cNvSpPr>
              <p:nvPr/>
            </p:nvSpPr>
            <p:spPr bwMode="auto">
              <a:xfrm>
                <a:off x="4818"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2" name="Rectangle 1005">
                <a:extLst>
                  <a:ext uri="{FF2B5EF4-FFF2-40B4-BE49-F238E27FC236}">
                    <a16:creationId xmlns:a16="http://schemas.microsoft.com/office/drawing/2014/main" id="{6E6E184B-45A7-5E3C-FB04-2C402B4FF3A5}"/>
                  </a:ext>
                </a:extLst>
              </p:cNvPr>
              <p:cNvSpPr>
                <a:spLocks noChangeArrowheads="1"/>
              </p:cNvSpPr>
              <p:nvPr/>
            </p:nvSpPr>
            <p:spPr bwMode="auto">
              <a:xfrm>
                <a:off x="4824" y="229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3" name="Rectangle 1006">
                <a:extLst>
                  <a:ext uri="{FF2B5EF4-FFF2-40B4-BE49-F238E27FC236}">
                    <a16:creationId xmlns:a16="http://schemas.microsoft.com/office/drawing/2014/main" id="{3130E1CE-E19D-0CCE-054A-68BA676C57C9}"/>
                  </a:ext>
                </a:extLst>
              </p:cNvPr>
              <p:cNvSpPr>
                <a:spLocks noChangeArrowheads="1"/>
              </p:cNvSpPr>
              <p:nvPr/>
            </p:nvSpPr>
            <p:spPr bwMode="auto">
              <a:xfrm>
                <a:off x="5225" y="229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4" name="Rectangle 1007">
                <a:extLst>
                  <a:ext uri="{FF2B5EF4-FFF2-40B4-BE49-F238E27FC236}">
                    <a16:creationId xmlns:a16="http://schemas.microsoft.com/office/drawing/2014/main" id="{58683C37-BE9F-CC1E-E97B-5B6CA5EB0107}"/>
                  </a:ext>
                </a:extLst>
              </p:cNvPr>
              <p:cNvSpPr>
                <a:spLocks noChangeArrowheads="1"/>
              </p:cNvSpPr>
              <p:nvPr/>
            </p:nvSpPr>
            <p:spPr bwMode="auto">
              <a:xfrm>
                <a:off x="346"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5" name="Rectangle 1008">
                <a:extLst>
                  <a:ext uri="{FF2B5EF4-FFF2-40B4-BE49-F238E27FC236}">
                    <a16:creationId xmlns:a16="http://schemas.microsoft.com/office/drawing/2014/main" id="{003841E6-9F1E-702B-1B4A-14F72850D6CB}"/>
                  </a:ext>
                </a:extLst>
              </p:cNvPr>
              <p:cNvSpPr>
                <a:spLocks noChangeArrowheads="1"/>
              </p:cNvSpPr>
              <p:nvPr/>
            </p:nvSpPr>
            <p:spPr bwMode="auto">
              <a:xfrm>
                <a:off x="582"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6" name="Rectangle 1009">
                <a:extLst>
                  <a:ext uri="{FF2B5EF4-FFF2-40B4-BE49-F238E27FC236}">
                    <a16:creationId xmlns:a16="http://schemas.microsoft.com/office/drawing/2014/main" id="{B08D7FF8-2962-49B2-0E79-DA1376948E5C}"/>
                  </a:ext>
                </a:extLst>
              </p:cNvPr>
              <p:cNvSpPr>
                <a:spLocks noChangeArrowheads="1"/>
              </p:cNvSpPr>
              <p:nvPr/>
            </p:nvSpPr>
            <p:spPr bwMode="auto">
              <a:xfrm>
                <a:off x="1157"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7" name="Rectangle 1010">
                <a:extLst>
                  <a:ext uri="{FF2B5EF4-FFF2-40B4-BE49-F238E27FC236}">
                    <a16:creationId xmlns:a16="http://schemas.microsoft.com/office/drawing/2014/main" id="{9D17355E-5590-78AE-B702-520154A95321}"/>
                  </a:ext>
                </a:extLst>
              </p:cNvPr>
              <p:cNvSpPr>
                <a:spLocks noChangeArrowheads="1"/>
              </p:cNvSpPr>
              <p:nvPr/>
            </p:nvSpPr>
            <p:spPr bwMode="auto">
              <a:xfrm>
                <a:off x="1564"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8" name="Rectangle 1011">
                <a:extLst>
                  <a:ext uri="{FF2B5EF4-FFF2-40B4-BE49-F238E27FC236}">
                    <a16:creationId xmlns:a16="http://schemas.microsoft.com/office/drawing/2014/main" id="{18F81EE4-5969-A50A-4E54-5A7A910E37C6}"/>
                  </a:ext>
                </a:extLst>
              </p:cNvPr>
              <p:cNvSpPr>
                <a:spLocks noChangeArrowheads="1"/>
              </p:cNvSpPr>
              <p:nvPr/>
            </p:nvSpPr>
            <p:spPr bwMode="auto">
              <a:xfrm>
                <a:off x="1987"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9" name="Rectangle 1012">
                <a:extLst>
                  <a:ext uri="{FF2B5EF4-FFF2-40B4-BE49-F238E27FC236}">
                    <a16:creationId xmlns:a16="http://schemas.microsoft.com/office/drawing/2014/main" id="{9E723234-846C-EC6D-BF38-DFA3033CD032}"/>
                  </a:ext>
                </a:extLst>
              </p:cNvPr>
              <p:cNvSpPr>
                <a:spLocks noChangeArrowheads="1"/>
              </p:cNvSpPr>
              <p:nvPr/>
            </p:nvSpPr>
            <p:spPr bwMode="auto">
              <a:xfrm>
                <a:off x="2378"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0" name="Rectangle 1013">
                <a:extLst>
                  <a:ext uri="{FF2B5EF4-FFF2-40B4-BE49-F238E27FC236}">
                    <a16:creationId xmlns:a16="http://schemas.microsoft.com/office/drawing/2014/main" id="{8D06B735-3C56-5B10-A88B-52F8E9051E90}"/>
                  </a:ext>
                </a:extLst>
              </p:cNvPr>
              <p:cNvSpPr>
                <a:spLocks noChangeArrowheads="1"/>
              </p:cNvSpPr>
              <p:nvPr/>
            </p:nvSpPr>
            <p:spPr bwMode="auto">
              <a:xfrm>
                <a:off x="2785"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1" name="Rectangle 1014">
                <a:extLst>
                  <a:ext uri="{FF2B5EF4-FFF2-40B4-BE49-F238E27FC236}">
                    <a16:creationId xmlns:a16="http://schemas.microsoft.com/office/drawing/2014/main" id="{18A58C58-6442-DC5E-BC17-60648A16F1FF}"/>
                  </a:ext>
                </a:extLst>
              </p:cNvPr>
              <p:cNvSpPr>
                <a:spLocks noChangeArrowheads="1"/>
              </p:cNvSpPr>
              <p:nvPr/>
            </p:nvSpPr>
            <p:spPr bwMode="auto">
              <a:xfrm>
                <a:off x="3192"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2" name="Rectangle 1015">
                <a:extLst>
                  <a:ext uri="{FF2B5EF4-FFF2-40B4-BE49-F238E27FC236}">
                    <a16:creationId xmlns:a16="http://schemas.microsoft.com/office/drawing/2014/main" id="{6D6A9133-1569-7B97-58B0-F3232620D27E}"/>
                  </a:ext>
                </a:extLst>
              </p:cNvPr>
              <p:cNvSpPr>
                <a:spLocks noChangeArrowheads="1"/>
              </p:cNvSpPr>
              <p:nvPr/>
            </p:nvSpPr>
            <p:spPr bwMode="auto">
              <a:xfrm>
                <a:off x="3599"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3" name="Rectangle 1016">
                <a:extLst>
                  <a:ext uri="{FF2B5EF4-FFF2-40B4-BE49-F238E27FC236}">
                    <a16:creationId xmlns:a16="http://schemas.microsoft.com/office/drawing/2014/main" id="{77ED1134-48D0-C2F0-FF5C-D4BF7A02CD6C}"/>
                  </a:ext>
                </a:extLst>
              </p:cNvPr>
              <p:cNvSpPr>
                <a:spLocks noChangeArrowheads="1"/>
              </p:cNvSpPr>
              <p:nvPr/>
            </p:nvSpPr>
            <p:spPr bwMode="auto">
              <a:xfrm>
                <a:off x="4004"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4" name="Rectangle 1017">
                <a:extLst>
                  <a:ext uri="{FF2B5EF4-FFF2-40B4-BE49-F238E27FC236}">
                    <a16:creationId xmlns:a16="http://schemas.microsoft.com/office/drawing/2014/main" id="{06C1C90A-660C-45D6-5728-5FD9424DD2F7}"/>
                  </a:ext>
                </a:extLst>
              </p:cNvPr>
              <p:cNvSpPr>
                <a:spLocks noChangeArrowheads="1"/>
              </p:cNvSpPr>
              <p:nvPr/>
            </p:nvSpPr>
            <p:spPr bwMode="auto">
              <a:xfrm>
                <a:off x="4411" y="2303"/>
                <a:ext cx="8"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5" name="Rectangle 1018">
                <a:extLst>
                  <a:ext uri="{FF2B5EF4-FFF2-40B4-BE49-F238E27FC236}">
                    <a16:creationId xmlns:a16="http://schemas.microsoft.com/office/drawing/2014/main" id="{360B5E0B-A5C7-B409-B15B-A47595C69B08}"/>
                  </a:ext>
                </a:extLst>
              </p:cNvPr>
              <p:cNvSpPr>
                <a:spLocks noChangeArrowheads="1"/>
              </p:cNvSpPr>
              <p:nvPr/>
            </p:nvSpPr>
            <p:spPr bwMode="auto">
              <a:xfrm>
                <a:off x="4818"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6" name="Rectangle 1019">
                <a:extLst>
                  <a:ext uri="{FF2B5EF4-FFF2-40B4-BE49-F238E27FC236}">
                    <a16:creationId xmlns:a16="http://schemas.microsoft.com/office/drawing/2014/main" id="{8590C963-1C73-EB3C-3965-BE53BE6EDBA4}"/>
                  </a:ext>
                </a:extLst>
              </p:cNvPr>
              <p:cNvSpPr>
                <a:spLocks noChangeArrowheads="1"/>
              </p:cNvSpPr>
              <p:nvPr/>
            </p:nvSpPr>
            <p:spPr bwMode="auto">
              <a:xfrm>
                <a:off x="5225" y="230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7" name="Rectangle 1020">
                <a:extLst>
                  <a:ext uri="{FF2B5EF4-FFF2-40B4-BE49-F238E27FC236}">
                    <a16:creationId xmlns:a16="http://schemas.microsoft.com/office/drawing/2014/main" id="{0725F8D4-B6E6-1EDA-2A27-6861648D9917}"/>
                  </a:ext>
                </a:extLst>
              </p:cNvPr>
              <p:cNvSpPr>
                <a:spLocks noChangeArrowheads="1"/>
              </p:cNvSpPr>
              <p:nvPr/>
            </p:nvSpPr>
            <p:spPr bwMode="auto">
              <a:xfrm>
                <a:off x="392" y="2303"/>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5</a:t>
                </a:r>
              </a:p>
            </p:txBody>
          </p:sp>
          <p:sp>
            <p:nvSpPr>
              <p:cNvPr id="318" name="Rectangle 1021">
                <a:extLst>
                  <a:ext uri="{FF2B5EF4-FFF2-40B4-BE49-F238E27FC236}">
                    <a16:creationId xmlns:a16="http://schemas.microsoft.com/office/drawing/2014/main" id="{AA17BEC7-65B7-8E03-3803-6B2C2555E478}"/>
                  </a:ext>
                </a:extLst>
              </p:cNvPr>
              <p:cNvSpPr>
                <a:spLocks noChangeArrowheads="1"/>
              </p:cNvSpPr>
              <p:nvPr/>
            </p:nvSpPr>
            <p:spPr bwMode="auto">
              <a:xfrm>
                <a:off x="708" y="2303"/>
                <a:ext cx="31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330033</a:t>
                </a:r>
              </a:p>
            </p:txBody>
          </p:sp>
          <p:sp>
            <p:nvSpPr>
              <p:cNvPr id="319" name="Rectangle 1022">
                <a:extLst>
                  <a:ext uri="{FF2B5EF4-FFF2-40B4-BE49-F238E27FC236}">
                    <a16:creationId xmlns:a16="http://schemas.microsoft.com/office/drawing/2014/main" id="{629D81AA-2BDC-0E5D-1767-A007009F8CFD}"/>
                  </a:ext>
                </a:extLst>
              </p:cNvPr>
              <p:cNvSpPr>
                <a:spLocks noChangeArrowheads="1"/>
              </p:cNvSpPr>
              <p:nvPr/>
            </p:nvSpPr>
            <p:spPr bwMode="auto">
              <a:xfrm>
                <a:off x="1272" y="2303"/>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48</a:t>
                </a:r>
              </a:p>
            </p:txBody>
          </p:sp>
          <p:sp>
            <p:nvSpPr>
              <p:cNvPr id="320" name="Rectangle 1023">
                <a:extLst>
                  <a:ext uri="{FF2B5EF4-FFF2-40B4-BE49-F238E27FC236}">
                    <a16:creationId xmlns:a16="http://schemas.microsoft.com/office/drawing/2014/main" id="{5C9F6E64-3092-08D2-1C4A-C4447D38A26B}"/>
                  </a:ext>
                </a:extLst>
              </p:cNvPr>
              <p:cNvSpPr>
                <a:spLocks noChangeArrowheads="1"/>
              </p:cNvSpPr>
              <p:nvPr/>
            </p:nvSpPr>
            <p:spPr bwMode="auto">
              <a:xfrm>
                <a:off x="1704" y="2303"/>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4</a:t>
                </a:r>
              </a:p>
            </p:txBody>
          </p:sp>
          <p:sp>
            <p:nvSpPr>
              <p:cNvPr id="321" name="Rectangle 1024">
                <a:extLst>
                  <a:ext uri="{FF2B5EF4-FFF2-40B4-BE49-F238E27FC236}">
                    <a16:creationId xmlns:a16="http://schemas.microsoft.com/office/drawing/2014/main" id="{E0C5FFD1-A725-E3B3-BF82-90212DEC70FE}"/>
                  </a:ext>
                </a:extLst>
              </p:cNvPr>
              <p:cNvSpPr>
                <a:spLocks noChangeArrowheads="1"/>
              </p:cNvSpPr>
              <p:nvPr/>
            </p:nvSpPr>
            <p:spPr bwMode="auto">
              <a:xfrm>
                <a:off x="2079" y="228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2" name="Rectangle 1025">
                <a:extLst>
                  <a:ext uri="{FF2B5EF4-FFF2-40B4-BE49-F238E27FC236}">
                    <a16:creationId xmlns:a16="http://schemas.microsoft.com/office/drawing/2014/main" id="{9371A229-808E-4A9E-72C8-66C73EC4D92A}"/>
                  </a:ext>
                </a:extLst>
              </p:cNvPr>
              <p:cNvSpPr>
                <a:spLocks noChangeArrowheads="1"/>
              </p:cNvSpPr>
              <p:nvPr/>
            </p:nvSpPr>
            <p:spPr bwMode="auto">
              <a:xfrm>
                <a:off x="2883" y="228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3" name="Rectangle 1026">
                <a:extLst>
                  <a:ext uri="{FF2B5EF4-FFF2-40B4-BE49-F238E27FC236}">
                    <a16:creationId xmlns:a16="http://schemas.microsoft.com/office/drawing/2014/main" id="{152753D4-FF6A-D866-9945-23F9A0AC2E69}"/>
                  </a:ext>
                </a:extLst>
              </p:cNvPr>
              <p:cNvSpPr>
                <a:spLocks noChangeArrowheads="1"/>
              </p:cNvSpPr>
              <p:nvPr/>
            </p:nvSpPr>
            <p:spPr bwMode="auto">
              <a:xfrm>
                <a:off x="3289" y="228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324" name="Rectangle 1027">
                <a:extLst>
                  <a:ext uri="{FF2B5EF4-FFF2-40B4-BE49-F238E27FC236}">
                    <a16:creationId xmlns:a16="http://schemas.microsoft.com/office/drawing/2014/main" id="{8DE4E48F-0693-F09A-DF83-98A4F0112E00}"/>
                  </a:ext>
                </a:extLst>
              </p:cNvPr>
              <p:cNvSpPr>
                <a:spLocks noChangeArrowheads="1"/>
              </p:cNvSpPr>
              <p:nvPr/>
            </p:nvSpPr>
            <p:spPr bwMode="auto">
              <a:xfrm>
                <a:off x="3696" y="2409"/>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5" name="Rectangle 1028">
                <a:extLst>
                  <a:ext uri="{FF2B5EF4-FFF2-40B4-BE49-F238E27FC236}">
                    <a16:creationId xmlns:a16="http://schemas.microsoft.com/office/drawing/2014/main" id="{63AF8A7D-65C3-8D10-1F3E-497466322B27}"/>
                  </a:ext>
                </a:extLst>
              </p:cNvPr>
              <p:cNvSpPr>
                <a:spLocks noChangeArrowheads="1"/>
              </p:cNvSpPr>
              <p:nvPr/>
            </p:nvSpPr>
            <p:spPr bwMode="auto">
              <a:xfrm>
                <a:off x="4105" y="228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6" name="Rectangle 1029">
                <a:extLst>
                  <a:ext uri="{FF2B5EF4-FFF2-40B4-BE49-F238E27FC236}">
                    <a16:creationId xmlns:a16="http://schemas.microsoft.com/office/drawing/2014/main" id="{B2A79747-9ECD-4239-E2FE-FEA7CB392B65}"/>
                  </a:ext>
                </a:extLst>
              </p:cNvPr>
              <p:cNvSpPr>
                <a:spLocks noChangeArrowheads="1"/>
              </p:cNvSpPr>
              <p:nvPr/>
            </p:nvSpPr>
            <p:spPr bwMode="auto">
              <a:xfrm>
                <a:off x="4511" y="2280"/>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7" name="Rectangle 1030">
                <a:extLst>
                  <a:ext uri="{FF2B5EF4-FFF2-40B4-BE49-F238E27FC236}">
                    <a16:creationId xmlns:a16="http://schemas.microsoft.com/office/drawing/2014/main" id="{91DEB4C3-C932-B58F-29BF-152BA294E971}"/>
                  </a:ext>
                </a:extLst>
              </p:cNvPr>
              <p:cNvSpPr>
                <a:spLocks noChangeArrowheads="1"/>
              </p:cNvSpPr>
              <p:nvPr/>
            </p:nvSpPr>
            <p:spPr bwMode="auto">
              <a:xfrm>
                <a:off x="4918" y="2280"/>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28" name="Rectangle 1031">
                <a:extLst>
                  <a:ext uri="{FF2B5EF4-FFF2-40B4-BE49-F238E27FC236}">
                    <a16:creationId xmlns:a16="http://schemas.microsoft.com/office/drawing/2014/main" id="{17D2A9B5-3E1D-ED82-6C1C-C22DEB0BDE78}"/>
                  </a:ext>
                </a:extLst>
              </p:cNvPr>
              <p:cNvSpPr>
                <a:spLocks noChangeArrowheads="1"/>
              </p:cNvSpPr>
              <p:nvPr/>
            </p:nvSpPr>
            <p:spPr bwMode="auto">
              <a:xfrm>
                <a:off x="346"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9" name="Rectangle 1032">
                <a:extLst>
                  <a:ext uri="{FF2B5EF4-FFF2-40B4-BE49-F238E27FC236}">
                    <a16:creationId xmlns:a16="http://schemas.microsoft.com/office/drawing/2014/main" id="{B4283104-04A9-443F-E870-C74326A24D04}"/>
                  </a:ext>
                </a:extLst>
              </p:cNvPr>
              <p:cNvSpPr>
                <a:spLocks noChangeArrowheads="1"/>
              </p:cNvSpPr>
              <p:nvPr/>
            </p:nvSpPr>
            <p:spPr bwMode="auto">
              <a:xfrm>
                <a:off x="351" y="2570"/>
                <a:ext cx="23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0" name="Rectangle 1033">
                <a:extLst>
                  <a:ext uri="{FF2B5EF4-FFF2-40B4-BE49-F238E27FC236}">
                    <a16:creationId xmlns:a16="http://schemas.microsoft.com/office/drawing/2014/main" id="{D4C1F123-99F3-70C8-7AF0-05D7FAE10285}"/>
                  </a:ext>
                </a:extLst>
              </p:cNvPr>
              <p:cNvSpPr>
                <a:spLocks noChangeArrowheads="1"/>
              </p:cNvSpPr>
              <p:nvPr/>
            </p:nvSpPr>
            <p:spPr bwMode="auto">
              <a:xfrm>
                <a:off x="582"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1" name="Rectangle 1034">
                <a:extLst>
                  <a:ext uri="{FF2B5EF4-FFF2-40B4-BE49-F238E27FC236}">
                    <a16:creationId xmlns:a16="http://schemas.microsoft.com/office/drawing/2014/main" id="{E3C3BBA6-1FE9-B0F8-021A-A4C5A374FCE5}"/>
                  </a:ext>
                </a:extLst>
              </p:cNvPr>
              <p:cNvSpPr>
                <a:spLocks noChangeArrowheads="1"/>
              </p:cNvSpPr>
              <p:nvPr/>
            </p:nvSpPr>
            <p:spPr bwMode="auto">
              <a:xfrm>
                <a:off x="587" y="2570"/>
                <a:ext cx="57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2" name="Rectangle 1035">
                <a:extLst>
                  <a:ext uri="{FF2B5EF4-FFF2-40B4-BE49-F238E27FC236}">
                    <a16:creationId xmlns:a16="http://schemas.microsoft.com/office/drawing/2014/main" id="{CCE8FFFC-23F9-BD35-6EBF-48707B0C914A}"/>
                  </a:ext>
                </a:extLst>
              </p:cNvPr>
              <p:cNvSpPr>
                <a:spLocks noChangeArrowheads="1"/>
              </p:cNvSpPr>
              <p:nvPr/>
            </p:nvSpPr>
            <p:spPr bwMode="auto">
              <a:xfrm>
                <a:off x="1157"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3" name="Rectangle 1036">
                <a:extLst>
                  <a:ext uri="{FF2B5EF4-FFF2-40B4-BE49-F238E27FC236}">
                    <a16:creationId xmlns:a16="http://schemas.microsoft.com/office/drawing/2014/main" id="{BEAE51F5-CB3A-C33F-3541-A08F6241D8EE}"/>
                  </a:ext>
                </a:extLst>
              </p:cNvPr>
              <p:cNvSpPr>
                <a:spLocks noChangeArrowheads="1"/>
              </p:cNvSpPr>
              <p:nvPr/>
            </p:nvSpPr>
            <p:spPr bwMode="auto">
              <a:xfrm>
                <a:off x="1163" y="25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4" name="Rectangle 1037">
                <a:extLst>
                  <a:ext uri="{FF2B5EF4-FFF2-40B4-BE49-F238E27FC236}">
                    <a16:creationId xmlns:a16="http://schemas.microsoft.com/office/drawing/2014/main" id="{8328195A-460B-C241-AC66-5236AAA8B8A5}"/>
                  </a:ext>
                </a:extLst>
              </p:cNvPr>
              <p:cNvSpPr>
                <a:spLocks noChangeArrowheads="1"/>
              </p:cNvSpPr>
              <p:nvPr/>
            </p:nvSpPr>
            <p:spPr bwMode="auto">
              <a:xfrm>
                <a:off x="1564"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5" name="Rectangle 1038">
                <a:extLst>
                  <a:ext uri="{FF2B5EF4-FFF2-40B4-BE49-F238E27FC236}">
                    <a16:creationId xmlns:a16="http://schemas.microsoft.com/office/drawing/2014/main" id="{2FC6507E-E93A-CBF8-E0E0-5B029BE06423}"/>
                  </a:ext>
                </a:extLst>
              </p:cNvPr>
              <p:cNvSpPr>
                <a:spLocks noChangeArrowheads="1"/>
              </p:cNvSpPr>
              <p:nvPr/>
            </p:nvSpPr>
            <p:spPr bwMode="auto">
              <a:xfrm>
                <a:off x="1570" y="2570"/>
                <a:ext cx="41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6" name="Rectangle 1039">
                <a:extLst>
                  <a:ext uri="{FF2B5EF4-FFF2-40B4-BE49-F238E27FC236}">
                    <a16:creationId xmlns:a16="http://schemas.microsoft.com/office/drawing/2014/main" id="{B03629CA-7B6E-1F7B-39E5-15D88A878C45}"/>
                  </a:ext>
                </a:extLst>
              </p:cNvPr>
              <p:cNvSpPr>
                <a:spLocks noChangeArrowheads="1"/>
              </p:cNvSpPr>
              <p:nvPr/>
            </p:nvSpPr>
            <p:spPr bwMode="auto">
              <a:xfrm>
                <a:off x="1987"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7" name="Rectangle 1040">
                <a:extLst>
                  <a:ext uri="{FF2B5EF4-FFF2-40B4-BE49-F238E27FC236}">
                    <a16:creationId xmlns:a16="http://schemas.microsoft.com/office/drawing/2014/main" id="{338F1C01-8E44-DB9E-577A-56C348BFEE1A}"/>
                  </a:ext>
                </a:extLst>
              </p:cNvPr>
              <p:cNvSpPr>
                <a:spLocks noChangeArrowheads="1"/>
              </p:cNvSpPr>
              <p:nvPr/>
            </p:nvSpPr>
            <p:spPr bwMode="auto">
              <a:xfrm>
                <a:off x="1993" y="2570"/>
                <a:ext cx="38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8" name="Rectangle 1041">
                <a:extLst>
                  <a:ext uri="{FF2B5EF4-FFF2-40B4-BE49-F238E27FC236}">
                    <a16:creationId xmlns:a16="http://schemas.microsoft.com/office/drawing/2014/main" id="{0AE59DC1-40DD-8047-8A19-21D8910482A7}"/>
                  </a:ext>
                </a:extLst>
              </p:cNvPr>
              <p:cNvSpPr>
                <a:spLocks noChangeArrowheads="1"/>
              </p:cNvSpPr>
              <p:nvPr/>
            </p:nvSpPr>
            <p:spPr bwMode="auto">
              <a:xfrm>
                <a:off x="2378"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9" name="Rectangle 1042">
                <a:extLst>
                  <a:ext uri="{FF2B5EF4-FFF2-40B4-BE49-F238E27FC236}">
                    <a16:creationId xmlns:a16="http://schemas.microsoft.com/office/drawing/2014/main" id="{06E1039A-0932-6BB6-58E7-8CBF962AF6DE}"/>
                  </a:ext>
                </a:extLst>
              </p:cNvPr>
              <p:cNvSpPr>
                <a:spLocks noChangeArrowheads="1"/>
              </p:cNvSpPr>
              <p:nvPr/>
            </p:nvSpPr>
            <p:spPr bwMode="auto">
              <a:xfrm>
                <a:off x="2384" y="25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0" name="Rectangle 1043">
                <a:extLst>
                  <a:ext uri="{FF2B5EF4-FFF2-40B4-BE49-F238E27FC236}">
                    <a16:creationId xmlns:a16="http://schemas.microsoft.com/office/drawing/2014/main" id="{D11487EE-C86C-C92E-B64E-9D0444C3451D}"/>
                  </a:ext>
                </a:extLst>
              </p:cNvPr>
              <p:cNvSpPr>
                <a:spLocks noChangeArrowheads="1"/>
              </p:cNvSpPr>
              <p:nvPr/>
            </p:nvSpPr>
            <p:spPr bwMode="auto">
              <a:xfrm>
                <a:off x="2785"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1" name="Rectangle 1044">
                <a:extLst>
                  <a:ext uri="{FF2B5EF4-FFF2-40B4-BE49-F238E27FC236}">
                    <a16:creationId xmlns:a16="http://schemas.microsoft.com/office/drawing/2014/main" id="{61220440-7731-36FD-E935-C4BB8A29315F}"/>
                  </a:ext>
                </a:extLst>
              </p:cNvPr>
              <p:cNvSpPr>
                <a:spLocks noChangeArrowheads="1"/>
              </p:cNvSpPr>
              <p:nvPr/>
            </p:nvSpPr>
            <p:spPr bwMode="auto">
              <a:xfrm>
                <a:off x="2791" y="25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2" name="Rectangle 1045">
                <a:extLst>
                  <a:ext uri="{FF2B5EF4-FFF2-40B4-BE49-F238E27FC236}">
                    <a16:creationId xmlns:a16="http://schemas.microsoft.com/office/drawing/2014/main" id="{063FB742-0E3C-D1FB-8BB4-2ED08D005A8F}"/>
                  </a:ext>
                </a:extLst>
              </p:cNvPr>
              <p:cNvSpPr>
                <a:spLocks noChangeArrowheads="1"/>
              </p:cNvSpPr>
              <p:nvPr/>
            </p:nvSpPr>
            <p:spPr bwMode="auto">
              <a:xfrm>
                <a:off x="3192"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3" name="Rectangle 1046">
                <a:extLst>
                  <a:ext uri="{FF2B5EF4-FFF2-40B4-BE49-F238E27FC236}">
                    <a16:creationId xmlns:a16="http://schemas.microsoft.com/office/drawing/2014/main" id="{7B9B6F22-A347-2ECB-0D28-9756617B7BDC}"/>
                  </a:ext>
                </a:extLst>
              </p:cNvPr>
              <p:cNvSpPr>
                <a:spLocks noChangeArrowheads="1"/>
              </p:cNvSpPr>
              <p:nvPr/>
            </p:nvSpPr>
            <p:spPr bwMode="auto">
              <a:xfrm>
                <a:off x="3198" y="25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4" name="Rectangle 1047">
                <a:extLst>
                  <a:ext uri="{FF2B5EF4-FFF2-40B4-BE49-F238E27FC236}">
                    <a16:creationId xmlns:a16="http://schemas.microsoft.com/office/drawing/2014/main" id="{7EA448AA-0BFA-D8B0-2B14-256FB312A4CF}"/>
                  </a:ext>
                </a:extLst>
              </p:cNvPr>
              <p:cNvSpPr>
                <a:spLocks noChangeArrowheads="1"/>
              </p:cNvSpPr>
              <p:nvPr/>
            </p:nvSpPr>
            <p:spPr bwMode="auto">
              <a:xfrm>
                <a:off x="3599"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5" name="Rectangle 1048">
                <a:extLst>
                  <a:ext uri="{FF2B5EF4-FFF2-40B4-BE49-F238E27FC236}">
                    <a16:creationId xmlns:a16="http://schemas.microsoft.com/office/drawing/2014/main" id="{9E99F5E6-2095-A1CB-3C76-77B3DC43D7F5}"/>
                  </a:ext>
                </a:extLst>
              </p:cNvPr>
              <p:cNvSpPr>
                <a:spLocks noChangeArrowheads="1"/>
              </p:cNvSpPr>
              <p:nvPr/>
            </p:nvSpPr>
            <p:spPr bwMode="auto">
              <a:xfrm>
                <a:off x="3605" y="2570"/>
                <a:ext cx="39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6" name="Rectangle 1049">
                <a:extLst>
                  <a:ext uri="{FF2B5EF4-FFF2-40B4-BE49-F238E27FC236}">
                    <a16:creationId xmlns:a16="http://schemas.microsoft.com/office/drawing/2014/main" id="{627DAA50-F041-F31D-8D43-6D89E1D9F2F9}"/>
                  </a:ext>
                </a:extLst>
              </p:cNvPr>
              <p:cNvSpPr>
                <a:spLocks noChangeArrowheads="1"/>
              </p:cNvSpPr>
              <p:nvPr/>
            </p:nvSpPr>
            <p:spPr bwMode="auto">
              <a:xfrm>
                <a:off x="4004"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7" name="Rectangle 1050">
                <a:extLst>
                  <a:ext uri="{FF2B5EF4-FFF2-40B4-BE49-F238E27FC236}">
                    <a16:creationId xmlns:a16="http://schemas.microsoft.com/office/drawing/2014/main" id="{CDBA2749-6DD5-9462-1990-A87EF41294A3}"/>
                  </a:ext>
                </a:extLst>
              </p:cNvPr>
              <p:cNvSpPr>
                <a:spLocks noChangeArrowheads="1"/>
              </p:cNvSpPr>
              <p:nvPr/>
            </p:nvSpPr>
            <p:spPr bwMode="auto">
              <a:xfrm>
                <a:off x="4010" y="25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8" name="Rectangle 1051">
                <a:extLst>
                  <a:ext uri="{FF2B5EF4-FFF2-40B4-BE49-F238E27FC236}">
                    <a16:creationId xmlns:a16="http://schemas.microsoft.com/office/drawing/2014/main" id="{A9184ED9-7430-8497-3D36-3F5689A49167}"/>
                  </a:ext>
                </a:extLst>
              </p:cNvPr>
              <p:cNvSpPr>
                <a:spLocks noChangeArrowheads="1"/>
              </p:cNvSpPr>
              <p:nvPr/>
            </p:nvSpPr>
            <p:spPr bwMode="auto">
              <a:xfrm>
                <a:off x="4411" y="25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9" name="Rectangle 1052">
                <a:extLst>
                  <a:ext uri="{FF2B5EF4-FFF2-40B4-BE49-F238E27FC236}">
                    <a16:creationId xmlns:a16="http://schemas.microsoft.com/office/drawing/2014/main" id="{B3D0CED1-07F3-2940-CD5F-8D2A564304A5}"/>
                  </a:ext>
                </a:extLst>
              </p:cNvPr>
              <p:cNvSpPr>
                <a:spLocks noChangeArrowheads="1"/>
              </p:cNvSpPr>
              <p:nvPr/>
            </p:nvSpPr>
            <p:spPr bwMode="auto">
              <a:xfrm>
                <a:off x="4417" y="25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0" name="Rectangle 1053">
                <a:extLst>
                  <a:ext uri="{FF2B5EF4-FFF2-40B4-BE49-F238E27FC236}">
                    <a16:creationId xmlns:a16="http://schemas.microsoft.com/office/drawing/2014/main" id="{6EF178CF-F02C-A663-2DE8-AE1B9E510367}"/>
                  </a:ext>
                </a:extLst>
              </p:cNvPr>
              <p:cNvSpPr>
                <a:spLocks noChangeArrowheads="1"/>
              </p:cNvSpPr>
              <p:nvPr/>
            </p:nvSpPr>
            <p:spPr bwMode="auto">
              <a:xfrm>
                <a:off x="4818"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1" name="Rectangle 1054">
                <a:extLst>
                  <a:ext uri="{FF2B5EF4-FFF2-40B4-BE49-F238E27FC236}">
                    <a16:creationId xmlns:a16="http://schemas.microsoft.com/office/drawing/2014/main" id="{50AC13A7-28C3-24FE-036C-1FF3E20B1779}"/>
                  </a:ext>
                </a:extLst>
              </p:cNvPr>
              <p:cNvSpPr>
                <a:spLocks noChangeArrowheads="1"/>
              </p:cNvSpPr>
              <p:nvPr/>
            </p:nvSpPr>
            <p:spPr bwMode="auto">
              <a:xfrm>
                <a:off x="4824" y="25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2" name="Rectangle 1055">
                <a:extLst>
                  <a:ext uri="{FF2B5EF4-FFF2-40B4-BE49-F238E27FC236}">
                    <a16:creationId xmlns:a16="http://schemas.microsoft.com/office/drawing/2014/main" id="{03973CC5-3E94-198A-0270-B98FCE1D3F66}"/>
                  </a:ext>
                </a:extLst>
              </p:cNvPr>
              <p:cNvSpPr>
                <a:spLocks noChangeArrowheads="1"/>
              </p:cNvSpPr>
              <p:nvPr/>
            </p:nvSpPr>
            <p:spPr bwMode="auto">
              <a:xfrm>
                <a:off x="5225" y="25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3" name="Rectangle 1056">
                <a:extLst>
                  <a:ext uri="{FF2B5EF4-FFF2-40B4-BE49-F238E27FC236}">
                    <a16:creationId xmlns:a16="http://schemas.microsoft.com/office/drawing/2014/main" id="{DD1B2B6D-779D-5AF7-0739-161AA188CDCB}"/>
                  </a:ext>
                </a:extLst>
              </p:cNvPr>
              <p:cNvSpPr>
                <a:spLocks noChangeArrowheads="1"/>
              </p:cNvSpPr>
              <p:nvPr/>
            </p:nvSpPr>
            <p:spPr bwMode="auto">
              <a:xfrm>
                <a:off x="346"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4" name="Rectangle 1057">
                <a:extLst>
                  <a:ext uri="{FF2B5EF4-FFF2-40B4-BE49-F238E27FC236}">
                    <a16:creationId xmlns:a16="http://schemas.microsoft.com/office/drawing/2014/main" id="{BAAD524C-4824-1F14-3A57-A33743B545E9}"/>
                  </a:ext>
                </a:extLst>
              </p:cNvPr>
              <p:cNvSpPr>
                <a:spLocks noChangeArrowheads="1"/>
              </p:cNvSpPr>
              <p:nvPr/>
            </p:nvSpPr>
            <p:spPr bwMode="auto">
              <a:xfrm>
                <a:off x="582"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5" name="Rectangle 1058">
                <a:extLst>
                  <a:ext uri="{FF2B5EF4-FFF2-40B4-BE49-F238E27FC236}">
                    <a16:creationId xmlns:a16="http://schemas.microsoft.com/office/drawing/2014/main" id="{7909D10A-7569-8504-9501-61993B650B9C}"/>
                  </a:ext>
                </a:extLst>
              </p:cNvPr>
              <p:cNvSpPr>
                <a:spLocks noChangeArrowheads="1"/>
              </p:cNvSpPr>
              <p:nvPr/>
            </p:nvSpPr>
            <p:spPr bwMode="auto">
              <a:xfrm>
                <a:off x="1157"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6" name="Rectangle 1059">
                <a:extLst>
                  <a:ext uri="{FF2B5EF4-FFF2-40B4-BE49-F238E27FC236}">
                    <a16:creationId xmlns:a16="http://schemas.microsoft.com/office/drawing/2014/main" id="{AE01833D-CB25-5D16-4387-354AE95374B8}"/>
                  </a:ext>
                </a:extLst>
              </p:cNvPr>
              <p:cNvSpPr>
                <a:spLocks noChangeArrowheads="1"/>
              </p:cNvSpPr>
              <p:nvPr/>
            </p:nvSpPr>
            <p:spPr bwMode="auto">
              <a:xfrm>
                <a:off x="1564"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7" name="Rectangle 1060">
                <a:extLst>
                  <a:ext uri="{FF2B5EF4-FFF2-40B4-BE49-F238E27FC236}">
                    <a16:creationId xmlns:a16="http://schemas.microsoft.com/office/drawing/2014/main" id="{665DB44F-4BA7-0312-354C-6F29A8142FB5}"/>
                  </a:ext>
                </a:extLst>
              </p:cNvPr>
              <p:cNvSpPr>
                <a:spLocks noChangeArrowheads="1"/>
              </p:cNvSpPr>
              <p:nvPr/>
            </p:nvSpPr>
            <p:spPr bwMode="auto">
              <a:xfrm>
                <a:off x="1987"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8" name="Rectangle 1061">
                <a:extLst>
                  <a:ext uri="{FF2B5EF4-FFF2-40B4-BE49-F238E27FC236}">
                    <a16:creationId xmlns:a16="http://schemas.microsoft.com/office/drawing/2014/main" id="{2D2B932D-306B-3EAE-3144-2C6273AB0C81}"/>
                  </a:ext>
                </a:extLst>
              </p:cNvPr>
              <p:cNvSpPr>
                <a:spLocks noChangeArrowheads="1"/>
              </p:cNvSpPr>
              <p:nvPr/>
            </p:nvSpPr>
            <p:spPr bwMode="auto">
              <a:xfrm>
                <a:off x="2378"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9" name="Rectangle 1062">
                <a:extLst>
                  <a:ext uri="{FF2B5EF4-FFF2-40B4-BE49-F238E27FC236}">
                    <a16:creationId xmlns:a16="http://schemas.microsoft.com/office/drawing/2014/main" id="{446AEC93-A71E-FED4-FB20-1FADB8F650C6}"/>
                  </a:ext>
                </a:extLst>
              </p:cNvPr>
              <p:cNvSpPr>
                <a:spLocks noChangeArrowheads="1"/>
              </p:cNvSpPr>
              <p:nvPr/>
            </p:nvSpPr>
            <p:spPr bwMode="auto">
              <a:xfrm>
                <a:off x="2785"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0" name="Rectangle 1063">
                <a:extLst>
                  <a:ext uri="{FF2B5EF4-FFF2-40B4-BE49-F238E27FC236}">
                    <a16:creationId xmlns:a16="http://schemas.microsoft.com/office/drawing/2014/main" id="{07514895-2B09-A638-2181-3A9DE22EB0EC}"/>
                  </a:ext>
                </a:extLst>
              </p:cNvPr>
              <p:cNvSpPr>
                <a:spLocks noChangeArrowheads="1"/>
              </p:cNvSpPr>
              <p:nvPr/>
            </p:nvSpPr>
            <p:spPr bwMode="auto">
              <a:xfrm>
                <a:off x="3192"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1" name="Rectangle 1064">
                <a:extLst>
                  <a:ext uri="{FF2B5EF4-FFF2-40B4-BE49-F238E27FC236}">
                    <a16:creationId xmlns:a16="http://schemas.microsoft.com/office/drawing/2014/main" id="{DE7E62FC-E3C9-143D-DC4B-6219DE673520}"/>
                  </a:ext>
                </a:extLst>
              </p:cNvPr>
              <p:cNvSpPr>
                <a:spLocks noChangeArrowheads="1"/>
              </p:cNvSpPr>
              <p:nvPr/>
            </p:nvSpPr>
            <p:spPr bwMode="auto">
              <a:xfrm>
                <a:off x="3599"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2" name="Rectangle 1065">
                <a:extLst>
                  <a:ext uri="{FF2B5EF4-FFF2-40B4-BE49-F238E27FC236}">
                    <a16:creationId xmlns:a16="http://schemas.microsoft.com/office/drawing/2014/main" id="{779C4280-3DA9-E705-4922-9960F9605EB2}"/>
                  </a:ext>
                </a:extLst>
              </p:cNvPr>
              <p:cNvSpPr>
                <a:spLocks noChangeArrowheads="1"/>
              </p:cNvSpPr>
              <p:nvPr/>
            </p:nvSpPr>
            <p:spPr bwMode="auto">
              <a:xfrm>
                <a:off x="4004"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3" name="Rectangle 1066">
                <a:extLst>
                  <a:ext uri="{FF2B5EF4-FFF2-40B4-BE49-F238E27FC236}">
                    <a16:creationId xmlns:a16="http://schemas.microsoft.com/office/drawing/2014/main" id="{3D0FBC8C-9D5F-57E3-2056-07925DD4D064}"/>
                  </a:ext>
                </a:extLst>
              </p:cNvPr>
              <p:cNvSpPr>
                <a:spLocks noChangeArrowheads="1"/>
              </p:cNvSpPr>
              <p:nvPr/>
            </p:nvSpPr>
            <p:spPr bwMode="auto">
              <a:xfrm>
                <a:off x="4411" y="257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4" name="Rectangle 1067">
                <a:extLst>
                  <a:ext uri="{FF2B5EF4-FFF2-40B4-BE49-F238E27FC236}">
                    <a16:creationId xmlns:a16="http://schemas.microsoft.com/office/drawing/2014/main" id="{ECBDD134-D623-1F98-FCA4-101670852180}"/>
                  </a:ext>
                </a:extLst>
              </p:cNvPr>
              <p:cNvSpPr>
                <a:spLocks noChangeArrowheads="1"/>
              </p:cNvSpPr>
              <p:nvPr/>
            </p:nvSpPr>
            <p:spPr bwMode="auto">
              <a:xfrm>
                <a:off x="4818"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5" name="Rectangle 1068">
                <a:extLst>
                  <a:ext uri="{FF2B5EF4-FFF2-40B4-BE49-F238E27FC236}">
                    <a16:creationId xmlns:a16="http://schemas.microsoft.com/office/drawing/2014/main" id="{764DAD2A-93D3-C944-3B69-9B945F65312A}"/>
                  </a:ext>
                </a:extLst>
              </p:cNvPr>
              <p:cNvSpPr>
                <a:spLocks noChangeArrowheads="1"/>
              </p:cNvSpPr>
              <p:nvPr/>
            </p:nvSpPr>
            <p:spPr bwMode="auto">
              <a:xfrm>
                <a:off x="5225" y="257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6" name="Rectangle 1069">
                <a:extLst>
                  <a:ext uri="{FF2B5EF4-FFF2-40B4-BE49-F238E27FC236}">
                    <a16:creationId xmlns:a16="http://schemas.microsoft.com/office/drawing/2014/main" id="{811FF372-A138-38F5-8666-EDE96701CDD6}"/>
                  </a:ext>
                </a:extLst>
              </p:cNvPr>
              <p:cNvSpPr>
                <a:spLocks noChangeArrowheads="1"/>
              </p:cNvSpPr>
              <p:nvPr/>
            </p:nvSpPr>
            <p:spPr bwMode="auto">
              <a:xfrm>
                <a:off x="392" y="2576"/>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6</a:t>
                </a:r>
              </a:p>
            </p:txBody>
          </p:sp>
          <p:sp>
            <p:nvSpPr>
              <p:cNvPr id="367" name="Rectangle 1070">
                <a:extLst>
                  <a:ext uri="{FF2B5EF4-FFF2-40B4-BE49-F238E27FC236}">
                    <a16:creationId xmlns:a16="http://schemas.microsoft.com/office/drawing/2014/main" id="{10522994-DA8A-E91B-6CA6-1D74FDAAB11E}"/>
                  </a:ext>
                </a:extLst>
              </p:cNvPr>
              <p:cNvSpPr>
                <a:spLocks noChangeArrowheads="1"/>
              </p:cNvSpPr>
              <p:nvPr/>
            </p:nvSpPr>
            <p:spPr bwMode="auto">
              <a:xfrm>
                <a:off x="708" y="2576"/>
                <a:ext cx="31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330003</a:t>
                </a:r>
              </a:p>
            </p:txBody>
          </p:sp>
          <p:sp>
            <p:nvSpPr>
              <p:cNvPr id="368" name="Rectangle 1071">
                <a:extLst>
                  <a:ext uri="{FF2B5EF4-FFF2-40B4-BE49-F238E27FC236}">
                    <a16:creationId xmlns:a16="http://schemas.microsoft.com/office/drawing/2014/main" id="{193F0350-497A-2374-D8E3-7DFC5A9909BB}"/>
                  </a:ext>
                </a:extLst>
              </p:cNvPr>
              <p:cNvSpPr>
                <a:spLocks noChangeArrowheads="1"/>
              </p:cNvSpPr>
              <p:nvPr/>
            </p:nvSpPr>
            <p:spPr bwMode="auto">
              <a:xfrm>
                <a:off x="1272" y="2576"/>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24</a:t>
                </a:r>
              </a:p>
            </p:txBody>
          </p:sp>
          <p:sp>
            <p:nvSpPr>
              <p:cNvPr id="369" name="Rectangle 1072">
                <a:extLst>
                  <a:ext uri="{FF2B5EF4-FFF2-40B4-BE49-F238E27FC236}">
                    <a16:creationId xmlns:a16="http://schemas.microsoft.com/office/drawing/2014/main" id="{51509AA8-45E4-60E0-847E-4C6D95D4EBB7}"/>
                  </a:ext>
                </a:extLst>
              </p:cNvPr>
              <p:cNvSpPr>
                <a:spLocks noChangeArrowheads="1"/>
              </p:cNvSpPr>
              <p:nvPr/>
            </p:nvSpPr>
            <p:spPr bwMode="auto">
              <a:xfrm>
                <a:off x="1704" y="2576"/>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a:t>
                </a:r>
              </a:p>
            </p:txBody>
          </p:sp>
          <p:sp>
            <p:nvSpPr>
              <p:cNvPr id="370" name="Rectangle 1073">
                <a:extLst>
                  <a:ext uri="{FF2B5EF4-FFF2-40B4-BE49-F238E27FC236}">
                    <a16:creationId xmlns:a16="http://schemas.microsoft.com/office/drawing/2014/main" id="{32977700-0238-98CC-F7AB-80343B9D5FD4}"/>
                  </a:ext>
                </a:extLst>
              </p:cNvPr>
              <p:cNvSpPr>
                <a:spLocks noChangeArrowheads="1"/>
              </p:cNvSpPr>
              <p:nvPr/>
            </p:nvSpPr>
            <p:spPr bwMode="auto">
              <a:xfrm>
                <a:off x="2079" y="255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71" name="Rectangle 1074">
                <a:extLst>
                  <a:ext uri="{FF2B5EF4-FFF2-40B4-BE49-F238E27FC236}">
                    <a16:creationId xmlns:a16="http://schemas.microsoft.com/office/drawing/2014/main" id="{25753BCB-8756-3736-BE2C-CA2A33693850}"/>
                  </a:ext>
                </a:extLst>
              </p:cNvPr>
              <p:cNvSpPr>
                <a:spLocks noChangeArrowheads="1"/>
              </p:cNvSpPr>
              <p:nvPr/>
            </p:nvSpPr>
            <p:spPr bwMode="auto">
              <a:xfrm>
                <a:off x="2883" y="255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72" name="Rectangle 1075">
                <a:extLst>
                  <a:ext uri="{FF2B5EF4-FFF2-40B4-BE49-F238E27FC236}">
                    <a16:creationId xmlns:a16="http://schemas.microsoft.com/office/drawing/2014/main" id="{3120E6D8-AB0A-1D7E-D397-08401CFC2381}"/>
                  </a:ext>
                </a:extLst>
              </p:cNvPr>
              <p:cNvSpPr>
                <a:spLocks noChangeArrowheads="1"/>
              </p:cNvSpPr>
              <p:nvPr/>
            </p:nvSpPr>
            <p:spPr bwMode="auto">
              <a:xfrm>
                <a:off x="3289" y="255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373" name="Rectangle 1076">
                <a:extLst>
                  <a:ext uri="{FF2B5EF4-FFF2-40B4-BE49-F238E27FC236}">
                    <a16:creationId xmlns:a16="http://schemas.microsoft.com/office/drawing/2014/main" id="{176B81AC-A69F-F18E-8388-B1BF7BE81082}"/>
                  </a:ext>
                </a:extLst>
              </p:cNvPr>
              <p:cNvSpPr>
                <a:spLocks noChangeArrowheads="1"/>
              </p:cNvSpPr>
              <p:nvPr/>
            </p:nvSpPr>
            <p:spPr bwMode="auto">
              <a:xfrm>
                <a:off x="3696" y="255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74" name="Rectangle 1077">
                <a:extLst>
                  <a:ext uri="{FF2B5EF4-FFF2-40B4-BE49-F238E27FC236}">
                    <a16:creationId xmlns:a16="http://schemas.microsoft.com/office/drawing/2014/main" id="{B794DE3D-80C4-A111-24C0-112254B86079}"/>
                  </a:ext>
                </a:extLst>
              </p:cNvPr>
              <p:cNvSpPr>
                <a:spLocks noChangeArrowheads="1"/>
              </p:cNvSpPr>
              <p:nvPr/>
            </p:nvSpPr>
            <p:spPr bwMode="auto">
              <a:xfrm>
                <a:off x="4511" y="255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75" name="Rectangle 1078">
                <a:extLst>
                  <a:ext uri="{FF2B5EF4-FFF2-40B4-BE49-F238E27FC236}">
                    <a16:creationId xmlns:a16="http://schemas.microsoft.com/office/drawing/2014/main" id="{0318272A-DB4F-82CC-78AC-02353477552F}"/>
                  </a:ext>
                </a:extLst>
              </p:cNvPr>
              <p:cNvSpPr>
                <a:spLocks noChangeArrowheads="1"/>
              </p:cNvSpPr>
              <p:nvPr/>
            </p:nvSpPr>
            <p:spPr bwMode="auto">
              <a:xfrm>
                <a:off x="4918" y="2553"/>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376" name="Rectangle 1079">
                <a:extLst>
                  <a:ext uri="{FF2B5EF4-FFF2-40B4-BE49-F238E27FC236}">
                    <a16:creationId xmlns:a16="http://schemas.microsoft.com/office/drawing/2014/main" id="{7EB9FA5A-7BBF-4EEB-D85A-1D8246BB841E}"/>
                  </a:ext>
                </a:extLst>
              </p:cNvPr>
              <p:cNvSpPr>
                <a:spLocks noChangeArrowheads="1"/>
              </p:cNvSpPr>
              <p:nvPr/>
            </p:nvSpPr>
            <p:spPr bwMode="auto">
              <a:xfrm>
                <a:off x="346"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7" name="Rectangle 1080">
                <a:extLst>
                  <a:ext uri="{FF2B5EF4-FFF2-40B4-BE49-F238E27FC236}">
                    <a16:creationId xmlns:a16="http://schemas.microsoft.com/office/drawing/2014/main" id="{2C2FC604-D031-9CFB-6D1D-1352CF56FF51}"/>
                  </a:ext>
                </a:extLst>
              </p:cNvPr>
              <p:cNvSpPr>
                <a:spLocks noChangeArrowheads="1"/>
              </p:cNvSpPr>
              <p:nvPr/>
            </p:nvSpPr>
            <p:spPr bwMode="auto">
              <a:xfrm>
                <a:off x="351" y="2720"/>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8" name="Rectangle 1081">
                <a:extLst>
                  <a:ext uri="{FF2B5EF4-FFF2-40B4-BE49-F238E27FC236}">
                    <a16:creationId xmlns:a16="http://schemas.microsoft.com/office/drawing/2014/main" id="{A3C77DD7-948D-F86F-33AD-3991F7D86793}"/>
                  </a:ext>
                </a:extLst>
              </p:cNvPr>
              <p:cNvSpPr>
                <a:spLocks noChangeArrowheads="1"/>
              </p:cNvSpPr>
              <p:nvPr/>
            </p:nvSpPr>
            <p:spPr bwMode="auto">
              <a:xfrm>
                <a:off x="582"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9" name="Rectangle 1082">
                <a:extLst>
                  <a:ext uri="{FF2B5EF4-FFF2-40B4-BE49-F238E27FC236}">
                    <a16:creationId xmlns:a16="http://schemas.microsoft.com/office/drawing/2014/main" id="{7155695C-BFD5-CC88-990D-EED9121C4DBD}"/>
                  </a:ext>
                </a:extLst>
              </p:cNvPr>
              <p:cNvSpPr>
                <a:spLocks noChangeArrowheads="1"/>
              </p:cNvSpPr>
              <p:nvPr/>
            </p:nvSpPr>
            <p:spPr bwMode="auto">
              <a:xfrm>
                <a:off x="587" y="2720"/>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0" name="Rectangle 1083">
                <a:extLst>
                  <a:ext uri="{FF2B5EF4-FFF2-40B4-BE49-F238E27FC236}">
                    <a16:creationId xmlns:a16="http://schemas.microsoft.com/office/drawing/2014/main" id="{917470AC-48C7-BB4D-7477-5E8D7FEAD2BA}"/>
                  </a:ext>
                </a:extLst>
              </p:cNvPr>
              <p:cNvSpPr>
                <a:spLocks noChangeArrowheads="1"/>
              </p:cNvSpPr>
              <p:nvPr/>
            </p:nvSpPr>
            <p:spPr bwMode="auto">
              <a:xfrm>
                <a:off x="1157"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1" name="Rectangle 1084">
                <a:extLst>
                  <a:ext uri="{FF2B5EF4-FFF2-40B4-BE49-F238E27FC236}">
                    <a16:creationId xmlns:a16="http://schemas.microsoft.com/office/drawing/2014/main" id="{F42E145A-FFBF-242B-1C01-BC982BDEA3FD}"/>
                  </a:ext>
                </a:extLst>
              </p:cNvPr>
              <p:cNvSpPr>
                <a:spLocks noChangeArrowheads="1"/>
              </p:cNvSpPr>
              <p:nvPr/>
            </p:nvSpPr>
            <p:spPr bwMode="auto">
              <a:xfrm>
                <a:off x="1163" y="2720"/>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2" name="Rectangle 1085">
                <a:extLst>
                  <a:ext uri="{FF2B5EF4-FFF2-40B4-BE49-F238E27FC236}">
                    <a16:creationId xmlns:a16="http://schemas.microsoft.com/office/drawing/2014/main" id="{6F63CDC1-A304-B5F9-6747-BEF2A04165B5}"/>
                  </a:ext>
                </a:extLst>
              </p:cNvPr>
              <p:cNvSpPr>
                <a:spLocks noChangeArrowheads="1"/>
              </p:cNvSpPr>
              <p:nvPr/>
            </p:nvSpPr>
            <p:spPr bwMode="auto">
              <a:xfrm>
                <a:off x="1564"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3" name="Rectangle 1086">
                <a:extLst>
                  <a:ext uri="{FF2B5EF4-FFF2-40B4-BE49-F238E27FC236}">
                    <a16:creationId xmlns:a16="http://schemas.microsoft.com/office/drawing/2014/main" id="{041E21E6-9CCA-F861-FD34-2B023E379367}"/>
                  </a:ext>
                </a:extLst>
              </p:cNvPr>
              <p:cNvSpPr>
                <a:spLocks noChangeArrowheads="1"/>
              </p:cNvSpPr>
              <p:nvPr/>
            </p:nvSpPr>
            <p:spPr bwMode="auto">
              <a:xfrm>
                <a:off x="1570" y="2720"/>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4" name="Rectangle 1087">
                <a:extLst>
                  <a:ext uri="{FF2B5EF4-FFF2-40B4-BE49-F238E27FC236}">
                    <a16:creationId xmlns:a16="http://schemas.microsoft.com/office/drawing/2014/main" id="{B94DB2ED-105F-89C2-5D13-737D62EB322B}"/>
                  </a:ext>
                </a:extLst>
              </p:cNvPr>
              <p:cNvSpPr>
                <a:spLocks noChangeArrowheads="1"/>
              </p:cNvSpPr>
              <p:nvPr/>
            </p:nvSpPr>
            <p:spPr bwMode="auto">
              <a:xfrm>
                <a:off x="1987"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5" name="Rectangle 1088">
                <a:extLst>
                  <a:ext uri="{FF2B5EF4-FFF2-40B4-BE49-F238E27FC236}">
                    <a16:creationId xmlns:a16="http://schemas.microsoft.com/office/drawing/2014/main" id="{037F81C4-1A4B-765E-51DB-2625D80BEED7}"/>
                  </a:ext>
                </a:extLst>
              </p:cNvPr>
              <p:cNvSpPr>
                <a:spLocks noChangeArrowheads="1"/>
              </p:cNvSpPr>
              <p:nvPr/>
            </p:nvSpPr>
            <p:spPr bwMode="auto">
              <a:xfrm>
                <a:off x="1993" y="2720"/>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6" name="Rectangle 1089">
                <a:extLst>
                  <a:ext uri="{FF2B5EF4-FFF2-40B4-BE49-F238E27FC236}">
                    <a16:creationId xmlns:a16="http://schemas.microsoft.com/office/drawing/2014/main" id="{DFF40DE3-971B-D503-CE77-978695C1D145}"/>
                  </a:ext>
                </a:extLst>
              </p:cNvPr>
              <p:cNvSpPr>
                <a:spLocks noChangeArrowheads="1"/>
              </p:cNvSpPr>
              <p:nvPr/>
            </p:nvSpPr>
            <p:spPr bwMode="auto">
              <a:xfrm>
                <a:off x="2378"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7" name="Rectangle 1090">
                <a:extLst>
                  <a:ext uri="{FF2B5EF4-FFF2-40B4-BE49-F238E27FC236}">
                    <a16:creationId xmlns:a16="http://schemas.microsoft.com/office/drawing/2014/main" id="{A3038FCB-921F-9208-8BE5-7CA82C9DA06E}"/>
                  </a:ext>
                </a:extLst>
              </p:cNvPr>
              <p:cNvSpPr>
                <a:spLocks noChangeArrowheads="1"/>
              </p:cNvSpPr>
              <p:nvPr/>
            </p:nvSpPr>
            <p:spPr bwMode="auto">
              <a:xfrm>
                <a:off x="2384" y="2720"/>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8" name="Rectangle 1091">
                <a:extLst>
                  <a:ext uri="{FF2B5EF4-FFF2-40B4-BE49-F238E27FC236}">
                    <a16:creationId xmlns:a16="http://schemas.microsoft.com/office/drawing/2014/main" id="{534FCF20-5F78-52EA-0648-11EE1D187C52}"/>
                  </a:ext>
                </a:extLst>
              </p:cNvPr>
              <p:cNvSpPr>
                <a:spLocks noChangeArrowheads="1"/>
              </p:cNvSpPr>
              <p:nvPr/>
            </p:nvSpPr>
            <p:spPr bwMode="auto">
              <a:xfrm>
                <a:off x="2785"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9" name="Rectangle 1092">
                <a:extLst>
                  <a:ext uri="{FF2B5EF4-FFF2-40B4-BE49-F238E27FC236}">
                    <a16:creationId xmlns:a16="http://schemas.microsoft.com/office/drawing/2014/main" id="{854B81B5-B029-D2BB-DEC4-243DB81B10E5}"/>
                  </a:ext>
                </a:extLst>
              </p:cNvPr>
              <p:cNvSpPr>
                <a:spLocks noChangeArrowheads="1"/>
              </p:cNvSpPr>
              <p:nvPr/>
            </p:nvSpPr>
            <p:spPr bwMode="auto">
              <a:xfrm>
                <a:off x="2791" y="2720"/>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0" name="Rectangle 1093">
                <a:extLst>
                  <a:ext uri="{FF2B5EF4-FFF2-40B4-BE49-F238E27FC236}">
                    <a16:creationId xmlns:a16="http://schemas.microsoft.com/office/drawing/2014/main" id="{7AE37493-7B8A-2D6D-13AE-79C6D315E491}"/>
                  </a:ext>
                </a:extLst>
              </p:cNvPr>
              <p:cNvSpPr>
                <a:spLocks noChangeArrowheads="1"/>
              </p:cNvSpPr>
              <p:nvPr/>
            </p:nvSpPr>
            <p:spPr bwMode="auto">
              <a:xfrm>
                <a:off x="3192"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1" name="Rectangle 1094">
                <a:extLst>
                  <a:ext uri="{FF2B5EF4-FFF2-40B4-BE49-F238E27FC236}">
                    <a16:creationId xmlns:a16="http://schemas.microsoft.com/office/drawing/2014/main" id="{3EB646D8-7733-7C0E-CA1E-8550B5DD1643}"/>
                  </a:ext>
                </a:extLst>
              </p:cNvPr>
              <p:cNvSpPr>
                <a:spLocks noChangeArrowheads="1"/>
              </p:cNvSpPr>
              <p:nvPr/>
            </p:nvSpPr>
            <p:spPr bwMode="auto">
              <a:xfrm>
                <a:off x="3198" y="2720"/>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2" name="Rectangle 1095">
                <a:extLst>
                  <a:ext uri="{FF2B5EF4-FFF2-40B4-BE49-F238E27FC236}">
                    <a16:creationId xmlns:a16="http://schemas.microsoft.com/office/drawing/2014/main" id="{27F643AA-3CFB-07AF-4922-D70EFD5C9D18}"/>
                  </a:ext>
                </a:extLst>
              </p:cNvPr>
              <p:cNvSpPr>
                <a:spLocks noChangeArrowheads="1"/>
              </p:cNvSpPr>
              <p:nvPr/>
            </p:nvSpPr>
            <p:spPr bwMode="auto">
              <a:xfrm>
                <a:off x="3599"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3" name="Rectangle 1096">
                <a:extLst>
                  <a:ext uri="{FF2B5EF4-FFF2-40B4-BE49-F238E27FC236}">
                    <a16:creationId xmlns:a16="http://schemas.microsoft.com/office/drawing/2014/main" id="{DE439963-A3BE-FEA9-77F4-5F3AB449A102}"/>
                  </a:ext>
                </a:extLst>
              </p:cNvPr>
              <p:cNvSpPr>
                <a:spLocks noChangeArrowheads="1"/>
              </p:cNvSpPr>
              <p:nvPr/>
            </p:nvSpPr>
            <p:spPr bwMode="auto">
              <a:xfrm>
                <a:off x="3605" y="2720"/>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4" name="Rectangle 1097">
                <a:extLst>
                  <a:ext uri="{FF2B5EF4-FFF2-40B4-BE49-F238E27FC236}">
                    <a16:creationId xmlns:a16="http://schemas.microsoft.com/office/drawing/2014/main" id="{9B4B8BF0-959A-AB46-EC04-B596382B1817}"/>
                  </a:ext>
                </a:extLst>
              </p:cNvPr>
              <p:cNvSpPr>
                <a:spLocks noChangeArrowheads="1"/>
              </p:cNvSpPr>
              <p:nvPr/>
            </p:nvSpPr>
            <p:spPr bwMode="auto">
              <a:xfrm>
                <a:off x="4004"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5" name="Rectangle 1098">
                <a:extLst>
                  <a:ext uri="{FF2B5EF4-FFF2-40B4-BE49-F238E27FC236}">
                    <a16:creationId xmlns:a16="http://schemas.microsoft.com/office/drawing/2014/main" id="{B6FF8A2D-63B6-222D-0957-3018900B54C4}"/>
                  </a:ext>
                </a:extLst>
              </p:cNvPr>
              <p:cNvSpPr>
                <a:spLocks noChangeArrowheads="1"/>
              </p:cNvSpPr>
              <p:nvPr/>
            </p:nvSpPr>
            <p:spPr bwMode="auto">
              <a:xfrm>
                <a:off x="4010" y="2720"/>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6" name="Rectangle 1099">
                <a:extLst>
                  <a:ext uri="{FF2B5EF4-FFF2-40B4-BE49-F238E27FC236}">
                    <a16:creationId xmlns:a16="http://schemas.microsoft.com/office/drawing/2014/main" id="{21371B38-6D6D-6D26-4EF7-9D5EA356F33C}"/>
                  </a:ext>
                </a:extLst>
              </p:cNvPr>
              <p:cNvSpPr>
                <a:spLocks noChangeArrowheads="1"/>
              </p:cNvSpPr>
              <p:nvPr/>
            </p:nvSpPr>
            <p:spPr bwMode="auto">
              <a:xfrm>
                <a:off x="4411" y="2720"/>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7" name="Rectangle 1100">
                <a:extLst>
                  <a:ext uri="{FF2B5EF4-FFF2-40B4-BE49-F238E27FC236}">
                    <a16:creationId xmlns:a16="http://schemas.microsoft.com/office/drawing/2014/main" id="{667BED0F-4924-5E88-F1A2-A689E48367EB}"/>
                  </a:ext>
                </a:extLst>
              </p:cNvPr>
              <p:cNvSpPr>
                <a:spLocks noChangeArrowheads="1"/>
              </p:cNvSpPr>
              <p:nvPr/>
            </p:nvSpPr>
            <p:spPr bwMode="auto">
              <a:xfrm>
                <a:off x="4417" y="2720"/>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8" name="Rectangle 1101">
                <a:extLst>
                  <a:ext uri="{FF2B5EF4-FFF2-40B4-BE49-F238E27FC236}">
                    <a16:creationId xmlns:a16="http://schemas.microsoft.com/office/drawing/2014/main" id="{30482944-7DA4-349B-5C94-6E1E3B5DDB49}"/>
                  </a:ext>
                </a:extLst>
              </p:cNvPr>
              <p:cNvSpPr>
                <a:spLocks noChangeArrowheads="1"/>
              </p:cNvSpPr>
              <p:nvPr/>
            </p:nvSpPr>
            <p:spPr bwMode="auto">
              <a:xfrm>
                <a:off x="4818"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9" name="Rectangle 1102">
                <a:extLst>
                  <a:ext uri="{FF2B5EF4-FFF2-40B4-BE49-F238E27FC236}">
                    <a16:creationId xmlns:a16="http://schemas.microsoft.com/office/drawing/2014/main" id="{53EDDD87-D004-3DFC-7240-730575B9C57E}"/>
                  </a:ext>
                </a:extLst>
              </p:cNvPr>
              <p:cNvSpPr>
                <a:spLocks noChangeArrowheads="1"/>
              </p:cNvSpPr>
              <p:nvPr/>
            </p:nvSpPr>
            <p:spPr bwMode="auto">
              <a:xfrm>
                <a:off x="4824" y="2720"/>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0" name="Rectangle 1103">
                <a:extLst>
                  <a:ext uri="{FF2B5EF4-FFF2-40B4-BE49-F238E27FC236}">
                    <a16:creationId xmlns:a16="http://schemas.microsoft.com/office/drawing/2014/main" id="{B0EA2F89-8D23-DA87-B1C5-C5ED9B557EA7}"/>
                  </a:ext>
                </a:extLst>
              </p:cNvPr>
              <p:cNvSpPr>
                <a:spLocks noChangeArrowheads="1"/>
              </p:cNvSpPr>
              <p:nvPr/>
            </p:nvSpPr>
            <p:spPr bwMode="auto">
              <a:xfrm>
                <a:off x="5225" y="2720"/>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1" name="Rectangle 1104">
                <a:extLst>
                  <a:ext uri="{FF2B5EF4-FFF2-40B4-BE49-F238E27FC236}">
                    <a16:creationId xmlns:a16="http://schemas.microsoft.com/office/drawing/2014/main" id="{5B079685-F5E7-AC54-2AF1-B6A99BF72E35}"/>
                  </a:ext>
                </a:extLst>
              </p:cNvPr>
              <p:cNvSpPr>
                <a:spLocks noChangeArrowheads="1"/>
              </p:cNvSpPr>
              <p:nvPr/>
            </p:nvSpPr>
            <p:spPr bwMode="auto">
              <a:xfrm>
                <a:off x="346"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2" name="Rectangle 1105">
                <a:extLst>
                  <a:ext uri="{FF2B5EF4-FFF2-40B4-BE49-F238E27FC236}">
                    <a16:creationId xmlns:a16="http://schemas.microsoft.com/office/drawing/2014/main" id="{B1993483-C796-808F-ECA2-D606457C28A0}"/>
                  </a:ext>
                </a:extLst>
              </p:cNvPr>
              <p:cNvSpPr>
                <a:spLocks noChangeArrowheads="1"/>
              </p:cNvSpPr>
              <p:nvPr/>
            </p:nvSpPr>
            <p:spPr bwMode="auto">
              <a:xfrm>
                <a:off x="582"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3" name="Rectangle 1106">
                <a:extLst>
                  <a:ext uri="{FF2B5EF4-FFF2-40B4-BE49-F238E27FC236}">
                    <a16:creationId xmlns:a16="http://schemas.microsoft.com/office/drawing/2014/main" id="{740FDEE7-7497-AB0C-182C-26E8F6917321}"/>
                  </a:ext>
                </a:extLst>
              </p:cNvPr>
              <p:cNvSpPr>
                <a:spLocks noChangeArrowheads="1"/>
              </p:cNvSpPr>
              <p:nvPr/>
            </p:nvSpPr>
            <p:spPr bwMode="auto">
              <a:xfrm>
                <a:off x="1157"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4" name="Rectangle 1107">
                <a:extLst>
                  <a:ext uri="{FF2B5EF4-FFF2-40B4-BE49-F238E27FC236}">
                    <a16:creationId xmlns:a16="http://schemas.microsoft.com/office/drawing/2014/main" id="{22E4BC9B-E3C5-E4E5-3AD8-B1079E85BB20}"/>
                  </a:ext>
                </a:extLst>
              </p:cNvPr>
              <p:cNvSpPr>
                <a:spLocks noChangeArrowheads="1"/>
              </p:cNvSpPr>
              <p:nvPr/>
            </p:nvSpPr>
            <p:spPr bwMode="auto">
              <a:xfrm>
                <a:off x="1564"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5" name="Rectangle 1108">
                <a:extLst>
                  <a:ext uri="{FF2B5EF4-FFF2-40B4-BE49-F238E27FC236}">
                    <a16:creationId xmlns:a16="http://schemas.microsoft.com/office/drawing/2014/main" id="{FC83E950-0A2B-3A50-6B84-57BCB636DDE3}"/>
                  </a:ext>
                </a:extLst>
              </p:cNvPr>
              <p:cNvSpPr>
                <a:spLocks noChangeArrowheads="1"/>
              </p:cNvSpPr>
              <p:nvPr/>
            </p:nvSpPr>
            <p:spPr bwMode="auto">
              <a:xfrm>
                <a:off x="1987"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6" name="Rectangle 1109">
                <a:extLst>
                  <a:ext uri="{FF2B5EF4-FFF2-40B4-BE49-F238E27FC236}">
                    <a16:creationId xmlns:a16="http://schemas.microsoft.com/office/drawing/2014/main" id="{9A1203F7-0117-E9AF-9F71-A1C7240DC45E}"/>
                  </a:ext>
                </a:extLst>
              </p:cNvPr>
              <p:cNvSpPr>
                <a:spLocks noChangeArrowheads="1"/>
              </p:cNvSpPr>
              <p:nvPr/>
            </p:nvSpPr>
            <p:spPr bwMode="auto">
              <a:xfrm>
                <a:off x="2378"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7" name="Rectangle 1110">
                <a:extLst>
                  <a:ext uri="{FF2B5EF4-FFF2-40B4-BE49-F238E27FC236}">
                    <a16:creationId xmlns:a16="http://schemas.microsoft.com/office/drawing/2014/main" id="{71CB04F6-CD93-3D1A-EF36-67C4476CD642}"/>
                  </a:ext>
                </a:extLst>
              </p:cNvPr>
              <p:cNvSpPr>
                <a:spLocks noChangeArrowheads="1"/>
              </p:cNvSpPr>
              <p:nvPr/>
            </p:nvSpPr>
            <p:spPr bwMode="auto">
              <a:xfrm>
                <a:off x="2785"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8" name="Rectangle 1111">
                <a:extLst>
                  <a:ext uri="{FF2B5EF4-FFF2-40B4-BE49-F238E27FC236}">
                    <a16:creationId xmlns:a16="http://schemas.microsoft.com/office/drawing/2014/main" id="{3C665EDC-4101-86B2-1539-D7ACE31F690D}"/>
                  </a:ext>
                </a:extLst>
              </p:cNvPr>
              <p:cNvSpPr>
                <a:spLocks noChangeArrowheads="1"/>
              </p:cNvSpPr>
              <p:nvPr/>
            </p:nvSpPr>
            <p:spPr bwMode="auto">
              <a:xfrm>
                <a:off x="3192"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9" name="Rectangle 1112">
                <a:extLst>
                  <a:ext uri="{FF2B5EF4-FFF2-40B4-BE49-F238E27FC236}">
                    <a16:creationId xmlns:a16="http://schemas.microsoft.com/office/drawing/2014/main" id="{7FC10E13-4A08-047C-9853-325446ECDE90}"/>
                  </a:ext>
                </a:extLst>
              </p:cNvPr>
              <p:cNvSpPr>
                <a:spLocks noChangeArrowheads="1"/>
              </p:cNvSpPr>
              <p:nvPr/>
            </p:nvSpPr>
            <p:spPr bwMode="auto">
              <a:xfrm>
                <a:off x="3599"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0" name="Rectangle 1113">
                <a:extLst>
                  <a:ext uri="{FF2B5EF4-FFF2-40B4-BE49-F238E27FC236}">
                    <a16:creationId xmlns:a16="http://schemas.microsoft.com/office/drawing/2014/main" id="{1C714517-8361-BCCE-3111-370EE53D2304}"/>
                  </a:ext>
                </a:extLst>
              </p:cNvPr>
              <p:cNvSpPr>
                <a:spLocks noChangeArrowheads="1"/>
              </p:cNvSpPr>
              <p:nvPr/>
            </p:nvSpPr>
            <p:spPr bwMode="auto">
              <a:xfrm>
                <a:off x="4004"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1" name="Rectangle 1114">
                <a:extLst>
                  <a:ext uri="{FF2B5EF4-FFF2-40B4-BE49-F238E27FC236}">
                    <a16:creationId xmlns:a16="http://schemas.microsoft.com/office/drawing/2014/main" id="{88C05D1B-7686-288F-44CB-3AB61BEDCA3C}"/>
                  </a:ext>
                </a:extLst>
              </p:cNvPr>
              <p:cNvSpPr>
                <a:spLocks noChangeArrowheads="1"/>
              </p:cNvSpPr>
              <p:nvPr/>
            </p:nvSpPr>
            <p:spPr bwMode="auto">
              <a:xfrm>
                <a:off x="4411" y="2726"/>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2" name="Rectangle 1115">
                <a:extLst>
                  <a:ext uri="{FF2B5EF4-FFF2-40B4-BE49-F238E27FC236}">
                    <a16:creationId xmlns:a16="http://schemas.microsoft.com/office/drawing/2014/main" id="{F7CDA47E-D0DC-6461-03EE-917A8EB65B8B}"/>
                  </a:ext>
                </a:extLst>
              </p:cNvPr>
              <p:cNvSpPr>
                <a:spLocks noChangeArrowheads="1"/>
              </p:cNvSpPr>
              <p:nvPr/>
            </p:nvSpPr>
            <p:spPr bwMode="auto">
              <a:xfrm>
                <a:off x="4818"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3" name="Rectangle 1116">
                <a:extLst>
                  <a:ext uri="{FF2B5EF4-FFF2-40B4-BE49-F238E27FC236}">
                    <a16:creationId xmlns:a16="http://schemas.microsoft.com/office/drawing/2014/main" id="{B02B7492-887E-5CB5-AE5C-53949C08508B}"/>
                  </a:ext>
                </a:extLst>
              </p:cNvPr>
              <p:cNvSpPr>
                <a:spLocks noChangeArrowheads="1"/>
              </p:cNvSpPr>
              <p:nvPr/>
            </p:nvSpPr>
            <p:spPr bwMode="auto">
              <a:xfrm>
                <a:off x="5225" y="2726"/>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4" name="Rectangle 1117">
                <a:extLst>
                  <a:ext uri="{FF2B5EF4-FFF2-40B4-BE49-F238E27FC236}">
                    <a16:creationId xmlns:a16="http://schemas.microsoft.com/office/drawing/2014/main" id="{55A12F06-DB2A-1810-8A81-2AC7066FDED6}"/>
                  </a:ext>
                </a:extLst>
              </p:cNvPr>
              <p:cNvSpPr>
                <a:spLocks noChangeArrowheads="1"/>
              </p:cNvSpPr>
              <p:nvPr/>
            </p:nvSpPr>
            <p:spPr bwMode="auto">
              <a:xfrm>
                <a:off x="392" y="2726"/>
                <a:ext cx="14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7</a:t>
                </a:r>
              </a:p>
            </p:txBody>
          </p:sp>
          <p:sp>
            <p:nvSpPr>
              <p:cNvPr id="415" name="Rectangle 1118">
                <a:extLst>
                  <a:ext uri="{FF2B5EF4-FFF2-40B4-BE49-F238E27FC236}">
                    <a16:creationId xmlns:a16="http://schemas.microsoft.com/office/drawing/2014/main" id="{904DBE16-135C-02FC-44FB-F86673C63A25}"/>
                  </a:ext>
                </a:extLst>
              </p:cNvPr>
              <p:cNvSpPr>
                <a:spLocks noChangeArrowheads="1"/>
              </p:cNvSpPr>
              <p:nvPr/>
            </p:nvSpPr>
            <p:spPr bwMode="auto">
              <a:xfrm>
                <a:off x="708" y="2726"/>
                <a:ext cx="313"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330030</a:t>
                </a:r>
              </a:p>
            </p:txBody>
          </p:sp>
          <p:sp>
            <p:nvSpPr>
              <p:cNvPr id="416" name="Rectangle 1119">
                <a:extLst>
                  <a:ext uri="{FF2B5EF4-FFF2-40B4-BE49-F238E27FC236}">
                    <a16:creationId xmlns:a16="http://schemas.microsoft.com/office/drawing/2014/main" id="{4D9A2D3E-72BA-97AF-2513-7EACCD674DDB}"/>
                  </a:ext>
                </a:extLst>
              </p:cNvPr>
              <p:cNvSpPr>
                <a:spLocks noChangeArrowheads="1"/>
              </p:cNvSpPr>
              <p:nvPr/>
            </p:nvSpPr>
            <p:spPr bwMode="auto">
              <a:xfrm>
                <a:off x="1272" y="2726"/>
                <a:ext cx="177"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24</a:t>
                </a:r>
              </a:p>
            </p:txBody>
          </p:sp>
          <p:sp>
            <p:nvSpPr>
              <p:cNvPr id="417" name="Rectangle 1120">
                <a:extLst>
                  <a:ext uri="{FF2B5EF4-FFF2-40B4-BE49-F238E27FC236}">
                    <a16:creationId xmlns:a16="http://schemas.microsoft.com/office/drawing/2014/main" id="{EEDF0BB1-2900-0202-20E8-34CD7A8FB4AF}"/>
                  </a:ext>
                </a:extLst>
              </p:cNvPr>
              <p:cNvSpPr>
                <a:spLocks noChangeArrowheads="1"/>
              </p:cNvSpPr>
              <p:nvPr/>
            </p:nvSpPr>
            <p:spPr bwMode="auto">
              <a:xfrm>
                <a:off x="1704" y="2726"/>
                <a:ext cx="14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2</a:t>
                </a:r>
              </a:p>
            </p:txBody>
          </p:sp>
          <p:sp>
            <p:nvSpPr>
              <p:cNvPr id="418" name="Rectangle 1121">
                <a:extLst>
                  <a:ext uri="{FF2B5EF4-FFF2-40B4-BE49-F238E27FC236}">
                    <a16:creationId xmlns:a16="http://schemas.microsoft.com/office/drawing/2014/main" id="{CD08DE05-E537-727E-4032-BA70950DB396}"/>
                  </a:ext>
                </a:extLst>
              </p:cNvPr>
              <p:cNvSpPr>
                <a:spLocks noChangeArrowheads="1"/>
              </p:cNvSpPr>
              <p:nvPr/>
            </p:nvSpPr>
            <p:spPr bwMode="auto">
              <a:xfrm>
                <a:off x="2079" y="270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19" name="Rectangle 1122">
                <a:extLst>
                  <a:ext uri="{FF2B5EF4-FFF2-40B4-BE49-F238E27FC236}">
                    <a16:creationId xmlns:a16="http://schemas.microsoft.com/office/drawing/2014/main" id="{8D6681B9-F7C6-6F7E-8D1C-0B1BD563A7FE}"/>
                  </a:ext>
                </a:extLst>
              </p:cNvPr>
              <p:cNvSpPr>
                <a:spLocks noChangeArrowheads="1"/>
              </p:cNvSpPr>
              <p:nvPr/>
            </p:nvSpPr>
            <p:spPr bwMode="auto">
              <a:xfrm>
                <a:off x="2883" y="270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20" name="Rectangle 1123">
                <a:extLst>
                  <a:ext uri="{FF2B5EF4-FFF2-40B4-BE49-F238E27FC236}">
                    <a16:creationId xmlns:a16="http://schemas.microsoft.com/office/drawing/2014/main" id="{EE869A7A-6FBE-5FFE-3F26-8C484BE1BA94}"/>
                  </a:ext>
                </a:extLst>
              </p:cNvPr>
              <p:cNvSpPr>
                <a:spLocks noChangeArrowheads="1"/>
              </p:cNvSpPr>
              <p:nvPr/>
            </p:nvSpPr>
            <p:spPr bwMode="auto">
              <a:xfrm>
                <a:off x="3289" y="270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421" name="Rectangle 1124">
                <a:extLst>
                  <a:ext uri="{FF2B5EF4-FFF2-40B4-BE49-F238E27FC236}">
                    <a16:creationId xmlns:a16="http://schemas.microsoft.com/office/drawing/2014/main" id="{A3CF306D-F871-37B8-BA48-FD4E3E0BE126}"/>
                  </a:ext>
                </a:extLst>
              </p:cNvPr>
              <p:cNvSpPr>
                <a:spLocks noChangeArrowheads="1"/>
              </p:cNvSpPr>
              <p:nvPr/>
            </p:nvSpPr>
            <p:spPr bwMode="auto">
              <a:xfrm>
                <a:off x="3696" y="270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22" name="Rectangle 1125">
                <a:extLst>
                  <a:ext uri="{FF2B5EF4-FFF2-40B4-BE49-F238E27FC236}">
                    <a16:creationId xmlns:a16="http://schemas.microsoft.com/office/drawing/2014/main" id="{87F69C83-893E-3DD9-3D4C-C2E28C06E241}"/>
                  </a:ext>
                </a:extLst>
              </p:cNvPr>
              <p:cNvSpPr>
                <a:spLocks noChangeArrowheads="1"/>
              </p:cNvSpPr>
              <p:nvPr/>
            </p:nvSpPr>
            <p:spPr bwMode="auto">
              <a:xfrm>
                <a:off x="4511" y="270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23" name="Rectangle 1126">
                <a:extLst>
                  <a:ext uri="{FF2B5EF4-FFF2-40B4-BE49-F238E27FC236}">
                    <a16:creationId xmlns:a16="http://schemas.microsoft.com/office/drawing/2014/main" id="{254B5EBF-F1B6-7398-C7DC-265702FF08AB}"/>
                  </a:ext>
                </a:extLst>
              </p:cNvPr>
              <p:cNvSpPr>
                <a:spLocks noChangeArrowheads="1"/>
              </p:cNvSpPr>
              <p:nvPr/>
            </p:nvSpPr>
            <p:spPr bwMode="auto">
              <a:xfrm>
                <a:off x="4918" y="27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24" name="Rectangle 1127">
                <a:extLst>
                  <a:ext uri="{FF2B5EF4-FFF2-40B4-BE49-F238E27FC236}">
                    <a16:creationId xmlns:a16="http://schemas.microsoft.com/office/drawing/2014/main" id="{12774CBF-A923-FB2A-49C4-26BE4550CF47}"/>
                  </a:ext>
                </a:extLst>
              </p:cNvPr>
              <p:cNvSpPr>
                <a:spLocks noChangeArrowheads="1"/>
              </p:cNvSpPr>
              <p:nvPr/>
            </p:nvSpPr>
            <p:spPr bwMode="auto">
              <a:xfrm>
                <a:off x="346"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5" name="Rectangle 1128">
                <a:extLst>
                  <a:ext uri="{FF2B5EF4-FFF2-40B4-BE49-F238E27FC236}">
                    <a16:creationId xmlns:a16="http://schemas.microsoft.com/office/drawing/2014/main" id="{34FA741F-6425-9F7E-1C02-6720B9EED02A}"/>
                  </a:ext>
                </a:extLst>
              </p:cNvPr>
              <p:cNvSpPr>
                <a:spLocks noChangeArrowheads="1"/>
              </p:cNvSpPr>
              <p:nvPr/>
            </p:nvSpPr>
            <p:spPr bwMode="auto">
              <a:xfrm>
                <a:off x="351" y="2870"/>
                <a:ext cx="23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6" name="Rectangle 1129">
                <a:extLst>
                  <a:ext uri="{FF2B5EF4-FFF2-40B4-BE49-F238E27FC236}">
                    <a16:creationId xmlns:a16="http://schemas.microsoft.com/office/drawing/2014/main" id="{DDDC5AAA-8B8E-D3E2-9AC2-810FE0A833CF}"/>
                  </a:ext>
                </a:extLst>
              </p:cNvPr>
              <p:cNvSpPr>
                <a:spLocks noChangeArrowheads="1"/>
              </p:cNvSpPr>
              <p:nvPr/>
            </p:nvSpPr>
            <p:spPr bwMode="auto">
              <a:xfrm>
                <a:off x="582"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7" name="Rectangle 1130">
                <a:extLst>
                  <a:ext uri="{FF2B5EF4-FFF2-40B4-BE49-F238E27FC236}">
                    <a16:creationId xmlns:a16="http://schemas.microsoft.com/office/drawing/2014/main" id="{F7C9010D-F524-2CC6-B241-14BFA3688E45}"/>
                  </a:ext>
                </a:extLst>
              </p:cNvPr>
              <p:cNvSpPr>
                <a:spLocks noChangeArrowheads="1"/>
              </p:cNvSpPr>
              <p:nvPr/>
            </p:nvSpPr>
            <p:spPr bwMode="auto">
              <a:xfrm>
                <a:off x="587" y="2870"/>
                <a:ext cx="57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8" name="Rectangle 1131">
                <a:extLst>
                  <a:ext uri="{FF2B5EF4-FFF2-40B4-BE49-F238E27FC236}">
                    <a16:creationId xmlns:a16="http://schemas.microsoft.com/office/drawing/2014/main" id="{FE8899A9-ED27-D784-CAAF-FE1285968ED8}"/>
                  </a:ext>
                </a:extLst>
              </p:cNvPr>
              <p:cNvSpPr>
                <a:spLocks noChangeArrowheads="1"/>
              </p:cNvSpPr>
              <p:nvPr/>
            </p:nvSpPr>
            <p:spPr bwMode="auto">
              <a:xfrm>
                <a:off x="1157"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9" name="Rectangle 1132">
                <a:extLst>
                  <a:ext uri="{FF2B5EF4-FFF2-40B4-BE49-F238E27FC236}">
                    <a16:creationId xmlns:a16="http://schemas.microsoft.com/office/drawing/2014/main" id="{81D98EC5-77C7-04AE-EE75-232F1222AA6C}"/>
                  </a:ext>
                </a:extLst>
              </p:cNvPr>
              <p:cNvSpPr>
                <a:spLocks noChangeArrowheads="1"/>
              </p:cNvSpPr>
              <p:nvPr/>
            </p:nvSpPr>
            <p:spPr bwMode="auto">
              <a:xfrm>
                <a:off x="1163" y="28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0" name="Rectangle 1133">
                <a:extLst>
                  <a:ext uri="{FF2B5EF4-FFF2-40B4-BE49-F238E27FC236}">
                    <a16:creationId xmlns:a16="http://schemas.microsoft.com/office/drawing/2014/main" id="{B2086832-B3C2-1585-103D-E53E6C128A14}"/>
                  </a:ext>
                </a:extLst>
              </p:cNvPr>
              <p:cNvSpPr>
                <a:spLocks noChangeArrowheads="1"/>
              </p:cNvSpPr>
              <p:nvPr/>
            </p:nvSpPr>
            <p:spPr bwMode="auto">
              <a:xfrm>
                <a:off x="1564"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1" name="Rectangle 1134">
                <a:extLst>
                  <a:ext uri="{FF2B5EF4-FFF2-40B4-BE49-F238E27FC236}">
                    <a16:creationId xmlns:a16="http://schemas.microsoft.com/office/drawing/2014/main" id="{CBF3CDC6-535F-C930-BC5A-56B490FFA45E}"/>
                  </a:ext>
                </a:extLst>
              </p:cNvPr>
              <p:cNvSpPr>
                <a:spLocks noChangeArrowheads="1"/>
              </p:cNvSpPr>
              <p:nvPr/>
            </p:nvSpPr>
            <p:spPr bwMode="auto">
              <a:xfrm>
                <a:off x="1570" y="2870"/>
                <a:ext cx="41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2" name="Rectangle 1135">
                <a:extLst>
                  <a:ext uri="{FF2B5EF4-FFF2-40B4-BE49-F238E27FC236}">
                    <a16:creationId xmlns:a16="http://schemas.microsoft.com/office/drawing/2014/main" id="{EAB8DDFB-6F58-8224-3959-B6B8EB7D397E}"/>
                  </a:ext>
                </a:extLst>
              </p:cNvPr>
              <p:cNvSpPr>
                <a:spLocks noChangeArrowheads="1"/>
              </p:cNvSpPr>
              <p:nvPr/>
            </p:nvSpPr>
            <p:spPr bwMode="auto">
              <a:xfrm>
                <a:off x="1987"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3" name="Rectangle 1136">
                <a:extLst>
                  <a:ext uri="{FF2B5EF4-FFF2-40B4-BE49-F238E27FC236}">
                    <a16:creationId xmlns:a16="http://schemas.microsoft.com/office/drawing/2014/main" id="{F0E188CA-4991-FDB9-E100-121C995D0E9C}"/>
                  </a:ext>
                </a:extLst>
              </p:cNvPr>
              <p:cNvSpPr>
                <a:spLocks noChangeArrowheads="1"/>
              </p:cNvSpPr>
              <p:nvPr/>
            </p:nvSpPr>
            <p:spPr bwMode="auto">
              <a:xfrm>
                <a:off x="1993" y="2870"/>
                <a:ext cx="38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4" name="Rectangle 1137">
                <a:extLst>
                  <a:ext uri="{FF2B5EF4-FFF2-40B4-BE49-F238E27FC236}">
                    <a16:creationId xmlns:a16="http://schemas.microsoft.com/office/drawing/2014/main" id="{BEA45ECE-F56C-CD73-6415-9590E15061C5}"/>
                  </a:ext>
                </a:extLst>
              </p:cNvPr>
              <p:cNvSpPr>
                <a:spLocks noChangeArrowheads="1"/>
              </p:cNvSpPr>
              <p:nvPr/>
            </p:nvSpPr>
            <p:spPr bwMode="auto">
              <a:xfrm>
                <a:off x="2378"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5" name="Rectangle 1138">
                <a:extLst>
                  <a:ext uri="{FF2B5EF4-FFF2-40B4-BE49-F238E27FC236}">
                    <a16:creationId xmlns:a16="http://schemas.microsoft.com/office/drawing/2014/main" id="{1FB3D649-2B7C-7DC2-BD87-64A6FCD57E33}"/>
                  </a:ext>
                </a:extLst>
              </p:cNvPr>
              <p:cNvSpPr>
                <a:spLocks noChangeArrowheads="1"/>
              </p:cNvSpPr>
              <p:nvPr/>
            </p:nvSpPr>
            <p:spPr bwMode="auto">
              <a:xfrm>
                <a:off x="2384" y="28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6" name="Rectangle 1139">
                <a:extLst>
                  <a:ext uri="{FF2B5EF4-FFF2-40B4-BE49-F238E27FC236}">
                    <a16:creationId xmlns:a16="http://schemas.microsoft.com/office/drawing/2014/main" id="{5CC03E0B-E428-FF73-123F-8C0BBD398D0F}"/>
                  </a:ext>
                </a:extLst>
              </p:cNvPr>
              <p:cNvSpPr>
                <a:spLocks noChangeArrowheads="1"/>
              </p:cNvSpPr>
              <p:nvPr/>
            </p:nvSpPr>
            <p:spPr bwMode="auto">
              <a:xfrm>
                <a:off x="2785"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7" name="Rectangle 1140">
                <a:extLst>
                  <a:ext uri="{FF2B5EF4-FFF2-40B4-BE49-F238E27FC236}">
                    <a16:creationId xmlns:a16="http://schemas.microsoft.com/office/drawing/2014/main" id="{45C5103E-C0BC-0CD8-4319-6F2FFD75B039}"/>
                  </a:ext>
                </a:extLst>
              </p:cNvPr>
              <p:cNvSpPr>
                <a:spLocks noChangeArrowheads="1"/>
              </p:cNvSpPr>
              <p:nvPr/>
            </p:nvSpPr>
            <p:spPr bwMode="auto">
              <a:xfrm>
                <a:off x="2791" y="28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8" name="Rectangle 1141">
                <a:extLst>
                  <a:ext uri="{FF2B5EF4-FFF2-40B4-BE49-F238E27FC236}">
                    <a16:creationId xmlns:a16="http://schemas.microsoft.com/office/drawing/2014/main" id="{2C15C8EE-2945-76B1-C169-706696A3DAA3}"/>
                  </a:ext>
                </a:extLst>
              </p:cNvPr>
              <p:cNvSpPr>
                <a:spLocks noChangeArrowheads="1"/>
              </p:cNvSpPr>
              <p:nvPr/>
            </p:nvSpPr>
            <p:spPr bwMode="auto">
              <a:xfrm>
                <a:off x="3192"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9" name="Rectangle 1142">
                <a:extLst>
                  <a:ext uri="{FF2B5EF4-FFF2-40B4-BE49-F238E27FC236}">
                    <a16:creationId xmlns:a16="http://schemas.microsoft.com/office/drawing/2014/main" id="{F286E17C-EDBF-52E3-6AE2-5209C5F8970F}"/>
                  </a:ext>
                </a:extLst>
              </p:cNvPr>
              <p:cNvSpPr>
                <a:spLocks noChangeArrowheads="1"/>
              </p:cNvSpPr>
              <p:nvPr/>
            </p:nvSpPr>
            <p:spPr bwMode="auto">
              <a:xfrm>
                <a:off x="3198" y="28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0" name="Rectangle 1143">
                <a:extLst>
                  <a:ext uri="{FF2B5EF4-FFF2-40B4-BE49-F238E27FC236}">
                    <a16:creationId xmlns:a16="http://schemas.microsoft.com/office/drawing/2014/main" id="{72262EF5-D06A-2C97-0E86-C8307839F187}"/>
                  </a:ext>
                </a:extLst>
              </p:cNvPr>
              <p:cNvSpPr>
                <a:spLocks noChangeArrowheads="1"/>
              </p:cNvSpPr>
              <p:nvPr/>
            </p:nvSpPr>
            <p:spPr bwMode="auto">
              <a:xfrm>
                <a:off x="3599"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1" name="Rectangle 1144">
                <a:extLst>
                  <a:ext uri="{FF2B5EF4-FFF2-40B4-BE49-F238E27FC236}">
                    <a16:creationId xmlns:a16="http://schemas.microsoft.com/office/drawing/2014/main" id="{EE40B8CC-654D-DF08-9480-6EF3AF7F7710}"/>
                  </a:ext>
                </a:extLst>
              </p:cNvPr>
              <p:cNvSpPr>
                <a:spLocks noChangeArrowheads="1"/>
              </p:cNvSpPr>
              <p:nvPr/>
            </p:nvSpPr>
            <p:spPr bwMode="auto">
              <a:xfrm>
                <a:off x="3605" y="2870"/>
                <a:ext cx="39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2" name="Rectangle 1145">
                <a:extLst>
                  <a:ext uri="{FF2B5EF4-FFF2-40B4-BE49-F238E27FC236}">
                    <a16:creationId xmlns:a16="http://schemas.microsoft.com/office/drawing/2014/main" id="{4B320B26-3722-5600-0AF8-58F495962038}"/>
                  </a:ext>
                </a:extLst>
              </p:cNvPr>
              <p:cNvSpPr>
                <a:spLocks noChangeArrowheads="1"/>
              </p:cNvSpPr>
              <p:nvPr/>
            </p:nvSpPr>
            <p:spPr bwMode="auto">
              <a:xfrm>
                <a:off x="4004"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3" name="Rectangle 1146">
                <a:extLst>
                  <a:ext uri="{FF2B5EF4-FFF2-40B4-BE49-F238E27FC236}">
                    <a16:creationId xmlns:a16="http://schemas.microsoft.com/office/drawing/2014/main" id="{6305D8C9-B83F-EBDF-481D-FB9632BFC57F}"/>
                  </a:ext>
                </a:extLst>
              </p:cNvPr>
              <p:cNvSpPr>
                <a:spLocks noChangeArrowheads="1"/>
              </p:cNvSpPr>
              <p:nvPr/>
            </p:nvSpPr>
            <p:spPr bwMode="auto">
              <a:xfrm>
                <a:off x="4010" y="2870"/>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4" name="Rectangle 1147">
                <a:extLst>
                  <a:ext uri="{FF2B5EF4-FFF2-40B4-BE49-F238E27FC236}">
                    <a16:creationId xmlns:a16="http://schemas.microsoft.com/office/drawing/2014/main" id="{140F7AB9-FE32-A94F-9756-E323DD7C071D}"/>
                  </a:ext>
                </a:extLst>
              </p:cNvPr>
              <p:cNvSpPr>
                <a:spLocks noChangeArrowheads="1"/>
              </p:cNvSpPr>
              <p:nvPr/>
            </p:nvSpPr>
            <p:spPr bwMode="auto">
              <a:xfrm>
                <a:off x="4411" y="2870"/>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5" name="Rectangle 1148">
                <a:extLst>
                  <a:ext uri="{FF2B5EF4-FFF2-40B4-BE49-F238E27FC236}">
                    <a16:creationId xmlns:a16="http://schemas.microsoft.com/office/drawing/2014/main" id="{20513840-92D8-B760-EA2B-FEB8FE4D0D45}"/>
                  </a:ext>
                </a:extLst>
              </p:cNvPr>
              <p:cNvSpPr>
                <a:spLocks noChangeArrowheads="1"/>
              </p:cNvSpPr>
              <p:nvPr/>
            </p:nvSpPr>
            <p:spPr bwMode="auto">
              <a:xfrm>
                <a:off x="4417" y="28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6" name="Rectangle 1149">
                <a:extLst>
                  <a:ext uri="{FF2B5EF4-FFF2-40B4-BE49-F238E27FC236}">
                    <a16:creationId xmlns:a16="http://schemas.microsoft.com/office/drawing/2014/main" id="{E8F17995-CC1F-ED7B-65DD-0F687CC73DE9}"/>
                  </a:ext>
                </a:extLst>
              </p:cNvPr>
              <p:cNvSpPr>
                <a:spLocks noChangeArrowheads="1"/>
              </p:cNvSpPr>
              <p:nvPr/>
            </p:nvSpPr>
            <p:spPr bwMode="auto">
              <a:xfrm>
                <a:off x="4818"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7" name="Rectangle 1150">
                <a:extLst>
                  <a:ext uri="{FF2B5EF4-FFF2-40B4-BE49-F238E27FC236}">
                    <a16:creationId xmlns:a16="http://schemas.microsoft.com/office/drawing/2014/main" id="{A7DABA0D-9886-D81F-6028-B74225229001}"/>
                  </a:ext>
                </a:extLst>
              </p:cNvPr>
              <p:cNvSpPr>
                <a:spLocks noChangeArrowheads="1"/>
              </p:cNvSpPr>
              <p:nvPr/>
            </p:nvSpPr>
            <p:spPr bwMode="auto">
              <a:xfrm>
                <a:off x="4824" y="2870"/>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8" name="Rectangle 1151">
                <a:extLst>
                  <a:ext uri="{FF2B5EF4-FFF2-40B4-BE49-F238E27FC236}">
                    <a16:creationId xmlns:a16="http://schemas.microsoft.com/office/drawing/2014/main" id="{521836F0-484C-D4B8-3481-14A7EDB37B70}"/>
                  </a:ext>
                </a:extLst>
              </p:cNvPr>
              <p:cNvSpPr>
                <a:spLocks noChangeArrowheads="1"/>
              </p:cNvSpPr>
              <p:nvPr/>
            </p:nvSpPr>
            <p:spPr bwMode="auto">
              <a:xfrm>
                <a:off x="5225" y="2870"/>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9" name="Rectangle 1152">
                <a:extLst>
                  <a:ext uri="{FF2B5EF4-FFF2-40B4-BE49-F238E27FC236}">
                    <a16:creationId xmlns:a16="http://schemas.microsoft.com/office/drawing/2014/main" id="{D0AC7183-297A-1C7D-E3A6-B598280ABD11}"/>
                  </a:ext>
                </a:extLst>
              </p:cNvPr>
              <p:cNvSpPr>
                <a:spLocks noChangeArrowheads="1"/>
              </p:cNvSpPr>
              <p:nvPr/>
            </p:nvSpPr>
            <p:spPr bwMode="auto">
              <a:xfrm>
                <a:off x="346"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0" name="Rectangle 1153">
                <a:extLst>
                  <a:ext uri="{FF2B5EF4-FFF2-40B4-BE49-F238E27FC236}">
                    <a16:creationId xmlns:a16="http://schemas.microsoft.com/office/drawing/2014/main" id="{222DD00F-D8A6-7842-40A5-3B621125BF58}"/>
                  </a:ext>
                </a:extLst>
              </p:cNvPr>
              <p:cNvSpPr>
                <a:spLocks noChangeArrowheads="1"/>
              </p:cNvSpPr>
              <p:nvPr/>
            </p:nvSpPr>
            <p:spPr bwMode="auto">
              <a:xfrm>
                <a:off x="582"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1" name="Rectangle 1154">
                <a:extLst>
                  <a:ext uri="{FF2B5EF4-FFF2-40B4-BE49-F238E27FC236}">
                    <a16:creationId xmlns:a16="http://schemas.microsoft.com/office/drawing/2014/main" id="{F45ACEA4-CC93-0CAC-B6CE-D7ADFAE8FF51}"/>
                  </a:ext>
                </a:extLst>
              </p:cNvPr>
              <p:cNvSpPr>
                <a:spLocks noChangeArrowheads="1"/>
              </p:cNvSpPr>
              <p:nvPr/>
            </p:nvSpPr>
            <p:spPr bwMode="auto">
              <a:xfrm>
                <a:off x="1157"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2" name="Rectangle 1155">
                <a:extLst>
                  <a:ext uri="{FF2B5EF4-FFF2-40B4-BE49-F238E27FC236}">
                    <a16:creationId xmlns:a16="http://schemas.microsoft.com/office/drawing/2014/main" id="{B8B5BC97-D36F-ED1F-9FB5-EAE0B4F0664E}"/>
                  </a:ext>
                </a:extLst>
              </p:cNvPr>
              <p:cNvSpPr>
                <a:spLocks noChangeArrowheads="1"/>
              </p:cNvSpPr>
              <p:nvPr/>
            </p:nvSpPr>
            <p:spPr bwMode="auto">
              <a:xfrm>
                <a:off x="1564"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3" name="Rectangle 1156">
                <a:extLst>
                  <a:ext uri="{FF2B5EF4-FFF2-40B4-BE49-F238E27FC236}">
                    <a16:creationId xmlns:a16="http://schemas.microsoft.com/office/drawing/2014/main" id="{1752CCEF-BB35-E7A7-D7A3-06186D9D2AAF}"/>
                  </a:ext>
                </a:extLst>
              </p:cNvPr>
              <p:cNvSpPr>
                <a:spLocks noChangeArrowheads="1"/>
              </p:cNvSpPr>
              <p:nvPr/>
            </p:nvSpPr>
            <p:spPr bwMode="auto">
              <a:xfrm>
                <a:off x="1987"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4" name="Rectangle 1157">
                <a:extLst>
                  <a:ext uri="{FF2B5EF4-FFF2-40B4-BE49-F238E27FC236}">
                    <a16:creationId xmlns:a16="http://schemas.microsoft.com/office/drawing/2014/main" id="{5AE2E6BA-FDD9-5758-675D-74CADA76E110}"/>
                  </a:ext>
                </a:extLst>
              </p:cNvPr>
              <p:cNvSpPr>
                <a:spLocks noChangeArrowheads="1"/>
              </p:cNvSpPr>
              <p:nvPr/>
            </p:nvSpPr>
            <p:spPr bwMode="auto">
              <a:xfrm>
                <a:off x="2378"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5" name="Rectangle 1158">
                <a:extLst>
                  <a:ext uri="{FF2B5EF4-FFF2-40B4-BE49-F238E27FC236}">
                    <a16:creationId xmlns:a16="http://schemas.microsoft.com/office/drawing/2014/main" id="{24FFFCB5-46C3-1F02-ECEE-2F6D72FD3C35}"/>
                  </a:ext>
                </a:extLst>
              </p:cNvPr>
              <p:cNvSpPr>
                <a:spLocks noChangeArrowheads="1"/>
              </p:cNvSpPr>
              <p:nvPr/>
            </p:nvSpPr>
            <p:spPr bwMode="auto">
              <a:xfrm>
                <a:off x="2785"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6" name="Rectangle 1159">
                <a:extLst>
                  <a:ext uri="{FF2B5EF4-FFF2-40B4-BE49-F238E27FC236}">
                    <a16:creationId xmlns:a16="http://schemas.microsoft.com/office/drawing/2014/main" id="{2257D56F-A86F-4570-A0D2-CA2EFC060F19}"/>
                  </a:ext>
                </a:extLst>
              </p:cNvPr>
              <p:cNvSpPr>
                <a:spLocks noChangeArrowheads="1"/>
              </p:cNvSpPr>
              <p:nvPr/>
            </p:nvSpPr>
            <p:spPr bwMode="auto">
              <a:xfrm>
                <a:off x="3192"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7" name="Rectangle 1160">
                <a:extLst>
                  <a:ext uri="{FF2B5EF4-FFF2-40B4-BE49-F238E27FC236}">
                    <a16:creationId xmlns:a16="http://schemas.microsoft.com/office/drawing/2014/main" id="{A19AE299-5811-9A86-08A8-4722FB868131}"/>
                  </a:ext>
                </a:extLst>
              </p:cNvPr>
              <p:cNvSpPr>
                <a:spLocks noChangeArrowheads="1"/>
              </p:cNvSpPr>
              <p:nvPr/>
            </p:nvSpPr>
            <p:spPr bwMode="auto">
              <a:xfrm>
                <a:off x="3599"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8" name="Rectangle 1161">
                <a:extLst>
                  <a:ext uri="{FF2B5EF4-FFF2-40B4-BE49-F238E27FC236}">
                    <a16:creationId xmlns:a16="http://schemas.microsoft.com/office/drawing/2014/main" id="{84A478EE-EB47-248A-857C-ED027D379A1E}"/>
                  </a:ext>
                </a:extLst>
              </p:cNvPr>
              <p:cNvSpPr>
                <a:spLocks noChangeArrowheads="1"/>
              </p:cNvSpPr>
              <p:nvPr/>
            </p:nvSpPr>
            <p:spPr bwMode="auto">
              <a:xfrm>
                <a:off x="4004"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9" name="Rectangle 1162">
                <a:extLst>
                  <a:ext uri="{FF2B5EF4-FFF2-40B4-BE49-F238E27FC236}">
                    <a16:creationId xmlns:a16="http://schemas.microsoft.com/office/drawing/2014/main" id="{2BBE34AD-7C23-7D99-9134-F9206551AACC}"/>
                  </a:ext>
                </a:extLst>
              </p:cNvPr>
              <p:cNvSpPr>
                <a:spLocks noChangeArrowheads="1"/>
              </p:cNvSpPr>
              <p:nvPr/>
            </p:nvSpPr>
            <p:spPr bwMode="auto">
              <a:xfrm>
                <a:off x="4411" y="28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0" name="Rectangle 1163">
                <a:extLst>
                  <a:ext uri="{FF2B5EF4-FFF2-40B4-BE49-F238E27FC236}">
                    <a16:creationId xmlns:a16="http://schemas.microsoft.com/office/drawing/2014/main" id="{F741404A-41D2-AC61-EE30-5987FAC2B9FC}"/>
                  </a:ext>
                </a:extLst>
              </p:cNvPr>
              <p:cNvSpPr>
                <a:spLocks noChangeArrowheads="1"/>
              </p:cNvSpPr>
              <p:nvPr/>
            </p:nvSpPr>
            <p:spPr bwMode="auto">
              <a:xfrm>
                <a:off x="4818"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1" name="Rectangle 1164">
                <a:extLst>
                  <a:ext uri="{FF2B5EF4-FFF2-40B4-BE49-F238E27FC236}">
                    <a16:creationId xmlns:a16="http://schemas.microsoft.com/office/drawing/2014/main" id="{1BE60A3E-9BB3-CF6C-BAF1-325851E9A1A1}"/>
                  </a:ext>
                </a:extLst>
              </p:cNvPr>
              <p:cNvSpPr>
                <a:spLocks noChangeArrowheads="1"/>
              </p:cNvSpPr>
              <p:nvPr/>
            </p:nvSpPr>
            <p:spPr bwMode="auto">
              <a:xfrm>
                <a:off x="5225" y="28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2" name="Rectangle 1165">
                <a:extLst>
                  <a:ext uri="{FF2B5EF4-FFF2-40B4-BE49-F238E27FC236}">
                    <a16:creationId xmlns:a16="http://schemas.microsoft.com/office/drawing/2014/main" id="{DCF773A6-9B1D-78C4-99E7-31B9C40E9391}"/>
                  </a:ext>
                </a:extLst>
              </p:cNvPr>
              <p:cNvSpPr>
                <a:spLocks noChangeArrowheads="1"/>
              </p:cNvSpPr>
              <p:nvPr/>
            </p:nvSpPr>
            <p:spPr bwMode="auto">
              <a:xfrm>
                <a:off x="392" y="2875"/>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8</a:t>
                </a:r>
              </a:p>
            </p:txBody>
          </p:sp>
          <p:sp>
            <p:nvSpPr>
              <p:cNvPr id="463" name="Rectangle 1166">
                <a:extLst>
                  <a:ext uri="{FF2B5EF4-FFF2-40B4-BE49-F238E27FC236}">
                    <a16:creationId xmlns:a16="http://schemas.microsoft.com/office/drawing/2014/main" id="{D00ACB8E-AF9B-E4E5-84BF-404EA7498FAC}"/>
                  </a:ext>
                </a:extLst>
              </p:cNvPr>
              <p:cNvSpPr>
                <a:spLocks noChangeArrowheads="1"/>
              </p:cNvSpPr>
              <p:nvPr/>
            </p:nvSpPr>
            <p:spPr bwMode="auto">
              <a:xfrm>
                <a:off x="708" y="2875"/>
                <a:ext cx="31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320148</a:t>
                </a:r>
              </a:p>
            </p:txBody>
          </p:sp>
          <p:sp>
            <p:nvSpPr>
              <p:cNvPr id="464" name="Rectangle 1167">
                <a:extLst>
                  <a:ext uri="{FF2B5EF4-FFF2-40B4-BE49-F238E27FC236}">
                    <a16:creationId xmlns:a16="http://schemas.microsoft.com/office/drawing/2014/main" id="{966A0F8D-09A6-D61E-D667-E0F822BB401A}"/>
                  </a:ext>
                </a:extLst>
              </p:cNvPr>
              <p:cNvSpPr>
                <a:spLocks noChangeArrowheads="1"/>
              </p:cNvSpPr>
              <p:nvPr/>
            </p:nvSpPr>
            <p:spPr bwMode="auto">
              <a:xfrm>
                <a:off x="1272" y="2875"/>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12</a:t>
                </a:r>
              </a:p>
            </p:txBody>
          </p:sp>
          <p:sp>
            <p:nvSpPr>
              <p:cNvPr id="465" name="Rectangle 1168">
                <a:extLst>
                  <a:ext uri="{FF2B5EF4-FFF2-40B4-BE49-F238E27FC236}">
                    <a16:creationId xmlns:a16="http://schemas.microsoft.com/office/drawing/2014/main" id="{2E28A8CC-AA00-689A-D2AF-01E527DB79CC}"/>
                  </a:ext>
                </a:extLst>
              </p:cNvPr>
              <p:cNvSpPr>
                <a:spLocks noChangeArrowheads="1"/>
              </p:cNvSpPr>
              <p:nvPr/>
            </p:nvSpPr>
            <p:spPr bwMode="auto">
              <a:xfrm>
                <a:off x="1704" y="2875"/>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a:t>
                </a:r>
              </a:p>
            </p:txBody>
          </p:sp>
          <p:sp>
            <p:nvSpPr>
              <p:cNvPr id="466" name="Rectangle 1169">
                <a:extLst>
                  <a:ext uri="{FF2B5EF4-FFF2-40B4-BE49-F238E27FC236}">
                    <a16:creationId xmlns:a16="http://schemas.microsoft.com/office/drawing/2014/main" id="{E7AEE3DF-5AED-0962-EE3E-1EBB54803B87}"/>
                  </a:ext>
                </a:extLst>
              </p:cNvPr>
              <p:cNvSpPr>
                <a:spLocks noChangeArrowheads="1"/>
              </p:cNvSpPr>
              <p:nvPr/>
            </p:nvSpPr>
            <p:spPr bwMode="auto">
              <a:xfrm>
                <a:off x="2079" y="285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67" name="Rectangle 1170">
                <a:extLst>
                  <a:ext uri="{FF2B5EF4-FFF2-40B4-BE49-F238E27FC236}">
                    <a16:creationId xmlns:a16="http://schemas.microsoft.com/office/drawing/2014/main" id="{A29ABDC3-A182-77CC-0F89-8EBAC94B4EDF}"/>
                  </a:ext>
                </a:extLst>
              </p:cNvPr>
              <p:cNvSpPr>
                <a:spLocks noChangeArrowheads="1"/>
              </p:cNvSpPr>
              <p:nvPr/>
            </p:nvSpPr>
            <p:spPr bwMode="auto">
              <a:xfrm>
                <a:off x="2883" y="285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68" name="Rectangle 1171">
                <a:extLst>
                  <a:ext uri="{FF2B5EF4-FFF2-40B4-BE49-F238E27FC236}">
                    <a16:creationId xmlns:a16="http://schemas.microsoft.com/office/drawing/2014/main" id="{A7897E9B-FF93-D007-873B-78B3A0212E37}"/>
                  </a:ext>
                </a:extLst>
              </p:cNvPr>
              <p:cNvSpPr>
                <a:spLocks noChangeArrowheads="1"/>
              </p:cNvSpPr>
              <p:nvPr/>
            </p:nvSpPr>
            <p:spPr bwMode="auto">
              <a:xfrm>
                <a:off x="3289" y="285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469" name="Rectangle 1172">
                <a:extLst>
                  <a:ext uri="{FF2B5EF4-FFF2-40B4-BE49-F238E27FC236}">
                    <a16:creationId xmlns:a16="http://schemas.microsoft.com/office/drawing/2014/main" id="{CFB94F95-F4A8-DE55-D0A4-8D3AE17505E9}"/>
                  </a:ext>
                </a:extLst>
              </p:cNvPr>
              <p:cNvSpPr>
                <a:spLocks noChangeArrowheads="1"/>
              </p:cNvSpPr>
              <p:nvPr/>
            </p:nvSpPr>
            <p:spPr bwMode="auto">
              <a:xfrm>
                <a:off x="3696" y="285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70" name="Rectangle 1173">
                <a:extLst>
                  <a:ext uri="{FF2B5EF4-FFF2-40B4-BE49-F238E27FC236}">
                    <a16:creationId xmlns:a16="http://schemas.microsoft.com/office/drawing/2014/main" id="{6FB60754-B473-B005-EC8D-A1C9E18475E8}"/>
                  </a:ext>
                </a:extLst>
              </p:cNvPr>
              <p:cNvSpPr>
                <a:spLocks noChangeArrowheads="1"/>
              </p:cNvSpPr>
              <p:nvPr/>
            </p:nvSpPr>
            <p:spPr bwMode="auto">
              <a:xfrm>
                <a:off x="4511" y="2852"/>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71" name="Rectangle 1174">
                <a:extLst>
                  <a:ext uri="{FF2B5EF4-FFF2-40B4-BE49-F238E27FC236}">
                    <a16:creationId xmlns:a16="http://schemas.microsoft.com/office/drawing/2014/main" id="{EBD8A4CB-34EE-E931-2450-C88714E2D5CF}"/>
                  </a:ext>
                </a:extLst>
              </p:cNvPr>
              <p:cNvSpPr>
                <a:spLocks noChangeArrowheads="1"/>
              </p:cNvSpPr>
              <p:nvPr/>
            </p:nvSpPr>
            <p:spPr bwMode="auto">
              <a:xfrm>
                <a:off x="4918" y="285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472" name="Rectangle 1175">
                <a:extLst>
                  <a:ext uri="{FF2B5EF4-FFF2-40B4-BE49-F238E27FC236}">
                    <a16:creationId xmlns:a16="http://schemas.microsoft.com/office/drawing/2014/main" id="{46A36D22-5D4C-5890-8C02-0759D1E10119}"/>
                  </a:ext>
                </a:extLst>
              </p:cNvPr>
              <p:cNvSpPr>
                <a:spLocks noChangeArrowheads="1"/>
              </p:cNvSpPr>
              <p:nvPr/>
            </p:nvSpPr>
            <p:spPr bwMode="auto">
              <a:xfrm>
                <a:off x="346"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3" name="Rectangle 1176">
                <a:extLst>
                  <a:ext uri="{FF2B5EF4-FFF2-40B4-BE49-F238E27FC236}">
                    <a16:creationId xmlns:a16="http://schemas.microsoft.com/office/drawing/2014/main" id="{398A7CC5-3331-1B14-0E3A-95BFAE30E1F6}"/>
                  </a:ext>
                </a:extLst>
              </p:cNvPr>
              <p:cNvSpPr>
                <a:spLocks noChangeArrowheads="1"/>
              </p:cNvSpPr>
              <p:nvPr/>
            </p:nvSpPr>
            <p:spPr bwMode="auto">
              <a:xfrm>
                <a:off x="351" y="3019"/>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4" name="Rectangle 1177">
                <a:extLst>
                  <a:ext uri="{FF2B5EF4-FFF2-40B4-BE49-F238E27FC236}">
                    <a16:creationId xmlns:a16="http://schemas.microsoft.com/office/drawing/2014/main" id="{1F5A391A-64DB-6BF0-1FD1-A0D4B1625FEF}"/>
                  </a:ext>
                </a:extLst>
              </p:cNvPr>
              <p:cNvSpPr>
                <a:spLocks noChangeArrowheads="1"/>
              </p:cNvSpPr>
              <p:nvPr/>
            </p:nvSpPr>
            <p:spPr bwMode="auto">
              <a:xfrm>
                <a:off x="582"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5" name="Rectangle 1178">
                <a:extLst>
                  <a:ext uri="{FF2B5EF4-FFF2-40B4-BE49-F238E27FC236}">
                    <a16:creationId xmlns:a16="http://schemas.microsoft.com/office/drawing/2014/main" id="{05CAE2AB-5037-8E83-A6B9-B89F81CE0B30}"/>
                  </a:ext>
                </a:extLst>
              </p:cNvPr>
              <p:cNvSpPr>
                <a:spLocks noChangeArrowheads="1"/>
              </p:cNvSpPr>
              <p:nvPr/>
            </p:nvSpPr>
            <p:spPr bwMode="auto">
              <a:xfrm>
                <a:off x="587" y="3019"/>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6" name="Rectangle 1179">
                <a:extLst>
                  <a:ext uri="{FF2B5EF4-FFF2-40B4-BE49-F238E27FC236}">
                    <a16:creationId xmlns:a16="http://schemas.microsoft.com/office/drawing/2014/main" id="{D0233D92-E8C2-6889-571A-86DF49F5FF37}"/>
                  </a:ext>
                </a:extLst>
              </p:cNvPr>
              <p:cNvSpPr>
                <a:spLocks noChangeArrowheads="1"/>
              </p:cNvSpPr>
              <p:nvPr/>
            </p:nvSpPr>
            <p:spPr bwMode="auto">
              <a:xfrm>
                <a:off x="1157"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7" name="Rectangle 1180">
                <a:extLst>
                  <a:ext uri="{FF2B5EF4-FFF2-40B4-BE49-F238E27FC236}">
                    <a16:creationId xmlns:a16="http://schemas.microsoft.com/office/drawing/2014/main" id="{FE4A3A4C-B820-73E8-3B93-F32FA66986CF}"/>
                  </a:ext>
                </a:extLst>
              </p:cNvPr>
              <p:cNvSpPr>
                <a:spLocks noChangeArrowheads="1"/>
              </p:cNvSpPr>
              <p:nvPr/>
            </p:nvSpPr>
            <p:spPr bwMode="auto">
              <a:xfrm>
                <a:off x="1163" y="30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8" name="Rectangle 1181">
                <a:extLst>
                  <a:ext uri="{FF2B5EF4-FFF2-40B4-BE49-F238E27FC236}">
                    <a16:creationId xmlns:a16="http://schemas.microsoft.com/office/drawing/2014/main" id="{08E2C419-3710-6053-B686-F012E3EDB073}"/>
                  </a:ext>
                </a:extLst>
              </p:cNvPr>
              <p:cNvSpPr>
                <a:spLocks noChangeArrowheads="1"/>
              </p:cNvSpPr>
              <p:nvPr/>
            </p:nvSpPr>
            <p:spPr bwMode="auto">
              <a:xfrm>
                <a:off x="1564"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9" name="Rectangle 1182">
                <a:extLst>
                  <a:ext uri="{FF2B5EF4-FFF2-40B4-BE49-F238E27FC236}">
                    <a16:creationId xmlns:a16="http://schemas.microsoft.com/office/drawing/2014/main" id="{B4CC03D1-E4FE-127E-0892-DE3A0012882B}"/>
                  </a:ext>
                </a:extLst>
              </p:cNvPr>
              <p:cNvSpPr>
                <a:spLocks noChangeArrowheads="1"/>
              </p:cNvSpPr>
              <p:nvPr/>
            </p:nvSpPr>
            <p:spPr bwMode="auto">
              <a:xfrm>
                <a:off x="1570" y="3019"/>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0" name="Rectangle 1183">
                <a:extLst>
                  <a:ext uri="{FF2B5EF4-FFF2-40B4-BE49-F238E27FC236}">
                    <a16:creationId xmlns:a16="http://schemas.microsoft.com/office/drawing/2014/main" id="{D272F929-2027-829E-4DC2-4CE6FE5C506D}"/>
                  </a:ext>
                </a:extLst>
              </p:cNvPr>
              <p:cNvSpPr>
                <a:spLocks noChangeArrowheads="1"/>
              </p:cNvSpPr>
              <p:nvPr/>
            </p:nvSpPr>
            <p:spPr bwMode="auto">
              <a:xfrm>
                <a:off x="1987"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1" name="Rectangle 1184">
                <a:extLst>
                  <a:ext uri="{FF2B5EF4-FFF2-40B4-BE49-F238E27FC236}">
                    <a16:creationId xmlns:a16="http://schemas.microsoft.com/office/drawing/2014/main" id="{0A2A733A-E303-CF40-F8E1-84FE25BE23D5}"/>
                  </a:ext>
                </a:extLst>
              </p:cNvPr>
              <p:cNvSpPr>
                <a:spLocks noChangeArrowheads="1"/>
              </p:cNvSpPr>
              <p:nvPr/>
            </p:nvSpPr>
            <p:spPr bwMode="auto">
              <a:xfrm>
                <a:off x="1993" y="3019"/>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2" name="Rectangle 1185">
                <a:extLst>
                  <a:ext uri="{FF2B5EF4-FFF2-40B4-BE49-F238E27FC236}">
                    <a16:creationId xmlns:a16="http://schemas.microsoft.com/office/drawing/2014/main" id="{7FB7918B-DF90-439A-7D1F-3B7E7A6E98CF}"/>
                  </a:ext>
                </a:extLst>
              </p:cNvPr>
              <p:cNvSpPr>
                <a:spLocks noChangeArrowheads="1"/>
              </p:cNvSpPr>
              <p:nvPr/>
            </p:nvSpPr>
            <p:spPr bwMode="auto">
              <a:xfrm>
                <a:off x="2378"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3" name="Rectangle 1186">
                <a:extLst>
                  <a:ext uri="{FF2B5EF4-FFF2-40B4-BE49-F238E27FC236}">
                    <a16:creationId xmlns:a16="http://schemas.microsoft.com/office/drawing/2014/main" id="{54ED0AF5-5BC0-027E-5546-8DF52FFE1980}"/>
                  </a:ext>
                </a:extLst>
              </p:cNvPr>
              <p:cNvSpPr>
                <a:spLocks noChangeArrowheads="1"/>
              </p:cNvSpPr>
              <p:nvPr/>
            </p:nvSpPr>
            <p:spPr bwMode="auto">
              <a:xfrm>
                <a:off x="2384" y="30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4" name="Rectangle 1187">
                <a:extLst>
                  <a:ext uri="{FF2B5EF4-FFF2-40B4-BE49-F238E27FC236}">
                    <a16:creationId xmlns:a16="http://schemas.microsoft.com/office/drawing/2014/main" id="{DC761DD9-5947-2315-366A-A4ED0680BC69}"/>
                  </a:ext>
                </a:extLst>
              </p:cNvPr>
              <p:cNvSpPr>
                <a:spLocks noChangeArrowheads="1"/>
              </p:cNvSpPr>
              <p:nvPr/>
            </p:nvSpPr>
            <p:spPr bwMode="auto">
              <a:xfrm>
                <a:off x="2785"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5" name="Rectangle 1188">
                <a:extLst>
                  <a:ext uri="{FF2B5EF4-FFF2-40B4-BE49-F238E27FC236}">
                    <a16:creationId xmlns:a16="http://schemas.microsoft.com/office/drawing/2014/main" id="{0735F21D-DB8A-B194-C046-E3BA03E73D00}"/>
                  </a:ext>
                </a:extLst>
              </p:cNvPr>
              <p:cNvSpPr>
                <a:spLocks noChangeArrowheads="1"/>
              </p:cNvSpPr>
              <p:nvPr/>
            </p:nvSpPr>
            <p:spPr bwMode="auto">
              <a:xfrm>
                <a:off x="2791" y="30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6" name="Rectangle 1189">
                <a:extLst>
                  <a:ext uri="{FF2B5EF4-FFF2-40B4-BE49-F238E27FC236}">
                    <a16:creationId xmlns:a16="http://schemas.microsoft.com/office/drawing/2014/main" id="{EA56CCA6-E640-3577-34C8-5054F2A99852}"/>
                  </a:ext>
                </a:extLst>
              </p:cNvPr>
              <p:cNvSpPr>
                <a:spLocks noChangeArrowheads="1"/>
              </p:cNvSpPr>
              <p:nvPr/>
            </p:nvSpPr>
            <p:spPr bwMode="auto">
              <a:xfrm>
                <a:off x="3192"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7" name="Rectangle 1190">
                <a:extLst>
                  <a:ext uri="{FF2B5EF4-FFF2-40B4-BE49-F238E27FC236}">
                    <a16:creationId xmlns:a16="http://schemas.microsoft.com/office/drawing/2014/main" id="{7A7394C5-BE18-EE47-79DE-EE9D9FC46E4E}"/>
                  </a:ext>
                </a:extLst>
              </p:cNvPr>
              <p:cNvSpPr>
                <a:spLocks noChangeArrowheads="1"/>
              </p:cNvSpPr>
              <p:nvPr/>
            </p:nvSpPr>
            <p:spPr bwMode="auto">
              <a:xfrm>
                <a:off x="3198" y="30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8" name="Rectangle 1191">
                <a:extLst>
                  <a:ext uri="{FF2B5EF4-FFF2-40B4-BE49-F238E27FC236}">
                    <a16:creationId xmlns:a16="http://schemas.microsoft.com/office/drawing/2014/main" id="{EAA9F13F-09C2-718D-538D-594216A7D8B4}"/>
                  </a:ext>
                </a:extLst>
              </p:cNvPr>
              <p:cNvSpPr>
                <a:spLocks noChangeArrowheads="1"/>
              </p:cNvSpPr>
              <p:nvPr/>
            </p:nvSpPr>
            <p:spPr bwMode="auto">
              <a:xfrm>
                <a:off x="3599"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9" name="Rectangle 1192">
                <a:extLst>
                  <a:ext uri="{FF2B5EF4-FFF2-40B4-BE49-F238E27FC236}">
                    <a16:creationId xmlns:a16="http://schemas.microsoft.com/office/drawing/2014/main" id="{C18EB60F-098E-B3E2-72E1-445D998DCDFF}"/>
                  </a:ext>
                </a:extLst>
              </p:cNvPr>
              <p:cNvSpPr>
                <a:spLocks noChangeArrowheads="1"/>
              </p:cNvSpPr>
              <p:nvPr/>
            </p:nvSpPr>
            <p:spPr bwMode="auto">
              <a:xfrm>
                <a:off x="3605" y="3019"/>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0" name="Rectangle 1193">
                <a:extLst>
                  <a:ext uri="{FF2B5EF4-FFF2-40B4-BE49-F238E27FC236}">
                    <a16:creationId xmlns:a16="http://schemas.microsoft.com/office/drawing/2014/main" id="{AD51DD6A-AEAD-DE92-7094-102F1DF341DF}"/>
                  </a:ext>
                </a:extLst>
              </p:cNvPr>
              <p:cNvSpPr>
                <a:spLocks noChangeArrowheads="1"/>
              </p:cNvSpPr>
              <p:nvPr/>
            </p:nvSpPr>
            <p:spPr bwMode="auto">
              <a:xfrm>
                <a:off x="4004"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1" name="Rectangle 1194">
                <a:extLst>
                  <a:ext uri="{FF2B5EF4-FFF2-40B4-BE49-F238E27FC236}">
                    <a16:creationId xmlns:a16="http://schemas.microsoft.com/office/drawing/2014/main" id="{0DB2FF28-2D10-6062-E5CD-B963EF9E8DFD}"/>
                  </a:ext>
                </a:extLst>
              </p:cNvPr>
              <p:cNvSpPr>
                <a:spLocks noChangeArrowheads="1"/>
              </p:cNvSpPr>
              <p:nvPr/>
            </p:nvSpPr>
            <p:spPr bwMode="auto">
              <a:xfrm>
                <a:off x="4010" y="30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2" name="Rectangle 1195">
                <a:extLst>
                  <a:ext uri="{FF2B5EF4-FFF2-40B4-BE49-F238E27FC236}">
                    <a16:creationId xmlns:a16="http://schemas.microsoft.com/office/drawing/2014/main" id="{C7802307-C4C5-CC53-0CD4-51FE1E8E6FD5}"/>
                  </a:ext>
                </a:extLst>
              </p:cNvPr>
              <p:cNvSpPr>
                <a:spLocks noChangeArrowheads="1"/>
              </p:cNvSpPr>
              <p:nvPr/>
            </p:nvSpPr>
            <p:spPr bwMode="auto">
              <a:xfrm>
                <a:off x="4411" y="30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3" name="Rectangle 1196">
                <a:extLst>
                  <a:ext uri="{FF2B5EF4-FFF2-40B4-BE49-F238E27FC236}">
                    <a16:creationId xmlns:a16="http://schemas.microsoft.com/office/drawing/2014/main" id="{6DC337DB-31B5-DC51-E93C-F5E5BE21793E}"/>
                  </a:ext>
                </a:extLst>
              </p:cNvPr>
              <p:cNvSpPr>
                <a:spLocks noChangeArrowheads="1"/>
              </p:cNvSpPr>
              <p:nvPr/>
            </p:nvSpPr>
            <p:spPr bwMode="auto">
              <a:xfrm>
                <a:off x="4417" y="30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4" name="Rectangle 1197">
                <a:extLst>
                  <a:ext uri="{FF2B5EF4-FFF2-40B4-BE49-F238E27FC236}">
                    <a16:creationId xmlns:a16="http://schemas.microsoft.com/office/drawing/2014/main" id="{DBFD63FE-6A8B-3849-151E-B81F73DA62C4}"/>
                  </a:ext>
                </a:extLst>
              </p:cNvPr>
              <p:cNvSpPr>
                <a:spLocks noChangeArrowheads="1"/>
              </p:cNvSpPr>
              <p:nvPr/>
            </p:nvSpPr>
            <p:spPr bwMode="auto">
              <a:xfrm>
                <a:off x="4818"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5" name="Rectangle 1198">
                <a:extLst>
                  <a:ext uri="{FF2B5EF4-FFF2-40B4-BE49-F238E27FC236}">
                    <a16:creationId xmlns:a16="http://schemas.microsoft.com/office/drawing/2014/main" id="{AA0B8135-A4B4-62DA-2BBA-BE1311261849}"/>
                  </a:ext>
                </a:extLst>
              </p:cNvPr>
              <p:cNvSpPr>
                <a:spLocks noChangeArrowheads="1"/>
              </p:cNvSpPr>
              <p:nvPr/>
            </p:nvSpPr>
            <p:spPr bwMode="auto">
              <a:xfrm>
                <a:off x="4824" y="30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6" name="Rectangle 1199">
                <a:extLst>
                  <a:ext uri="{FF2B5EF4-FFF2-40B4-BE49-F238E27FC236}">
                    <a16:creationId xmlns:a16="http://schemas.microsoft.com/office/drawing/2014/main" id="{8AE7B1EF-42D0-B3EF-29E4-596519DFF201}"/>
                  </a:ext>
                </a:extLst>
              </p:cNvPr>
              <p:cNvSpPr>
                <a:spLocks noChangeArrowheads="1"/>
              </p:cNvSpPr>
              <p:nvPr/>
            </p:nvSpPr>
            <p:spPr bwMode="auto">
              <a:xfrm>
                <a:off x="5225" y="30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7" name="Rectangle 1200">
                <a:extLst>
                  <a:ext uri="{FF2B5EF4-FFF2-40B4-BE49-F238E27FC236}">
                    <a16:creationId xmlns:a16="http://schemas.microsoft.com/office/drawing/2014/main" id="{E9937188-80DF-3E65-F9AB-D63F933E4221}"/>
                  </a:ext>
                </a:extLst>
              </p:cNvPr>
              <p:cNvSpPr>
                <a:spLocks noChangeArrowheads="1"/>
              </p:cNvSpPr>
              <p:nvPr/>
            </p:nvSpPr>
            <p:spPr bwMode="auto">
              <a:xfrm>
                <a:off x="346"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8" name="Rectangle 1201">
                <a:extLst>
                  <a:ext uri="{FF2B5EF4-FFF2-40B4-BE49-F238E27FC236}">
                    <a16:creationId xmlns:a16="http://schemas.microsoft.com/office/drawing/2014/main" id="{F3D281B0-8961-223E-51E2-0CF8BC455976}"/>
                  </a:ext>
                </a:extLst>
              </p:cNvPr>
              <p:cNvSpPr>
                <a:spLocks noChangeArrowheads="1"/>
              </p:cNvSpPr>
              <p:nvPr/>
            </p:nvSpPr>
            <p:spPr bwMode="auto">
              <a:xfrm>
                <a:off x="582"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9" name="Rectangle 1202">
                <a:extLst>
                  <a:ext uri="{FF2B5EF4-FFF2-40B4-BE49-F238E27FC236}">
                    <a16:creationId xmlns:a16="http://schemas.microsoft.com/office/drawing/2014/main" id="{D3F2865D-EFB2-3BEB-A6B3-FBDA62AB73E7}"/>
                  </a:ext>
                </a:extLst>
              </p:cNvPr>
              <p:cNvSpPr>
                <a:spLocks noChangeArrowheads="1"/>
              </p:cNvSpPr>
              <p:nvPr/>
            </p:nvSpPr>
            <p:spPr bwMode="auto">
              <a:xfrm>
                <a:off x="1157"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0" name="Rectangle 1203">
                <a:extLst>
                  <a:ext uri="{FF2B5EF4-FFF2-40B4-BE49-F238E27FC236}">
                    <a16:creationId xmlns:a16="http://schemas.microsoft.com/office/drawing/2014/main" id="{0AB5FE32-8C51-FE46-DC2E-5C52E5C37FD5}"/>
                  </a:ext>
                </a:extLst>
              </p:cNvPr>
              <p:cNvSpPr>
                <a:spLocks noChangeArrowheads="1"/>
              </p:cNvSpPr>
              <p:nvPr/>
            </p:nvSpPr>
            <p:spPr bwMode="auto">
              <a:xfrm>
                <a:off x="1564"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1" name="Rectangle 1204">
                <a:extLst>
                  <a:ext uri="{FF2B5EF4-FFF2-40B4-BE49-F238E27FC236}">
                    <a16:creationId xmlns:a16="http://schemas.microsoft.com/office/drawing/2014/main" id="{08D2C12B-067D-A6DC-1F80-398560DC9257}"/>
                  </a:ext>
                </a:extLst>
              </p:cNvPr>
              <p:cNvSpPr>
                <a:spLocks noChangeArrowheads="1"/>
              </p:cNvSpPr>
              <p:nvPr/>
            </p:nvSpPr>
            <p:spPr bwMode="auto">
              <a:xfrm>
                <a:off x="1987"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2" name="Rectangle 1205">
                <a:extLst>
                  <a:ext uri="{FF2B5EF4-FFF2-40B4-BE49-F238E27FC236}">
                    <a16:creationId xmlns:a16="http://schemas.microsoft.com/office/drawing/2014/main" id="{C5A570F0-D36F-A568-9C08-97DEEDD01325}"/>
                  </a:ext>
                </a:extLst>
              </p:cNvPr>
              <p:cNvSpPr>
                <a:spLocks noChangeArrowheads="1"/>
              </p:cNvSpPr>
              <p:nvPr/>
            </p:nvSpPr>
            <p:spPr bwMode="auto">
              <a:xfrm>
                <a:off x="2378"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3" name="Rectangle 1206">
                <a:extLst>
                  <a:ext uri="{FF2B5EF4-FFF2-40B4-BE49-F238E27FC236}">
                    <a16:creationId xmlns:a16="http://schemas.microsoft.com/office/drawing/2014/main" id="{7763CBEB-5CAC-4B20-4119-6F5972FDF76B}"/>
                  </a:ext>
                </a:extLst>
              </p:cNvPr>
              <p:cNvSpPr>
                <a:spLocks noChangeArrowheads="1"/>
              </p:cNvSpPr>
              <p:nvPr/>
            </p:nvSpPr>
            <p:spPr bwMode="auto">
              <a:xfrm>
                <a:off x="2785"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4" name="Rectangle 1207">
                <a:extLst>
                  <a:ext uri="{FF2B5EF4-FFF2-40B4-BE49-F238E27FC236}">
                    <a16:creationId xmlns:a16="http://schemas.microsoft.com/office/drawing/2014/main" id="{16F5F637-34CA-8FC1-4D03-8543FABC22F0}"/>
                  </a:ext>
                </a:extLst>
              </p:cNvPr>
              <p:cNvSpPr>
                <a:spLocks noChangeArrowheads="1"/>
              </p:cNvSpPr>
              <p:nvPr/>
            </p:nvSpPr>
            <p:spPr bwMode="auto">
              <a:xfrm>
                <a:off x="3192"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5" name="Rectangle 1208">
                <a:extLst>
                  <a:ext uri="{FF2B5EF4-FFF2-40B4-BE49-F238E27FC236}">
                    <a16:creationId xmlns:a16="http://schemas.microsoft.com/office/drawing/2014/main" id="{8927AD1A-6BD9-6007-B261-A35DF9EA9B5D}"/>
                  </a:ext>
                </a:extLst>
              </p:cNvPr>
              <p:cNvSpPr>
                <a:spLocks noChangeArrowheads="1"/>
              </p:cNvSpPr>
              <p:nvPr/>
            </p:nvSpPr>
            <p:spPr bwMode="auto">
              <a:xfrm>
                <a:off x="3599"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6" name="Rectangle 1209">
                <a:extLst>
                  <a:ext uri="{FF2B5EF4-FFF2-40B4-BE49-F238E27FC236}">
                    <a16:creationId xmlns:a16="http://schemas.microsoft.com/office/drawing/2014/main" id="{D44EE12B-9A0D-0781-B4F9-DD891C899770}"/>
                  </a:ext>
                </a:extLst>
              </p:cNvPr>
              <p:cNvSpPr>
                <a:spLocks noChangeArrowheads="1"/>
              </p:cNvSpPr>
              <p:nvPr/>
            </p:nvSpPr>
            <p:spPr bwMode="auto">
              <a:xfrm>
                <a:off x="4004"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7" name="Rectangle 1210">
                <a:extLst>
                  <a:ext uri="{FF2B5EF4-FFF2-40B4-BE49-F238E27FC236}">
                    <a16:creationId xmlns:a16="http://schemas.microsoft.com/office/drawing/2014/main" id="{C5B5D76A-49AC-9772-7301-938D9CF26109}"/>
                  </a:ext>
                </a:extLst>
              </p:cNvPr>
              <p:cNvSpPr>
                <a:spLocks noChangeArrowheads="1"/>
              </p:cNvSpPr>
              <p:nvPr/>
            </p:nvSpPr>
            <p:spPr bwMode="auto">
              <a:xfrm>
                <a:off x="4411" y="30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8" name="Rectangle 1211">
                <a:extLst>
                  <a:ext uri="{FF2B5EF4-FFF2-40B4-BE49-F238E27FC236}">
                    <a16:creationId xmlns:a16="http://schemas.microsoft.com/office/drawing/2014/main" id="{E83A6720-19B2-3BCF-5230-882628FF6212}"/>
                  </a:ext>
                </a:extLst>
              </p:cNvPr>
              <p:cNvSpPr>
                <a:spLocks noChangeArrowheads="1"/>
              </p:cNvSpPr>
              <p:nvPr/>
            </p:nvSpPr>
            <p:spPr bwMode="auto">
              <a:xfrm>
                <a:off x="4818"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9" name="Rectangle 1212">
                <a:extLst>
                  <a:ext uri="{FF2B5EF4-FFF2-40B4-BE49-F238E27FC236}">
                    <a16:creationId xmlns:a16="http://schemas.microsoft.com/office/drawing/2014/main" id="{A810E83C-E210-178D-723A-2F2A695FEDF7}"/>
                  </a:ext>
                </a:extLst>
              </p:cNvPr>
              <p:cNvSpPr>
                <a:spLocks noChangeArrowheads="1"/>
              </p:cNvSpPr>
              <p:nvPr/>
            </p:nvSpPr>
            <p:spPr bwMode="auto">
              <a:xfrm>
                <a:off x="5225" y="30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0" name="Rectangle 1213">
                <a:extLst>
                  <a:ext uri="{FF2B5EF4-FFF2-40B4-BE49-F238E27FC236}">
                    <a16:creationId xmlns:a16="http://schemas.microsoft.com/office/drawing/2014/main" id="{C608FCE4-3328-44AD-EB4D-16BF66A2AA13}"/>
                  </a:ext>
                </a:extLst>
              </p:cNvPr>
              <p:cNvSpPr>
                <a:spLocks noChangeArrowheads="1"/>
              </p:cNvSpPr>
              <p:nvPr/>
            </p:nvSpPr>
            <p:spPr bwMode="auto">
              <a:xfrm>
                <a:off x="392" y="3025"/>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9</a:t>
                </a:r>
              </a:p>
            </p:txBody>
          </p:sp>
          <p:sp>
            <p:nvSpPr>
              <p:cNvPr id="511" name="Rectangle 1214">
                <a:extLst>
                  <a:ext uri="{FF2B5EF4-FFF2-40B4-BE49-F238E27FC236}">
                    <a16:creationId xmlns:a16="http://schemas.microsoft.com/office/drawing/2014/main" id="{5FD0EB18-A2C3-A4BB-885B-5632D5F10961}"/>
                  </a:ext>
                </a:extLst>
              </p:cNvPr>
              <p:cNvSpPr>
                <a:spLocks noChangeArrowheads="1"/>
              </p:cNvSpPr>
              <p:nvPr/>
            </p:nvSpPr>
            <p:spPr bwMode="auto">
              <a:xfrm>
                <a:off x="708" y="3025"/>
                <a:ext cx="31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320087</a:t>
                </a:r>
              </a:p>
            </p:txBody>
          </p:sp>
          <p:sp>
            <p:nvSpPr>
              <p:cNvPr id="512" name="Rectangle 1215">
                <a:extLst>
                  <a:ext uri="{FF2B5EF4-FFF2-40B4-BE49-F238E27FC236}">
                    <a16:creationId xmlns:a16="http://schemas.microsoft.com/office/drawing/2014/main" id="{96FD42EE-90BA-6021-D9B7-8D86F6FFC8D2}"/>
                  </a:ext>
                </a:extLst>
              </p:cNvPr>
              <p:cNvSpPr>
                <a:spLocks noChangeArrowheads="1"/>
              </p:cNvSpPr>
              <p:nvPr/>
            </p:nvSpPr>
            <p:spPr bwMode="auto">
              <a:xfrm>
                <a:off x="1272" y="3025"/>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12</a:t>
                </a:r>
              </a:p>
            </p:txBody>
          </p:sp>
          <p:sp>
            <p:nvSpPr>
              <p:cNvPr id="513" name="Rectangle 1216">
                <a:extLst>
                  <a:ext uri="{FF2B5EF4-FFF2-40B4-BE49-F238E27FC236}">
                    <a16:creationId xmlns:a16="http://schemas.microsoft.com/office/drawing/2014/main" id="{693E3316-DCE6-CE1F-35A2-5C860179004D}"/>
                  </a:ext>
                </a:extLst>
              </p:cNvPr>
              <p:cNvSpPr>
                <a:spLocks noChangeArrowheads="1"/>
              </p:cNvSpPr>
              <p:nvPr/>
            </p:nvSpPr>
            <p:spPr bwMode="auto">
              <a:xfrm>
                <a:off x="1704" y="3025"/>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a:t>
                </a:r>
              </a:p>
            </p:txBody>
          </p:sp>
          <p:sp>
            <p:nvSpPr>
              <p:cNvPr id="514" name="Rectangle 1217">
                <a:extLst>
                  <a:ext uri="{FF2B5EF4-FFF2-40B4-BE49-F238E27FC236}">
                    <a16:creationId xmlns:a16="http://schemas.microsoft.com/office/drawing/2014/main" id="{E4C78508-F7F8-CB5F-CDE5-07C905828731}"/>
                  </a:ext>
                </a:extLst>
              </p:cNvPr>
              <p:cNvSpPr>
                <a:spLocks noChangeArrowheads="1"/>
              </p:cNvSpPr>
              <p:nvPr/>
            </p:nvSpPr>
            <p:spPr bwMode="auto">
              <a:xfrm>
                <a:off x="2079" y="300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15" name="Rectangle 1218">
                <a:extLst>
                  <a:ext uri="{FF2B5EF4-FFF2-40B4-BE49-F238E27FC236}">
                    <a16:creationId xmlns:a16="http://schemas.microsoft.com/office/drawing/2014/main" id="{11601751-495E-FACE-5DFE-E408F194E6FB}"/>
                  </a:ext>
                </a:extLst>
              </p:cNvPr>
              <p:cNvSpPr>
                <a:spLocks noChangeArrowheads="1"/>
              </p:cNvSpPr>
              <p:nvPr/>
            </p:nvSpPr>
            <p:spPr bwMode="auto">
              <a:xfrm>
                <a:off x="2883" y="300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16" name="Rectangle 1219">
                <a:extLst>
                  <a:ext uri="{FF2B5EF4-FFF2-40B4-BE49-F238E27FC236}">
                    <a16:creationId xmlns:a16="http://schemas.microsoft.com/office/drawing/2014/main" id="{3B457E63-B0F0-8081-4B78-155DAA1761A5}"/>
                  </a:ext>
                </a:extLst>
              </p:cNvPr>
              <p:cNvSpPr>
                <a:spLocks noChangeArrowheads="1"/>
              </p:cNvSpPr>
              <p:nvPr/>
            </p:nvSpPr>
            <p:spPr bwMode="auto">
              <a:xfrm>
                <a:off x="3289" y="300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517" name="Rectangle 1220">
                <a:extLst>
                  <a:ext uri="{FF2B5EF4-FFF2-40B4-BE49-F238E27FC236}">
                    <a16:creationId xmlns:a16="http://schemas.microsoft.com/office/drawing/2014/main" id="{19CE2FDC-D6FA-2113-9747-DB999578FFED}"/>
                  </a:ext>
                </a:extLst>
              </p:cNvPr>
              <p:cNvSpPr>
                <a:spLocks noChangeArrowheads="1"/>
              </p:cNvSpPr>
              <p:nvPr/>
            </p:nvSpPr>
            <p:spPr bwMode="auto">
              <a:xfrm>
                <a:off x="3696" y="300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18" name="Rectangle 1221">
                <a:extLst>
                  <a:ext uri="{FF2B5EF4-FFF2-40B4-BE49-F238E27FC236}">
                    <a16:creationId xmlns:a16="http://schemas.microsoft.com/office/drawing/2014/main" id="{105BE3BE-5518-913C-3061-3F41B7853E48}"/>
                  </a:ext>
                </a:extLst>
              </p:cNvPr>
              <p:cNvSpPr>
                <a:spLocks noChangeArrowheads="1"/>
              </p:cNvSpPr>
              <p:nvPr/>
            </p:nvSpPr>
            <p:spPr bwMode="auto">
              <a:xfrm>
                <a:off x="4511" y="3003"/>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19" name="Rectangle 1222">
                <a:extLst>
                  <a:ext uri="{FF2B5EF4-FFF2-40B4-BE49-F238E27FC236}">
                    <a16:creationId xmlns:a16="http://schemas.microsoft.com/office/drawing/2014/main" id="{1DA0DB28-C9D0-7673-610F-1AE653EA36F0}"/>
                  </a:ext>
                </a:extLst>
              </p:cNvPr>
              <p:cNvSpPr>
                <a:spLocks noChangeArrowheads="1"/>
              </p:cNvSpPr>
              <p:nvPr/>
            </p:nvSpPr>
            <p:spPr bwMode="auto">
              <a:xfrm>
                <a:off x="4918" y="3003"/>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20" name="Rectangle 1223">
                <a:extLst>
                  <a:ext uri="{FF2B5EF4-FFF2-40B4-BE49-F238E27FC236}">
                    <a16:creationId xmlns:a16="http://schemas.microsoft.com/office/drawing/2014/main" id="{489C0960-E10F-4902-D89A-8B417F190C1E}"/>
                  </a:ext>
                </a:extLst>
              </p:cNvPr>
              <p:cNvSpPr>
                <a:spLocks noChangeArrowheads="1"/>
              </p:cNvSpPr>
              <p:nvPr/>
            </p:nvSpPr>
            <p:spPr bwMode="auto">
              <a:xfrm>
                <a:off x="346"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1" name="Rectangle 1224">
                <a:extLst>
                  <a:ext uri="{FF2B5EF4-FFF2-40B4-BE49-F238E27FC236}">
                    <a16:creationId xmlns:a16="http://schemas.microsoft.com/office/drawing/2014/main" id="{DF937D02-CA35-7D04-A787-42EF9F37697D}"/>
                  </a:ext>
                </a:extLst>
              </p:cNvPr>
              <p:cNvSpPr>
                <a:spLocks noChangeArrowheads="1"/>
              </p:cNvSpPr>
              <p:nvPr/>
            </p:nvSpPr>
            <p:spPr bwMode="auto">
              <a:xfrm>
                <a:off x="351" y="3169"/>
                <a:ext cx="23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2" name="Rectangle 1225">
                <a:extLst>
                  <a:ext uri="{FF2B5EF4-FFF2-40B4-BE49-F238E27FC236}">
                    <a16:creationId xmlns:a16="http://schemas.microsoft.com/office/drawing/2014/main" id="{94B28783-F020-A710-4166-69579416029C}"/>
                  </a:ext>
                </a:extLst>
              </p:cNvPr>
              <p:cNvSpPr>
                <a:spLocks noChangeArrowheads="1"/>
              </p:cNvSpPr>
              <p:nvPr/>
            </p:nvSpPr>
            <p:spPr bwMode="auto">
              <a:xfrm>
                <a:off x="582"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3" name="Rectangle 1226">
                <a:extLst>
                  <a:ext uri="{FF2B5EF4-FFF2-40B4-BE49-F238E27FC236}">
                    <a16:creationId xmlns:a16="http://schemas.microsoft.com/office/drawing/2014/main" id="{D3E24FB7-725A-2263-A007-1B0D107DD5D0}"/>
                  </a:ext>
                </a:extLst>
              </p:cNvPr>
              <p:cNvSpPr>
                <a:spLocks noChangeArrowheads="1"/>
              </p:cNvSpPr>
              <p:nvPr/>
            </p:nvSpPr>
            <p:spPr bwMode="auto">
              <a:xfrm>
                <a:off x="587" y="3169"/>
                <a:ext cx="57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4" name="Rectangle 1227">
                <a:extLst>
                  <a:ext uri="{FF2B5EF4-FFF2-40B4-BE49-F238E27FC236}">
                    <a16:creationId xmlns:a16="http://schemas.microsoft.com/office/drawing/2014/main" id="{36484D2F-CA7F-DD2F-8294-83D3A43D1506}"/>
                  </a:ext>
                </a:extLst>
              </p:cNvPr>
              <p:cNvSpPr>
                <a:spLocks noChangeArrowheads="1"/>
              </p:cNvSpPr>
              <p:nvPr/>
            </p:nvSpPr>
            <p:spPr bwMode="auto">
              <a:xfrm>
                <a:off x="1157"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5" name="Rectangle 1228">
                <a:extLst>
                  <a:ext uri="{FF2B5EF4-FFF2-40B4-BE49-F238E27FC236}">
                    <a16:creationId xmlns:a16="http://schemas.microsoft.com/office/drawing/2014/main" id="{E9384983-2C9E-E688-53FE-A5A29887B7BB}"/>
                  </a:ext>
                </a:extLst>
              </p:cNvPr>
              <p:cNvSpPr>
                <a:spLocks noChangeArrowheads="1"/>
              </p:cNvSpPr>
              <p:nvPr/>
            </p:nvSpPr>
            <p:spPr bwMode="auto">
              <a:xfrm>
                <a:off x="1163" y="3169"/>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6" name="Rectangle 1229">
                <a:extLst>
                  <a:ext uri="{FF2B5EF4-FFF2-40B4-BE49-F238E27FC236}">
                    <a16:creationId xmlns:a16="http://schemas.microsoft.com/office/drawing/2014/main" id="{9966B572-0805-6EA0-1769-D4CC64C1B068}"/>
                  </a:ext>
                </a:extLst>
              </p:cNvPr>
              <p:cNvSpPr>
                <a:spLocks noChangeArrowheads="1"/>
              </p:cNvSpPr>
              <p:nvPr/>
            </p:nvSpPr>
            <p:spPr bwMode="auto">
              <a:xfrm>
                <a:off x="1564"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7" name="Rectangle 1230">
                <a:extLst>
                  <a:ext uri="{FF2B5EF4-FFF2-40B4-BE49-F238E27FC236}">
                    <a16:creationId xmlns:a16="http://schemas.microsoft.com/office/drawing/2014/main" id="{DCD82629-A893-B446-5ACE-A687ADCD904B}"/>
                  </a:ext>
                </a:extLst>
              </p:cNvPr>
              <p:cNvSpPr>
                <a:spLocks noChangeArrowheads="1"/>
              </p:cNvSpPr>
              <p:nvPr/>
            </p:nvSpPr>
            <p:spPr bwMode="auto">
              <a:xfrm>
                <a:off x="1570" y="3169"/>
                <a:ext cx="41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8" name="Rectangle 1231">
                <a:extLst>
                  <a:ext uri="{FF2B5EF4-FFF2-40B4-BE49-F238E27FC236}">
                    <a16:creationId xmlns:a16="http://schemas.microsoft.com/office/drawing/2014/main" id="{B3572EDB-F9C2-7A32-4619-9117A16068FB}"/>
                  </a:ext>
                </a:extLst>
              </p:cNvPr>
              <p:cNvSpPr>
                <a:spLocks noChangeArrowheads="1"/>
              </p:cNvSpPr>
              <p:nvPr/>
            </p:nvSpPr>
            <p:spPr bwMode="auto">
              <a:xfrm>
                <a:off x="1987"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9" name="Rectangle 1232">
                <a:extLst>
                  <a:ext uri="{FF2B5EF4-FFF2-40B4-BE49-F238E27FC236}">
                    <a16:creationId xmlns:a16="http://schemas.microsoft.com/office/drawing/2014/main" id="{4EFC2C09-F6F0-3A0C-55EB-4EF60754B17F}"/>
                  </a:ext>
                </a:extLst>
              </p:cNvPr>
              <p:cNvSpPr>
                <a:spLocks noChangeArrowheads="1"/>
              </p:cNvSpPr>
              <p:nvPr/>
            </p:nvSpPr>
            <p:spPr bwMode="auto">
              <a:xfrm>
                <a:off x="1993" y="3169"/>
                <a:ext cx="38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0" name="Rectangle 1233">
                <a:extLst>
                  <a:ext uri="{FF2B5EF4-FFF2-40B4-BE49-F238E27FC236}">
                    <a16:creationId xmlns:a16="http://schemas.microsoft.com/office/drawing/2014/main" id="{89800F73-9C03-C719-8208-D18B139E9DC5}"/>
                  </a:ext>
                </a:extLst>
              </p:cNvPr>
              <p:cNvSpPr>
                <a:spLocks noChangeArrowheads="1"/>
              </p:cNvSpPr>
              <p:nvPr/>
            </p:nvSpPr>
            <p:spPr bwMode="auto">
              <a:xfrm>
                <a:off x="2378"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1" name="Rectangle 1234">
                <a:extLst>
                  <a:ext uri="{FF2B5EF4-FFF2-40B4-BE49-F238E27FC236}">
                    <a16:creationId xmlns:a16="http://schemas.microsoft.com/office/drawing/2014/main" id="{DB26C9DA-7E0B-E659-656F-2576E91133EB}"/>
                  </a:ext>
                </a:extLst>
              </p:cNvPr>
              <p:cNvSpPr>
                <a:spLocks noChangeArrowheads="1"/>
              </p:cNvSpPr>
              <p:nvPr/>
            </p:nvSpPr>
            <p:spPr bwMode="auto">
              <a:xfrm>
                <a:off x="2384" y="3169"/>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2" name="Rectangle 1235">
                <a:extLst>
                  <a:ext uri="{FF2B5EF4-FFF2-40B4-BE49-F238E27FC236}">
                    <a16:creationId xmlns:a16="http://schemas.microsoft.com/office/drawing/2014/main" id="{33F721B7-B596-7C3D-AB39-7ED669573920}"/>
                  </a:ext>
                </a:extLst>
              </p:cNvPr>
              <p:cNvSpPr>
                <a:spLocks noChangeArrowheads="1"/>
              </p:cNvSpPr>
              <p:nvPr/>
            </p:nvSpPr>
            <p:spPr bwMode="auto">
              <a:xfrm>
                <a:off x="2785"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3" name="Rectangle 1236">
                <a:extLst>
                  <a:ext uri="{FF2B5EF4-FFF2-40B4-BE49-F238E27FC236}">
                    <a16:creationId xmlns:a16="http://schemas.microsoft.com/office/drawing/2014/main" id="{00E961FF-3555-9EF1-E228-C703C587EB2C}"/>
                  </a:ext>
                </a:extLst>
              </p:cNvPr>
              <p:cNvSpPr>
                <a:spLocks noChangeArrowheads="1"/>
              </p:cNvSpPr>
              <p:nvPr/>
            </p:nvSpPr>
            <p:spPr bwMode="auto">
              <a:xfrm>
                <a:off x="2791" y="3169"/>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4" name="Rectangle 1237">
                <a:extLst>
                  <a:ext uri="{FF2B5EF4-FFF2-40B4-BE49-F238E27FC236}">
                    <a16:creationId xmlns:a16="http://schemas.microsoft.com/office/drawing/2014/main" id="{C4D80340-489E-4F15-37D8-747250489153}"/>
                  </a:ext>
                </a:extLst>
              </p:cNvPr>
              <p:cNvSpPr>
                <a:spLocks noChangeArrowheads="1"/>
              </p:cNvSpPr>
              <p:nvPr/>
            </p:nvSpPr>
            <p:spPr bwMode="auto">
              <a:xfrm>
                <a:off x="3192"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5" name="Rectangle 1238">
                <a:extLst>
                  <a:ext uri="{FF2B5EF4-FFF2-40B4-BE49-F238E27FC236}">
                    <a16:creationId xmlns:a16="http://schemas.microsoft.com/office/drawing/2014/main" id="{FB61BD03-A03A-E733-7D27-30B99695BAF0}"/>
                  </a:ext>
                </a:extLst>
              </p:cNvPr>
              <p:cNvSpPr>
                <a:spLocks noChangeArrowheads="1"/>
              </p:cNvSpPr>
              <p:nvPr/>
            </p:nvSpPr>
            <p:spPr bwMode="auto">
              <a:xfrm>
                <a:off x="3198" y="3169"/>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6" name="Rectangle 1239">
                <a:extLst>
                  <a:ext uri="{FF2B5EF4-FFF2-40B4-BE49-F238E27FC236}">
                    <a16:creationId xmlns:a16="http://schemas.microsoft.com/office/drawing/2014/main" id="{9C4C965A-99A8-FD1B-2A9C-EAC9FC464FB7}"/>
                  </a:ext>
                </a:extLst>
              </p:cNvPr>
              <p:cNvSpPr>
                <a:spLocks noChangeArrowheads="1"/>
              </p:cNvSpPr>
              <p:nvPr/>
            </p:nvSpPr>
            <p:spPr bwMode="auto">
              <a:xfrm>
                <a:off x="3599"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7" name="Rectangle 1240">
                <a:extLst>
                  <a:ext uri="{FF2B5EF4-FFF2-40B4-BE49-F238E27FC236}">
                    <a16:creationId xmlns:a16="http://schemas.microsoft.com/office/drawing/2014/main" id="{9C9F66C7-B030-5A57-23A7-320201762B85}"/>
                  </a:ext>
                </a:extLst>
              </p:cNvPr>
              <p:cNvSpPr>
                <a:spLocks noChangeArrowheads="1"/>
              </p:cNvSpPr>
              <p:nvPr/>
            </p:nvSpPr>
            <p:spPr bwMode="auto">
              <a:xfrm>
                <a:off x="3605" y="3169"/>
                <a:ext cx="39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8" name="Rectangle 1241">
                <a:extLst>
                  <a:ext uri="{FF2B5EF4-FFF2-40B4-BE49-F238E27FC236}">
                    <a16:creationId xmlns:a16="http://schemas.microsoft.com/office/drawing/2014/main" id="{24DF8489-9192-B64D-91E0-06EA204D5EEB}"/>
                  </a:ext>
                </a:extLst>
              </p:cNvPr>
              <p:cNvSpPr>
                <a:spLocks noChangeArrowheads="1"/>
              </p:cNvSpPr>
              <p:nvPr/>
            </p:nvSpPr>
            <p:spPr bwMode="auto">
              <a:xfrm>
                <a:off x="4004"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9" name="Rectangle 1242">
                <a:extLst>
                  <a:ext uri="{FF2B5EF4-FFF2-40B4-BE49-F238E27FC236}">
                    <a16:creationId xmlns:a16="http://schemas.microsoft.com/office/drawing/2014/main" id="{AFCDFE75-7340-1044-0035-CE5101070E8E}"/>
                  </a:ext>
                </a:extLst>
              </p:cNvPr>
              <p:cNvSpPr>
                <a:spLocks noChangeArrowheads="1"/>
              </p:cNvSpPr>
              <p:nvPr/>
            </p:nvSpPr>
            <p:spPr bwMode="auto">
              <a:xfrm>
                <a:off x="4010" y="3169"/>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0" name="Rectangle 1243">
                <a:extLst>
                  <a:ext uri="{FF2B5EF4-FFF2-40B4-BE49-F238E27FC236}">
                    <a16:creationId xmlns:a16="http://schemas.microsoft.com/office/drawing/2014/main" id="{8EE341B5-BE0E-817A-44BE-EC30D6F6E2A3}"/>
                  </a:ext>
                </a:extLst>
              </p:cNvPr>
              <p:cNvSpPr>
                <a:spLocks noChangeArrowheads="1"/>
              </p:cNvSpPr>
              <p:nvPr/>
            </p:nvSpPr>
            <p:spPr bwMode="auto">
              <a:xfrm>
                <a:off x="4411" y="3169"/>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1" name="Rectangle 1244">
                <a:extLst>
                  <a:ext uri="{FF2B5EF4-FFF2-40B4-BE49-F238E27FC236}">
                    <a16:creationId xmlns:a16="http://schemas.microsoft.com/office/drawing/2014/main" id="{D5CFA0C6-6283-E3DD-1562-B992947ACE86}"/>
                  </a:ext>
                </a:extLst>
              </p:cNvPr>
              <p:cNvSpPr>
                <a:spLocks noChangeArrowheads="1"/>
              </p:cNvSpPr>
              <p:nvPr/>
            </p:nvSpPr>
            <p:spPr bwMode="auto">
              <a:xfrm>
                <a:off x="4417" y="3169"/>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2" name="Rectangle 1245">
                <a:extLst>
                  <a:ext uri="{FF2B5EF4-FFF2-40B4-BE49-F238E27FC236}">
                    <a16:creationId xmlns:a16="http://schemas.microsoft.com/office/drawing/2014/main" id="{ACA527FA-16A1-8D29-6673-45E0AB049B4E}"/>
                  </a:ext>
                </a:extLst>
              </p:cNvPr>
              <p:cNvSpPr>
                <a:spLocks noChangeArrowheads="1"/>
              </p:cNvSpPr>
              <p:nvPr/>
            </p:nvSpPr>
            <p:spPr bwMode="auto">
              <a:xfrm>
                <a:off x="4818"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3" name="Rectangle 1246">
                <a:extLst>
                  <a:ext uri="{FF2B5EF4-FFF2-40B4-BE49-F238E27FC236}">
                    <a16:creationId xmlns:a16="http://schemas.microsoft.com/office/drawing/2014/main" id="{7011307F-9F63-B758-D01A-53846AFF58A2}"/>
                  </a:ext>
                </a:extLst>
              </p:cNvPr>
              <p:cNvSpPr>
                <a:spLocks noChangeArrowheads="1"/>
              </p:cNvSpPr>
              <p:nvPr/>
            </p:nvSpPr>
            <p:spPr bwMode="auto">
              <a:xfrm>
                <a:off x="4824" y="3169"/>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4" name="Rectangle 1247">
                <a:extLst>
                  <a:ext uri="{FF2B5EF4-FFF2-40B4-BE49-F238E27FC236}">
                    <a16:creationId xmlns:a16="http://schemas.microsoft.com/office/drawing/2014/main" id="{959E5AA0-FDD5-0FF4-5B97-2AB708BEEF1F}"/>
                  </a:ext>
                </a:extLst>
              </p:cNvPr>
              <p:cNvSpPr>
                <a:spLocks noChangeArrowheads="1"/>
              </p:cNvSpPr>
              <p:nvPr/>
            </p:nvSpPr>
            <p:spPr bwMode="auto">
              <a:xfrm>
                <a:off x="5225" y="316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5" name="Rectangle 1248">
                <a:extLst>
                  <a:ext uri="{FF2B5EF4-FFF2-40B4-BE49-F238E27FC236}">
                    <a16:creationId xmlns:a16="http://schemas.microsoft.com/office/drawing/2014/main" id="{3168C1D7-7206-BBF0-7B27-EA0CE22B94AE}"/>
                  </a:ext>
                </a:extLst>
              </p:cNvPr>
              <p:cNvSpPr>
                <a:spLocks noChangeArrowheads="1"/>
              </p:cNvSpPr>
              <p:nvPr/>
            </p:nvSpPr>
            <p:spPr bwMode="auto">
              <a:xfrm>
                <a:off x="346"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6" name="Rectangle 1249">
                <a:extLst>
                  <a:ext uri="{FF2B5EF4-FFF2-40B4-BE49-F238E27FC236}">
                    <a16:creationId xmlns:a16="http://schemas.microsoft.com/office/drawing/2014/main" id="{4557ECAD-213E-ED93-2867-054D4FC23870}"/>
                  </a:ext>
                </a:extLst>
              </p:cNvPr>
              <p:cNvSpPr>
                <a:spLocks noChangeArrowheads="1"/>
              </p:cNvSpPr>
              <p:nvPr/>
            </p:nvSpPr>
            <p:spPr bwMode="auto">
              <a:xfrm>
                <a:off x="582"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7" name="Rectangle 1250">
                <a:extLst>
                  <a:ext uri="{FF2B5EF4-FFF2-40B4-BE49-F238E27FC236}">
                    <a16:creationId xmlns:a16="http://schemas.microsoft.com/office/drawing/2014/main" id="{0F622871-9FB8-3F9B-050E-6CDB10D2097D}"/>
                  </a:ext>
                </a:extLst>
              </p:cNvPr>
              <p:cNvSpPr>
                <a:spLocks noChangeArrowheads="1"/>
              </p:cNvSpPr>
              <p:nvPr/>
            </p:nvSpPr>
            <p:spPr bwMode="auto">
              <a:xfrm>
                <a:off x="1157"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8" name="Rectangle 1251">
                <a:extLst>
                  <a:ext uri="{FF2B5EF4-FFF2-40B4-BE49-F238E27FC236}">
                    <a16:creationId xmlns:a16="http://schemas.microsoft.com/office/drawing/2014/main" id="{003ED853-FF47-63C2-5B28-CF20FA3FC081}"/>
                  </a:ext>
                </a:extLst>
              </p:cNvPr>
              <p:cNvSpPr>
                <a:spLocks noChangeArrowheads="1"/>
              </p:cNvSpPr>
              <p:nvPr/>
            </p:nvSpPr>
            <p:spPr bwMode="auto">
              <a:xfrm>
                <a:off x="1564"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9" name="Rectangle 1252">
                <a:extLst>
                  <a:ext uri="{FF2B5EF4-FFF2-40B4-BE49-F238E27FC236}">
                    <a16:creationId xmlns:a16="http://schemas.microsoft.com/office/drawing/2014/main" id="{E4528D43-9FF0-3647-37CE-6428B8D5A444}"/>
                  </a:ext>
                </a:extLst>
              </p:cNvPr>
              <p:cNvSpPr>
                <a:spLocks noChangeArrowheads="1"/>
              </p:cNvSpPr>
              <p:nvPr/>
            </p:nvSpPr>
            <p:spPr bwMode="auto">
              <a:xfrm>
                <a:off x="1987"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0" name="Rectangle 1253">
                <a:extLst>
                  <a:ext uri="{FF2B5EF4-FFF2-40B4-BE49-F238E27FC236}">
                    <a16:creationId xmlns:a16="http://schemas.microsoft.com/office/drawing/2014/main" id="{83F692B1-4BC5-D16A-1622-216939DB450E}"/>
                  </a:ext>
                </a:extLst>
              </p:cNvPr>
              <p:cNvSpPr>
                <a:spLocks noChangeArrowheads="1"/>
              </p:cNvSpPr>
              <p:nvPr/>
            </p:nvSpPr>
            <p:spPr bwMode="auto">
              <a:xfrm>
                <a:off x="2378"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1" name="Rectangle 1254">
                <a:extLst>
                  <a:ext uri="{FF2B5EF4-FFF2-40B4-BE49-F238E27FC236}">
                    <a16:creationId xmlns:a16="http://schemas.microsoft.com/office/drawing/2014/main" id="{FA9CFDAA-8266-ABAD-8413-5DBA7A8C97F8}"/>
                  </a:ext>
                </a:extLst>
              </p:cNvPr>
              <p:cNvSpPr>
                <a:spLocks noChangeArrowheads="1"/>
              </p:cNvSpPr>
              <p:nvPr/>
            </p:nvSpPr>
            <p:spPr bwMode="auto">
              <a:xfrm>
                <a:off x="2785"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2" name="Rectangle 1255">
                <a:extLst>
                  <a:ext uri="{FF2B5EF4-FFF2-40B4-BE49-F238E27FC236}">
                    <a16:creationId xmlns:a16="http://schemas.microsoft.com/office/drawing/2014/main" id="{1F061B62-7AD2-9B5C-F39B-47F606CFA860}"/>
                  </a:ext>
                </a:extLst>
              </p:cNvPr>
              <p:cNvSpPr>
                <a:spLocks noChangeArrowheads="1"/>
              </p:cNvSpPr>
              <p:nvPr/>
            </p:nvSpPr>
            <p:spPr bwMode="auto">
              <a:xfrm>
                <a:off x="3192"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3" name="Rectangle 1256">
                <a:extLst>
                  <a:ext uri="{FF2B5EF4-FFF2-40B4-BE49-F238E27FC236}">
                    <a16:creationId xmlns:a16="http://schemas.microsoft.com/office/drawing/2014/main" id="{7B3432AD-AF8D-89E5-4B2A-85C5E8B3B767}"/>
                  </a:ext>
                </a:extLst>
              </p:cNvPr>
              <p:cNvSpPr>
                <a:spLocks noChangeArrowheads="1"/>
              </p:cNvSpPr>
              <p:nvPr/>
            </p:nvSpPr>
            <p:spPr bwMode="auto">
              <a:xfrm>
                <a:off x="3599"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4" name="Rectangle 1257">
                <a:extLst>
                  <a:ext uri="{FF2B5EF4-FFF2-40B4-BE49-F238E27FC236}">
                    <a16:creationId xmlns:a16="http://schemas.microsoft.com/office/drawing/2014/main" id="{14EDE6E9-C1F0-5973-D792-8ADCFAC38382}"/>
                  </a:ext>
                </a:extLst>
              </p:cNvPr>
              <p:cNvSpPr>
                <a:spLocks noChangeArrowheads="1"/>
              </p:cNvSpPr>
              <p:nvPr/>
            </p:nvSpPr>
            <p:spPr bwMode="auto">
              <a:xfrm>
                <a:off x="4004"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5" name="Rectangle 1258">
                <a:extLst>
                  <a:ext uri="{FF2B5EF4-FFF2-40B4-BE49-F238E27FC236}">
                    <a16:creationId xmlns:a16="http://schemas.microsoft.com/office/drawing/2014/main" id="{5153E06F-E1DB-4974-E289-576C68EF7FE5}"/>
                  </a:ext>
                </a:extLst>
              </p:cNvPr>
              <p:cNvSpPr>
                <a:spLocks noChangeArrowheads="1"/>
              </p:cNvSpPr>
              <p:nvPr/>
            </p:nvSpPr>
            <p:spPr bwMode="auto">
              <a:xfrm>
                <a:off x="4411" y="317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6" name="Rectangle 1259">
                <a:extLst>
                  <a:ext uri="{FF2B5EF4-FFF2-40B4-BE49-F238E27FC236}">
                    <a16:creationId xmlns:a16="http://schemas.microsoft.com/office/drawing/2014/main" id="{3BE06958-852A-3E49-02B0-89D4F9FD8148}"/>
                  </a:ext>
                </a:extLst>
              </p:cNvPr>
              <p:cNvSpPr>
                <a:spLocks noChangeArrowheads="1"/>
              </p:cNvSpPr>
              <p:nvPr/>
            </p:nvSpPr>
            <p:spPr bwMode="auto">
              <a:xfrm>
                <a:off x="4818"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7" name="Rectangle 1260">
                <a:extLst>
                  <a:ext uri="{FF2B5EF4-FFF2-40B4-BE49-F238E27FC236}">
                    <a16:creationId xmlns:a16="http://schemas.microsoft.com/office/drawing/2014/main" id="{FAA6C305-DBC8-A072-1855-D6C57C18ADD2}"/>
                  </a:ext>
                </a:extLst>
              </p:cNvPr>
              <p:cNvSpPr>
                <a:spLocks noChangeArrowheads="1"/>
              </p:cNvSpPr>
              <p:nvPr/>
            </p:nvSpPr>
            <p:spPr bwMode="auto">
              <a:xfrm>
                <a:off x="5225" y="317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8" name="Rectangle 1261">
                <a:extLst>
                  <a:ext uri="{FF2B5EF4-FFF2-40B4-BE49-F238E27FC236}">
                    <a16:creationId xmlns:a16="http://schemas.microsoft.com/office/drawing/2014/main" id="{41ECC106-D829-4B10-034D-2CB38B862244}"/>
                  </a:ext>
                </a:extLst>
              </p:cNvPr>
              <p:cNvSpPr>
                <a:spLocks noChangeArrowheads="1"/>
              </p:cNvSpPr>
              <p:nvPr/>
            </p:nvSpPr>
            <p:spPr bwMode="auto">
              <a:xfrm>
                <a:off x="374" y="3175"/>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10</a:t>
                </a:r>
              </a:p>
            </p:txBody>
          </p:sp>
          <p:sp>
            <p:nvSpPr>
              <p:cNvPr id="559" name="Rectangle 1262">
                <a:extLst>
                  <a:ext uri="{FF2B5EF4-FFF2-40B4-BE49-F238E27FC236}">
                    <a16:creationId xmlns:a16="http://schemas.microsoft.com/office/drawing/2014/main" id="{130F8527-D883-E64B-8A9D-ACD4860193D1}"/>
                  </a:ext>
                </a:extLst>
              </p:cNvPr>
              <p:cNvSpPr>
                <a:spLocks noChangeArrowheads="1"/>
              </p:cNvSpPr>
              <p:nvPr/>
            </p:nvSpPr>
            <p:spPr bwMode="auto">
              <a:xfrm>
                <a:off x="680" y="3175"/>
                <a:ext cx="3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OBR-004</a:t>
                </a:r>
              </a:p>
            </p:txBody>
          </p:sp>
          <p:sp>
            <p:nvSpPr>
              <p:cNvPr id="560" name="Rectangle 1263">
                <a:extLst>
                  <a:ext uri="{FF2B5EF4-FFF2-40B4-BE49-F238E27FC236}">
                    <a16:creationId xmlns:a16="http://schemas.microsoft.com/office/drawing/2014/main" id="{13E6C233-B2D7-BBCB-40FE-B55F77401CCF}"/>
                  </a:ext>
                </a:extLst>
              </p:cNvPr>
              <p:cNvSpPr>
                <a:spLocks noChangeArrowheads="1"/>
              </p:cNvSpPr>
              <p:nvPr/>
            </p:nvSpPr>
            <p:spPr bwMode="auto">
              <a:xfrm>
                <a:off x="1272" y="3175"/>
                <a:ext cx="17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12</a:t>
                </a:r>
              </a:p>
            </p:txBody>
          </p:sp>
          <p:sp>
            <p:nvSpPr>
              <p:cNvPr id="561" name="Rectangle 1264">
                <a:extLst>
                  <a:ext uri="{FF2B5EF4-FFF2-40B4-BE49-F238E27FC236}">
                    <a16:creationId xmlns:a16="http://schemas.microsoft.com/office/drawing/2014/main" id="{8D9D898E-C5ED-AFE5-5033-E62E326E8C60}"/>
                  </a:ext>
                </a:extLst>
              </p:cNvPr>
              <p:cNvSpPr>
                <a:spLocks noChangeArrowheads="1"/>
              </p:cNvSpPr>
              <p:nvPr/>
            </p:nvSpPr>
            <p:spPr bwMode="auto">
              <a:xfrm>
                <a:off x="1704" y="3175"/>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a:t>
                </a:r>
              </a:p>
            </p:txBody>
          </p:sp>
          <p:sp>
            <p:nvSpPr>
              <p:cNvPr id="562" name="Rectangle 1265">
                <a:extLst>
                  <a:ext uri="{FF2B5EF4-FFF2-40B4-BE49-F238E27FC236}">
                    <a16:creationId xmlns:a16="http://schemas.microsoft.com/office/drawing/2014/main" id="{701D826C-F73E-B03B-8E06-264D86F90B58}"/>
                  </a:ext>
                </a:extLst>
              </p:cNvPr>
              <p:cNvSpPr>
                <a:spLocks noChangeArrowheads="1"/>
              </p:cNvSpPr>
              <p:nvPr/>
            </p:nvSpPr>
            <p:spPr bwMode="auto">
              <a:xfrm>
                <a:off x="2079" y="3151"/>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63" name="Rectangle 1266">
                <a:extLst>
                  <a:ext uri="{FF2B5EF4-FFF2-40B4-BE49-F238E27FC236}">
                    <a16:creationId xmlns:a16="http://schemas.microsoft.com/office/drawing/2014/main" id="{26FE3D2D-5905-A9A3-C1D5-52BEAF2EEA66}"/>
                  </a:ext>
                </a:extLst>
              </p:cNvPr>
              <p:cNvSpPr>
                <a:spLocks noChangeArrowheads="1"/>
              </p:cNvSpPr>
              <p:nvPr/>
            </p:nvSpPr>
            <p:spPr bwMode="auto">
              <a:xfrm>
                <a:off x="2883" y="3151"/>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64" name="Rectangle 1267">
                <a:extLst>
                  <a:ext uri="{FF2B5EF4-FFF2-40B4-BE49-F238E27FC236}">
                    <a16:creationId xmlns:a16="http://schemas.microsoft.com/office/drawing/2014/main" id="{96316C93-AFFB-2FE9-950D-2ABBEA97FB60}"/>
                  </a:ext>
                </a:extLst>
              </p:cNvPr>
              <p:cNvSpPr>
                <a:spLocks noChangeArrowheads="1"/>
              </p:cNvSpPr>
              <p:nvPr/>
            </p:nvSpPr>
            <p:spPr bwMode="auto">
              <a:xfrm>
                <a:off x="3289" y="3151"/>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ƒ</a:t>
                </a:r>
              </a:p>
            </p:txBody>
          </p:sp>
          <p:sp>
            <p:nvSpPr>
              <p:cNvPr id="565" name="Rectangle 1268">
                <a:extLst>
                  <a:ext uri="{FF2B5EF4-FFF2-40B4-BE49-F238E27FC236}">
                    <a16:creationId xmlns:a16="http://schemas.microsoft.com/office/drawing/2014/main" id="{64CAA37D-622C-F7FA-6916-6425F45D0A02}"/>
                  </a:ext>
                </a:extLst>
              </p:cNvPr>
              <p:cNvSpPr>
                <a:spLocks noChangeArrowheads="1"/>
              </p:cNvSpPr>
              <p:nvPr/>
            </p:nvSpPr>
            <p:spPr bwMode="auto">
              <a:xfrm>
                <a:off x="3696" y="3151"/>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66" name="Rectangle 1269">
                <a:extLst>
                  <a:ext uri="{FF2B5EF4-FFF2-40B4-BE49-F238E27FC236}">
                    <a16:creationId xmlns:a16="http://schemas.microsoft.com/office/drawing/2014/main" id="{F5FAD6EB-CFA0-6832-FD35-4835FEAD21E4}"/>
                  </a:ext>
                </a:extLst>
              </p:cNvPr>
              <p:cNvSpPr>
                <a:spLocks noChangeArrowheads="1"/>
              </p:cNvSpPr>
              <p:nvPr/>
            </p:nvSpPr>
            <p:spPr bwMode="auto">
              <a:xfrm>
                <a:off x="4511" y="3151"/>
                <a:ext cx="2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67" name="Rectangle 1270">
                <a:extLst>
                  <a:ext uri="{FF2B5EF4-FFF2-40B4-BE49-F238E27FC236}">
                    <a16:creationId xmlns:a16="http://schemas.microsoft.com/office/drawing/2014/main" id="{A958E783-8ECD-251F-17C6-59C4933005A7}"/>
                  </a:ext>
                </a:extLst>
              </p:cNvPr>
              <p:cNvSpPr>
                <a:spLocks noChangeArrowheads="1"/>
              </p:cNvSpPr>
              <p:nvPr/>
            </p:nvSpPr>
            <p:spPr bwMode="auto">
              <a:xfrm>
                <a:off x="4918" y="3151"/>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solidFill>
                      <a:srgbClr val="000000"/>
                    </a:solidFill>
                    <a:latin typeface="Wingdings" panose="05000000000000000000" pitchFamily="2" charset="2"/>
                  </a:rPr>
                  <a:t>†</a:t>
                </a:r>
              </a:p>
            </p:txBody>
          </p:sp>
          <p:sp>
            <p:nvSpPr>
              <p:cNvPr id="568" name="Rectangle 1271">
                <a:extLst>
                  <a:ext uri="{FF2B5EF4-FFF2-40B4-BE49-F238E27FC236}">
                    <a16:creationId xmlns:a16="http://schemas.microsoft.com/office/drawing/2014/main" id="{DDE73F28-05D7-B30F-5B2F-BF3422765A38}"/>
                  </a:ext>
                </a:extLst>
              </p:cNvPr>
              <p:cNvSpPr>
                <a:spLocks noChangeArrowheads="1"/>
              </p:cNvSpPr>
              <p:nvPr/>
            </p:nvSpPr>
            <p:spPr bwMode="auto">
              <a:xfrm>
                <a:off x="346"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9" name="Rectangle 1272">
                <a:extLst>
                  <a:ext uri="{FF2B5EF4-FFF2-40B4-BE49-F238E27FC236}">
                    <a16:creationId xmlns:a16="http://schemas.microsoft.com/office/drawing/2014/main" id="{42A83002-A112-8089-0268-1A4E39375519}"/>
                  </a:ext>
                </a:extLst>
              </p:cNvPr>
              <p:cNvSpPr>
                <a:spLocks noChangeArrowheads="1"/>
              </p:cNvSpPr>
              <p:nvPr/>
            </p:nvSpPr>
            <p:spPr bwMode="auto">
              <a:xfrm>
                <a:off x="351" y="3319"/>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0" name="Rectangle 1273">
                <a:extLst>
                  <a:ext uri="{FF2B5EF4-FFF2-40B4-BE49-F238E27FC236}">
                    <a16:creationId xmlns:a16="http://schemas.microsoft.com/office/drawing/2014/main" id="{284DD21D-F006-97F6-D55C-68CF45A04E27}"/>
                  </a:ext>
                </a:extLst>
              </p:cNvPr>
              <p:cNvSpPr>
                <a:spLocks noChangeArrowheads="1"/>
              </p:cNvSpPr>
              <p:nvPr/>
            </p:nvSpPr>
            <p:spPr bwMode="auto">
              <a:xfrm>
                <a:off x="582"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1" name="Rectangle 1274">
                <a:extLst>
                  <a:ext uri="{FF2B5EF4-FFF2-40B4-BE49-F238E27FC236}">
                    <a16:creationId xmlns:a16="http://schemas.microsoft.com/office/drawing/2014/main" id="{C55F8AF2-6BF0-55BC-4EC4-C3CB1B8DD22C}"/>
                  </a:ext>
                </a:extLst>
              </p:cNvPr>
              <p:cNvSpPr>
                <a:spLocks noChangeArrowheads="1"/>
              </p:cNvSpPr>
              <p:nvPr/>
            </p:nvSpPr>
            <p:spPr bwMode="auto">
              <a:xfrm>
                <a:off x="587" y="3319"/>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2" name="Rectangle 1275">
                <a:extLst>
                  <a:ext uri="{FF2B5EF4-FFF2-40B4-BE49-F238E27FC236}">
                    <a16:creationId xmlns:a16="http://schemas.microsoft.com/office/drawing/2014/main" id="{E313EE4F-2291-F809-94E7-0E29EE2B4104}"/>
                  </a:ext>
                </a:extLst>
              </p:cNvPr>
              <p:cNvSpPr>
                <a:spLocks noChangeArrowheads="1"/>
              </p:cNvSpPr>
              <p:nvPr/>
            </p:nvSpPr>
            <p:spPr bwMode="auto">
              <a:xfrm>
                <a:off x="1157"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3" name="Rectangle 1276">
                <a:extLst>
                  <a:ext uri="{FF2B5EF4-FFF2-40B4-BE49-F238E27FC236}">
                    <a16:creationId xmlns:a16="http://schemas.microsoft.com/office/drawing/2014/main" id="{CBBED17E-641F-02A9-22E1-700E0FABEF31}"/>
                  </a:ext>
                </a:extLst>
              </p:cNvPr>
              <p:cNvSpPr>
                <a:spLocks noChangeArrowheads="1"/>
              </p:cNvSpPr>
              <p:nvPr/>
            </p:nvSpPr>
            <p:spPr bwMode="auto">
              <a:xfrm>
                <a:off x="1163" y="33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4" name="Rectangle 1277">
                <a:extLst>
                  <a:ext uri="{FF2B5EF4-FFF2-40B4-BE49-F238E27FC236}">
                    <a16:creationId xmlns:a16="http://schemas.microsoft.com/office/drawing/2014/main" id="{86884DF9-65A1-E7B0-BC8E-5ECE3FF6B29F}"/>
                  </a:ext>
                </a:extLst>
              </p:cNvPr>
              <p:cNvSpPr>
                <a:spLocks noChangeArrowheads="1"/>
              </p:cNvSpPr>
              <p:nvPr/>
            </p:nvSpPr>
            <p:spPr bwMode="auto">
              <a:xfrm>
                <a:off x="1564"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5" name="Rectangle 1278">
                <a:extLst>
                  <a:ext uri="{FF2B5EF4-FFF2-40B4-BE49-F238E27FC236}">
                    <a16:creationId xmlns:a16="http://schemas.microsoft.com/office/drawing/2014/main" id="{50E6CDB5-1BEA-09D9-5ABA-3F667C530CC9}"/>
                  </a:ext>
                </a:extLst>
              </p:cNvPr>
              <p:cNvSpPr>
                <a:spLocks noChangeArrowheads="1"/>
              </p:cNvSpPr>
              <p:nvPr/>
            </p:nvSpPr>
            <p:spPr bwMode="auto">
              <a:xfrm>
                <a:off x="1570" y="3319"/>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6" name="Rectangle 1279">
                <a:extLst>
                  <a:ext uri="{FF2B5EF4-FFF2-40B4-BE49-F238E27FC236}">
                    <a16:creationId xmlns:a16="http://schemas.microsoft.com/office/drawing/2014/main" id="{49485D5A-7F1C-5683-B632-657E4BA34938}"/>
                  </a:ext>
                </a:extLst>
              </p:cNvPr>
              <p:cNvSpPr>
                <a:spLocks noChangeArrowheads="1"/>
              </p:cNvSpPr>
              <p:nvPr/>
            </p:nvSpPr>
            <p:spPr bwMode="auto">
              <a:xfrm>
                <a:off x="1987"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7" name="Rectangle 1280">
                <a:extLst>
                  <a:ext uri="{FF2B5EF4-FFF2-40B4-BE49-F238E27FC236}">
                    <a16:creationId xmlns:a16="http://schemas.microsoft.com/office/drawing/2014/main" id="{782A052A-60E2-A2DB-B93A-3AF14397AD3D}"/>
                  </a:ext>
                </a:extLst>
              </p:cNvPr>
              <p:cNvSpPr>
                <a:spLocks noChangeArrowheads="1"/>
              </p:cNvSpPr>
              <p:nvPr/>
            </p:nvSpPr>
            <p:spPr bwMode="auto">
              <a:xfrm>
                <a:off x="1993" y="3319"/>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8" name="Rectangle 1281">
                <a:extLst>
                  <a:ext uri="{FF2B5EF4-FFF2-40B4-BE49-F238E27FC236}">
                    <a16:creationId xmlns:a16="http://schemas.microsoft.com/office/drawing/2014/main" id="{DCF5813E-2E9D-1662-30C9-A775BF7CCCE7}"/>
                  </a:ext>
                </a:extLst>
              </p:cNvPr>
              <p:cNvSpPr>
                <a:spLocks noChangeArrowheads="1"/>
              </p:cNvSpPr>
              <p:nvPr/>
            </p:nvSpPr>
            <p:spPr bwMode="auto">
              <a:xfrm>
                <a:off x="2378"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9" name="Rectangle 1282">
                <a:extLst>
                  <a:ext uri="{FF2B5EF4-FFF2-40B4-BE49-F238E27FC236}">
                    <a16:creationId xmlns:a16="http://schemas.microsoft.com/office/drawing/2014/main" id="{EBFEE813-B521-9D51-7130-9F6F4992D055}"/>
                  </a:ext>
                </a:extLst>
              </p:cNvPr>
              <p:cNvSpPr>
                <a:spLocks noChangeArrowheads="1"/>
              </p:cNvSpPr>
              <p:nvPr/>
            </p:nvSpPr>
            <p:spPr bwMode="auto">
              <a:xfrm>
                <a:off x="2384" y="33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0" name="Rectangle 1283">
                <a:extLst>
                  <a:ext uri="{FF2B5EF4-FFF2-40B4-BE49-F238E27FC236}">
                    <a16:creationId xmlns:a16="http://schemas.microsoft.com/office/drawing/2014/main" id="{3B8D6B7C-3FDD-68FE-6C4A-84C8D84208B5}"/>
                  </a:ext>
                </a:extLst>
              </p:cNvPr>
              <p:cNvSpPr>
                <a:spLocks noChangeArrowheads="1"/>
              </p:cNvSpPr>
              <p:nvPr/>
            </p:nvSpPr>
            <p:spPr bwMode="auto">
              <a:xfrm>
                <a:off x="2785"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1" name="Rectangle 1284">
                <a:extLst>
                  <a:ext uri="{FF2B5EF4-FFF2-40B4-BE49-F238E27FC236}">
                    <a16:creationId xmlns:a16="http://schemas.microsoft.com/office/drawing/2014/main" id="{7EC5043E-99F7-DC8F-0C70-2BFD59151632}"/>
                  </a:ext>
                </a:extLst>
              </p:cNvPr>
              <p:cNvSpPr>
                <a:spLocks noChangeArrowheads="1"/>
              </p:cNvSpPr>
              <p:nvPr/>
            </p:nvSpPr>
            <p:spPr bwMode="auto">
              <a:xfrm>
                <a:off x="2791" y="33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2" name="Rectangle 1285">
                <a:extLst>
                  <a:ext uri="{FF2B5EF4-FFF2-40B4-BE49-F238E27FC236}">
                    <a16:creationId xmlns:a16="http://schemas.microsoft.com/office/drawing/2014/main" id="{D520D0E7-E60D-4DE7-1BF2-E232E903CFF6}"/>
                  </a:ext>
                </a:extLst>
              </p:cNvPr>
              <p:cNvSpPr>
                <a:spLocks noChangeArrowheads="1"/>
              </p:cNvSpPr>
              <p:nvPr/>
            </p:nvSpPr>
            <p:spPr bwMode="auto">
              <a:xfrm>
                <a:off x="3192"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3" name="Rectangle 1286">
                <a:extLst>
                  <a:ext uri="{FF2B5EF4-FFF2-40B4-BE49-F238E27FC236}">
                    <a16:creationId xmlns:a16="http://schemas.microsoft.com/office/drawing/2014/main" id="{D699E44D-CF36-CF58-FF90-8CA6AC569DF1}"/>
                  </a:ext>
                </a:extLst>
              </p:cNvPr>
              <p:cNvSpPr>
                <a:spLocks noChangeArrowheads="1"/>
              </p:cNvSpPr>
              <p:nvPr/>
            </p:nvSpPr>
            <p:spPr bwMode="auto">
              <a:xfrm>
                <a:off x="3198" y="33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4" name="Rectangle 1287">
                <a:extLst>
                  <a:ext uri="{FF2B5EF4-FFF2-40B4-BE49-F238E27FC236}">
                    <a16:creationId xmlns:a16="http://schemas.microsoft.com/office/drawing/2014/main" id="{0EACC4A7-BC62-3239-ECAB-6F5875605220}"/>
                  </a:ext>
                </a:extLst>
              </p:cNvPr>
              <p:cNvSpPr>
                <a:spLocks noChangeArrowheads="1"/>
              </p:cNvSpPr>
              <p:nvPr/>
            </p:nvSpPr>
            <p:spPr bwMode="auto">
              <a:xfrm>
                <a:off x="3599"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5" name="Rectangle 1288">
                <a:extLst>
                  <a:ext uri="{FF2B5EF4-FFF2-40B4-BE49-F238E27FC236}">
                    <a16:creationId xmlns:a16="http://schemas.microsoft.com/office/drawing/2014/main" id="{F3E416B0-2051-7A27-5229-1E74AB25B138}"/>
                  </a:ext>
                </a:extLst>
              </p:cNvPr>
              <p:cNvSpPr>
                <a:spLocks noChangeArrowheads="1"/>
              </p:cNvSpPr>
              <p:nvPr/>
            </p:nvSpPr>
            <p:spPr bwMode="auto">
              <a:xfrm>
                <a:off x="3605" y="3319"/>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6" name="Rectangle 1289">
                <a:extLst>
                  <a:ext uri="{FF2B5EF4-FFF2-40B4-BE49-F238E27FC236}">
                    <a16:creationId xmlns:a16="http://schemas.microsoft.com/office/drawing/2014/main" id="{5BEAD612-6BBA-967D-F2E6-73786DD9A434}"/>
                  </a:ext>
                </a:extLst>
              </p:cNvPr>
              <p:cNvSpPr>
                <a:spLocks noChangeArrowheads="1"/>
              </p:cNvSpPr>
              <p:nvPr/>
            </p:nvSpPr>
            <p:spPr bwMode="auto">
              <a:xfrm>
                <a:off x="4004"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7" name="Rectangle 1290">
                <a:extLst>
                  <a:ext uri="{FF2B5EF4-FFF2-40B4-BE49-F238E27FC236}">
                    <a16:creationId xmlns:a16="http://schemas.microsoft.com/office/drawing/2014/main" id="{48A33C0E-340E-95D6-9A32-381CD69F9B16}"/>
                  </a:ext>
                </a:extLst>
              </p:cNvPr>
              <p:cNvSpPr>
                <a:spLocks noChangeArrowheads="1"/>
              </p:cNvSpPr>
              <p:nvPr/>
            </p:nvSpPr>
            <p:spPr bwMode="auto">
              <a:xfrm>
                <a:off x="4010" y="3319"/>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8" name="Rectangle 1291">
                <a:extLst>
                  <a:ext uri="{FF2B5EF4-FFF2-40B4-BE49-F238E27FC236}">
                    <a16:creationId xmlns:a16="http://schemas.microsoft.com/office/drawing/2014/main" id="{F65C783A-C439-CE74-D092-0020D3EFB363}"/>
                  </a:ext>
                </a:extLst>
              </p:cNvPr>
              <p:cNvSpPr>
                <a:spLocks noChangeArrowheads="1"/>
              </p:cNvSpPr>
              <p:nvPr/>
            </p:nvSpPr>
            <p:spPr bwMode="auto">
              <a:xfrm>
                <a:off x="4411" y="3319"/>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9" name="Rectangle 1292">
                <a:extLst>
                  <a:ext uri="{FF2B5EF4-FFF2-40B4-BE49-F238E27FC236}">
                    <a16:creationId xmlns:a16="http://schemas.microsoft.com/office/drawing/2014/main" id="{A46D7D5E-8E2F-401C-23F4-4C2A5AD7CEC3}"/>
                  </a:ext>
                </a:extLst>
              </p:cNvPr>
              <p:cNvSpPr>
                <a:spLocks noChangeArrowheads="1"/>
              </p:cNvSpPr>
              <p:nvPr/>
            </p:nvSpPr>
            <p:spPr bwMode="auto">
              <a:xfrm>
                <a:off x="4417" y="33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0" name="Rectangle 1293">
                <a:extLst>
                  <a:ext uri="{FF2B5EF4-FFF2-40B4-BE49-F238E27FC236}">
                    <a16:creationId xmlns:a16="http://schemas.microsoft.com/office/drawing/2014/main" id="{CB5D072F-D1D2-FE4D-B31B-743523381CA5}"/>
                  </a:ext>
                </a:extLst>
              </p:cNvPr>
              <p:cNvSpPr>
                <a:spLocks noChangeArrowheads="1"/>
              </p:cNvSpPr>
              <p:nvPr/>
            </p:nvSpPr>
            <p:spPr bwMode="auto">
              <a:xfrm>
                <a:off x="4818"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1" name="Rectangle 1294">
                <a:extLst>
                  <a:ext uri="{FF2B5EF4-FFF2-40B4-BE49-F238E27FC236}">
                    <a16:creationId xmlns:a16="http://schemas.microsoft.com/office/drawing/2014/main" id="{E3B6B05F-F648-D2B5-117D-A3A3FC7FDBDB}"/>
                  </a:ext>
                </a:extLst>
              </p:cNvPr>
              <p:cNvSpPr>
                <a:spLocks noChangeArrowheads="1"/>
              </p:cNvSpPr>
              <p:nvPr/>
            </p:nvSpPr>
            <p:spPr bwMode="auto">
              <a:xfrm>
                <a:off x="4824" y="3319"/>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2" name="Rectangle 1295">
                <a:extLst>
                  <a:ext uri="{FF2B5EF4-FFF2-40B4-BE49-F238E27FC236}">
                    <a16:creationId xmlns:a16="http://schemas.microsoft.com/office/drawing/2014/main" id="{D52BAD69-0FA9-9ADE-65FF-E7968A35111A}"/>
                  </a:ext>
                </a:extLst>
              </p:cNvPr>
              <p:cNvSpPr>
                <a:spLocks noChangeArrowheads="1"/>
              </p:cNvSpPr>
              <p:nvPr/>
            </p:nvSpPr>
            <p:spPr bwMode="auto">
              <a:xfrm>
                <a:off x="5225" y="331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3" name="Rectangle 1296">
                <a:extLst>
                  <a:ext uri="{FF2B5EF4-FFF2-40B4-BE49-F238E27FC236}">
                    <a16:creationId xmlns:a16="http://schemas.microsoft.com/office/drawing/2014/main" id="{2EE5F767-244E-CAE8-9085-FDDE4F6CD024}"/>
                  </a:ext>
                </a:extLst>
              </p:cNvPr>
              <p:cNvSpPr>
                <a:spLocks noChangeArrowheads="1"/>
              </p:cNvSpPr>
              <p:nvPr/>
            </p:nvSpPr>
            <p:spPr bwMode="auto">
              <a:xfrm>
                <a:off x="346"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4" name="Rectangle 1297">
                <a:extLst>
                  <a:ext uri="{FF2B5EF4-FFF2-40B4-BE49-F238E27FC236}">
                    <a16:creationId xmlns:a16="http://schemas.microsoft.com/office/drawing/2014/main" id="{12299D81-2E87-6E10-2AFB-BF0553E82C3D}"/>
                  </a:ext>
                </a:extLst>
              </p:cNvPr>
              <p:cNvSpPr>
                <a:spLocks noChangeArrowheads="1"/>
              </p:cNvSpPr>
              <p:nvPr/>
            </p:nvSpPr>
            <p:spPr bwMode="auto">
              <a:xfrm>
                <a:off x="582"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5" name="Rectangle 1298">
                <a:extLst>
                  <a:ext uri="{FF2B5EF4-FFF2-40B4-BE49-F238E27FC236}">
                    <a16:creationId xmlns:a16="http://schemas.microsoft.com/office/drawing/2014/main" id="{ABD56E26-3207-5368-2FA2-11FB07FDE0DE}"/>
                  </a:ext>
                </a:extLst>
              </p:cNvPr>
              <p:cNvSpPr>
                <a:spLocks noChangeArrowheads="1"/>
              </p:cNvSpPr>
              <p:nvPr/>
            </p:nvSpPr>
            <p:spPr bwMode="auto">
              <a:xfrm>
                <a:off x="1157"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6" name="Rectangle 1299">
                <a:extLst>
                  <a:ext uri="{FF2B5EF4-FFF2-40B4-BE49-F238E27FC236}">
                    <a16:creationId xmlns:a16="http://schemas.microsoft.com/office/drawing/2014/main" id="{0CAA692B-F552-EB28-3471-9AFB2DCD7183}"/>
                  </a:ext>
                </a:extLst>
              </p:cNvPr>
              <p:cNvSpPr>
                <a:spLocks noChangeArrowheads="1"/>
              </p:cNvSpPr>
              <p:nvPr/>
            </p:nvSpPr>
            <p:spPr bwMode="auto">
              <a:xfrm>
                <a:off x="1564"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7" name="Rectangle 1300">
                <a:extLst>
                  <a:ext uri="{FF2B5EF4-FFF2-40B4-BE49-F238E27FC236}">
                    <a16:creationId xmlns:a16="http://schemas.microsoft.com/office/drawing/2014/main" id="{4D068DBA-E146-991E-850E-BC25C833FD6B}"/>
                  </a:ext>
                </a:extLst>
              </p:cNvPr>
              <p:cNvSpPr>
                <a:spLocks noChangeArrowheads="1"/>
              </p:cNvSpPr>
              <p:nvPr/>
            </p:nvSpPr>
            <p:spPr bwMode="auto">
              <a:xfrm>
                <a:off x="1987"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8" name="Rectangle 1301">
                <a:extLst>
                  <a:ext uri="{FF2B5EF4-FFF2-40B4-BE49-F238E27FC236}">
                    <a16:creationId xmlns:a16="http://schemas.microsoft.com/office/drawing/2014/main" id="{D1F5C2D0-6519-D86E-5D13-55DD4CFEA9E4}"/>
                  </a:ext>
                </a:extLst>
              </p:cNvPr>
              <p:cNvSpPr>
                <a:spLocks noChangeArrowheads="1"/>
              </p:cNvSpPr>
              <p:nvPr/>
            </p:nvSpPr>
            <p:spPr bwMode="auto">
              <a:xfrm>
                <a:off x="2378"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9" name="Rectangle 1302">
                <a:extLst>
                  <a:ext uri="{FF2B5EF4-FFF2-40B4-BE49-F238E27FC236}">
                    <a16:creationId xmlns:a16="http://schemas.microsoft.com/office/drawing/2014/main" id="{99F314EC-82F3-ECF4-4BD2-63E64129A0F2}"/>
                  </a:ext>
                </a:extLst>
              </p:cNvPr>
              <p:cNvSpPr>
                <a:spLocks noChangeArrowheads="1"/>
              </p:cNvSpPr>
              <p:nvPr/>
            </p:nvSpPr>
            <p:spPr bwMode="auto">
              <a:xfrm>
                <a:off x="2785"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0" name="Rectangle 1303">
                <a:extLst>
                  <a:ext uri="{FF2B5EF4-FFF2-40B4-BE49-F238E27FC236}">
                    <a16:creationId xmlns:a16="http://schemas.microsoft.com/office/drawing/2014/main" id="{4EFD2531-1F78-874F-F358-0D671B60161E}"/>
                  </a:ext>
                </a:extLst>
              </p:cNvPr>
              <p:cNvSpPr>
                <a:spLocks noChangeArrowheads="1"/>
              </p:cNvSpPr>
              <p:nvPr/>
            </p:nvSpPr>
            <p:spPr bwMode="auto">
              <a:xfrm>
                <a:off x="3192"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1" name="Rectangle 1304">
                <a:extLst>
                  <a:ext uri="{FF2B5EF4-FFF2-40B4-BE49-F238E27FC236}">
                    <a16:creationId xmlns:a16="http://schemas.microsoft.com/office/drawing/2014/main" id="{8A82A7AD-EDFE-28CD-5AAA-C1F192CF16ED}"/>
                  </a:ext>
                </a:extLst>
              </p:cNvPr>
              <p:cNvSpPr>
                <a:spLocks noChangeArrowheads="1"/>
              </p:cNvSpPr>
              <p:nvPr/>
            </p:nvSpPr>
            <p:spPr bwMode="auto">
              <a:xfrm>
                <a:off x="3599"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2" name="Rectangle 1305">
                <a:extLst>
                  <a:ext uri="{FF2B5EF4-FFF2-40B4-BE49-F238E27FC236}">
                    <a16:creationId xmlns:a16="http://schemas.microsoft.com/office/drawing/2014/main" id="{757AFB78-556A-24BB-B51E-4D9259EA5631}"/>
                  </a:ext>
                </a:extLst>
              </p:cNvPr>
              <p:cNvSpPr>
                <a:spLocks noChangeArrowheads="1"/>
              </p:cNvSpPr>
              <p:nvPr/>
            </p:nvSpPr>
            <p:spPr bwMode="auto">
              <a:xfrm>
                <a:off x="4004"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3" name="Rectangle 1306">
                <a:extLst>
                  <a:ext uri="{FF2B5EF4-FFF2-40B4-BE49-F238E27FC236}">
                    <a16:creationId xmlns:a16="http://schemas.microsoft.com/office/drawing/2014/main" id="{9083F015-EFB6-291A-1DBC-7C9B2B9D6C73}"/>
                  </a:ext>
                </a:extLst>
              </p:cNvPr>
              <p:cNvSpPr>
                <a:spLocks noChangeArrowheads="1"/>
              </p:cNvSpPr>
              <p:nvPr/>
            </p:nvSpPr>
            <p:spPr bwMode="auto">
              <a:xfrm>
                <a:off x="4411" y="3325"/>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4" name="Rectangle 1307">
                <a:extLst>
                  <a:ext uri="{FF2B5EF4-FFF2-40B4-BE49-F238E27FC236}">
                    <a16:creationId xmlns:a16="http://schemas.microsoft.com/office/drawing/2014/main" id="{A4557903-52D4-0B95-3EB4-9B07A9DF6BC4}"/>
                  </a:ext>
                </a:extLst>
              </p:cNvPr>
              <p:cNvSpPr>
                <a:spLocks noChangeArrowheads="1"/>
              </p:cNvSpPr>
              <p:nvPr/>
            </p:nvSpPr>
            <p:spPr bwMode="auto">
              <a:xfrm>
                <a:off x="4818"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5" name="Rectangle 1308">
                <a:extLst>
                  <a:ext uri="{FF2B5EF4-FFF2-40B4-BE49-F238E27FC236}">
                    <a16:creationId xmlns:a16="http://schemas.microsoft.com/office/drawing/2014/main" id="{9A60E2DB-F808-4F9D-6FAA-9853BF812B98}"/>
                  </a:ext>
                </a:extLst>
              </p:cNvPr>
              <p:cNvSpPr>
                <a:spLocks noChangeArrowheads="1"/>
              </p:cNvSpPr>
              <p:nvPr/>
            </p:nvSpPr>
            <p:spPr bwMode="auto">
              <a:xfrm>
                <a:off x="5225" y="3325"/>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6" name="Rectangle 1309">
                <a:extLst>
                  <a:ext uri="{FF2B5EF4-FFF2-40B4-BE49-F238E27FC236}">
                    <a16:creationId xmlns:a16="http://schemas.microsoft.com/office/drawing/2014/main" id="{BBACA882-0AB2-54EA-0291-676FBCB975B7}"/>
                  </a:ext>
                </a:extLst>
              </p:cNvPr>
              <p:cNvSpPr>
                <a:spLocks noChangeArrowheads="1"/>
              </p:cNvSpPr>
              <p:nvPr/>
            </p:nvSpPr>
            <p:spPr bwMode="auto">
              <a:xfrm>
                <a:off x="346"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7" name="Rectangle 1310">
                <a:extLst>
                  <a:ext uri="{FF2B5EF4-FFF2-40B4-BE49-F238E27FC236}">
                    <a16:creationId xmlns:a16="http://schemas.microsoft.com/office/drawing/2014/main" id="{836F31D7-C616-0D7E-1B95-795D50977C59}"/>
                  </a:ext>
                </a:extLst>
              </p:cNvPr>
              <p:cNvSpPr>
                <a:spLocks noChangeArrowheads="1"/>
              </p:cNvSpPr>
              <p:nvPr/>
            </p:nvSpPr>
            <p:spPr bwMode="auto">
              <a:xfrm>
                <a:off x="351" y="3468"/>
                <a:ext cx="23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8" name="Rectangle 1311">
                <a:extLst>
                  <a:ext uri="{FF2B5EF4-FFF2-40B4-BE49-F238E27FC236}">
                    <a16:creationId xmlns:a16="http://schemas.microsoft.com/office/drawing/2014/main" id="{78A0C15B-9CD0-6C51-25AA-26DF788139F0}"/>
                  </a:ext>
                </a:extLst>
              </p:cNvPr>
              <p:cNvSpPr>
                <a:spLocks noChangeArrowheads="1"/>
              </p:cNvSpPr>
              <p:nvPr/>
            </p:nvSpPr>
            <p:spPr bwMode="auto">
              <a:xfrm>
                <a:off x="582"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9" name="Rectangle 1312">
                <a:extLst>
                  <a:ext uri="{FF2B5EF4-FFF2-40B4-BE49-F238E27FC236}">
                    <a16:creationId xmlns:a16="http://schemas.microsoft.com/office/drawing/2014/main" id="{ABBC9C69-5D1B-F697-A807-E77F1235156A}"/>
                  </a:ext>
                </a:extLst>
              </p:cNvPr>
              <p:cNvSpPr>
                <a:spLocks noChangeArrowheads="1"/>
              </p:cNvSpPr>
              <p:nvPr/>
            </p:nvSpPr>
            <p:spPr bwMode="auto">
              <a:xfrm>
                <a:off x="587" y="3468"/>
                <a:ext cx="57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0" name="Rectangle 1313">
                <a:extLst>
                  <a:ext uri="{FF2B5EF4-FFF2-40B4-BE49-F238E27FC236}">
                    <a16:creationId xmlns:a16="http://schemas.microsoft.com/office/drawing/2014/main" id="{4FBDA0EA-27BD-FC21-EB0D-EA0880AADD26}"/>
                  </a:ext>
                </a:extLst>
              </p:cNvPr>
              <p:cNvSpPr>
                <a:spLocks noChangeArrowheads="1"/>
              </p:cNvSpPr>
              <p:nvPr/>
            </p:nvSpPr>
            <p:spPr bwMode="auto">
              <a:xfrm>
                <a:off x="1157"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1" name="Rectangle 1314">
                <a:extLst>
                  <a:ext uri="{FF2B5EF4-FFF2-40B4-BE49-F238E27FC236}">
                    <a16:creationId xmlns:a16="http://schemas.microsoft.com/office/drawing/2014/main" id="{935A3846-1BAB-92A6-E3D4-178C934848EA}"/>
                  </a:ext>
                </a:extLst>
              </p:cNvPr>
              <p:cNvSpPr>
                <a:spLocks noChangeArrowheads="1"/>
              </p:cNvSpPr>
              <p:nvPr/>
            </p:nvSpPr>
            <p:spPr bwMode="auto">
              <a:xfrm>
                <a:off x="1163" y="3468"/>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2" name="Rectangle 1315">
                <a:extLst>
                  <a:ext uri="{FF2B5EF4-FFF2-40B4-BE49-F238E27FC236}">
                    <a16:creationId xmlns:a16="http://schemas.microsoft.com/office/drawing/2014/main" id="{675F55B0-0E07-5CC9-F39C-6E72ABC9F7B8}"/>
                  </a:ext>
                </a:extLst>
              </p:cNvPr>
              <p:cNvSpPr>
                <a:spLocks noChangeArrowheads="1"/>
              </p:cNvSpPr>
              <p:nvPr/>
            </p:nvSpPr>
            <p:spPr bwMode="auto">
              <a:xfrm>
                <a:off x="1564"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3" name="Rectangle 1316">
                <a:extLst>
                  <a:ext uri="{FF2B5EF4-FFF2-40B4-BE49-F238E27FC236}">
                    <a16:creationId xmlns:a16="http://schemas.microsoft.com/office/drawing/2014/main" id="{705E06A6-ACEA-1586-01C3-67C752D303BC}"/>
                  </a:ext>
                </a:extLst>
              </p:cNvPr>
              <p:cNvSpPr>
                <a:spLocks noChangeArrowheads="1"/>
              </p:cNvSpPr>
              <p:nvPr/>
            </p:nvSpPr>
            <p:spPr bwMode="auto">
              <a:xfrm>
                <a:off x="1570" y="3468"/>
                <a:ext cx="41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4" name="Rectangle 1317">
                <a:extLst>
                  <a:ext uri="{FF2B5EF4-FFF2-40B4-BE49-F238E27FC236}">
                    <a16:creationId xmlns:a16="http://schemas.microsoft.com/office/drawing/2014/main" id="{6AECE63E-D716-FACA-B775-72D1ACBE8FAB}"/>
                  </a:ext>
                </a:extLst>
              </p:cNvPr>
              <p:cNvSpPr>
                <a:spLocks noChangeArrowheads="1"/>
              </p:cNvSpPr>
              <p:nvPr/>
            </p:nvSpPr>
            <p:spPr bwMode="auto">
              <a:xfrm>
                <a:off x="1987"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5" name="Rectangle 1318">
                <a:extLst>
                  <a:ext uri="{FF2B5EF4-FFF2-40B4-BE49-F238E27FC236}">
                    <a16:creationId xmlns:a16="http://schemas.microsoft.com/office/drawing/2014/main" id="{0CD89685-2BC5-FFAA-49FE-1B53B2857D2E}"/>
                  </a:ext>
                </a:extLst>
              </p:cNvPr>
              <p:cNvSpPr>
                <a:spLocks noChangeArrowheads="1"/>
              </p:cNvSpPr>
              <p:nvPr/>
            </p:nvSpPr>
            <p:spPr bwMode="auto">
              <a:xfrm>
                <a:off x="1993" y="3468"/>
                <a:ext cx="38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6" name="Rectangle 1319">
                <a:extLst>
                  <a:ext uri="{FF2B5EF4-FFF2-40B4-BE49-F238E27FC236}">
                    <a16:creationId xmlns:a16="http://schemas.microsoft.com/office/drawing/2014/main" id="{38E2F535-3184-B7BF-6B9E-35899705CF87}"/>
                  </a:ext>
                </a:extLst>
              </p:cNvPr>
              <p:cNvSpPr>
                <a:spLocks noChangeArrowheads="1"/>
              </p:cNvSpPr>
              <p:nvPr/>
            </p:nvSpPr>
            <p:spPr bwMode="auto">
              <a:xfrm>
                <a:off x="2378"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7" name="Rectangle 1320">
                <a:extLst>
                  <a:ext uri="{FF2B5EF4-FFF2-40B4-BE49-F238E27FC236}">
                    <a16:creationId xmlns:a16="http://schemas.microsoft.com/office/drawing/2014/main" id="{21C18F8F-ED0B-1032-35FC-8DD56B1F213A}"/>
                  </a:ext>
                </a:extLst>
              </p:cNvPr>
              <p:cNvSpPr>
                <a:spLocks noChangeArrowheads="1"/>
              </p:cNvSpPr>
              <p:nvPr/>
            </p:nvSpPr>
            <p:spPr bwMode="auto">
              <a:xfrm>
                <a:off x="2384" y="3468"/>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8" name="Rectangle 1321">
                <a:extLst>
                  <a:ext uri="{FF2B5EF4-FFF2-40B4-BE49-F238E27FC236}">
                    <a16:creationId xmlns:a16="http://schemas.microsoft.com/office/drawing/2014/main" id="{7D689E75-7461-6FDF-8CE8-A9E0C54278D4}"/>
                  </a:ext>
                </a:extLst>
              </p:cNvPr>
              <p:cNvSpPr>
                <a:spLocks noChangeArrowheads="1"/>
              </p:cNvSpPr>
              <p:nvPr/>
            </p:nvSpPr>
            <p:spPr bwMode="auto">
              <a:xfrm>
                <a:off x="2785"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9" name="Rectangle 1322">
                <a:extLst>
                  <a:ext uri="{FF2B5EF4-FFF2-40B4-BE49-F238E27FC236}">
                    <a16:creationId xmlns:a16="http://schemas.microsoft.com/office/drawing/2014/main" id="{69690ECD-CEC6-AAC9-E724-317714052342}"/>
                  </a:ext>
                </a:extLst>
              </p:cNvPr>
              <p:cNvSpPr>
                <a:spLocks noChangeArrowheads="1"/>
              </p:cNvSpPr>
              <p:nvPr/>
            </p:nvSpPr>
            <p:spPr bwMode="auto">
              <a:xfrm>
                <a:off x="2791" y="3468"/>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0" name="Rectangle 1323">
                <a:extLst>
                  <a:ext uri="{FF2B5EF4-FFF2-40B4-BE49-F238E27FC236}">
                    <a16:creationId xmlns:a16="http://schemas.microsoft.com/office/drawing/2014/main" id="{59A0C04A-D801-65ED-F120-8705DE9EDD12}"/>
                  </a:ext>
                </a:extLst>
              </p:cNvPr>
              <p:cNvSpPr>
                <a:spLocks noChangeArrowheads="1"/>
              </p:cNvSpPr>
              <p:nvPr/>
            </p:nvSpPr>
            <p:spPr bwMode="auto">
              <a:xfrm>
                <a:off x="3192"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1" name="Rectangle 1324">
                <a:extLst>
                  <a:ext uri="{FF2B5EF4-FFF2-40B4-BE49-F238E27FC236}">
                    <a16:creationId xmlns:a16="http://schemas.microsoft.com/office/drawing/2014/main" id="{CB620B68-399E-5942-1103-1A3C62AA30E1}"/>
                  </a:ext>
                </a:extLst>
              </p:cNvPr>
              <p:cNvSpPr>
                <a:spLocks noChangeArrowheads="1"/>
              </p:cNvSpPr>
              <p:nvPr/>
            </p:nvSpPr>
            <p:spPr bwMode="auto">
              <a:xfrm>
                <a:off x="3198" y="3468"/>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2" name="Rectangle 1325">
                <a:extLst>
                  <a:ext uri="{FF2B5EF4-FFF2-40B4-BE49-F238E27FC236}">
                    <a16:creationId xmlns:a16="http://schemas.microsoft.com/office/drawing/2014/main" id="{2B176E21-D7DD-5C0F-5564-7A4446EA3989}"/>
                  </a:ext>
                </a:extLst>
              </p:cNvPr>
              <p:cNvSpPr>
                <a:spLocks noChangeArrowheads="1"/>
              </p:cNvSpPr>
              <p:nvPr/>
            </p:nvSpPr>
            <p:spPr bwMode="auto">
              <a:xfrm>
                <a:off x="3599"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3" name="Rectangle 1326">
                <a:extLst>
                  <a:ext uri="{FF2B5EF4-FFF2-40B4-BE49-F238E27FC236}">
                    <a16:creationId xmlns:a16="http://schemas.microsoft.com/office/drawing/2014/main" id="{2849BE08-C33A-40EE-40F5-8BA90DBD99FC}"/>
                  </a:ext>
                </a:extLst>
              </p:cNvPr>
              <p:cNvSpPr>
                <a:spLocks noChangeArrowheads="1"/>
              </p:cNvSpPr>
              <p:nvPr/>
            </p:nvSpPr>
            <p:spPr bwMode="auto">
              <a:xfrm>
                <a:off x="3605" y="3468"/>
                <a:ext cx="39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4" name="Rectangle 1327">
                <a:extLst>
                  <a:ext uri="{FF2B5EF4-FFF2-40B4-BE49-F238E27FC236}">
                    <a16:creationId xmlns:a16="http://schemas.microsoft.com/office/drawing/2014/main" id="{58D45086-0E1F-7F56-08D8-911AC7675EB2}"/>
                  </a:ext>
                </a:extLst>
              </p:cNvPr>
              <p:cNvSpPr>
                <a:spLocks noChangeArrowheads="1"/>
              </p:cNvSpPr>
              <p:nvPr/>
            </p:nvSpPr>
            <p:spPr bwMode="auto">
              <a:xfrm>
                <a:off x="4004"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5" name="Rectangle 1328">
                <a:extLst>
                  <a:ext uri="{FF2B5EF4-FFF2-40B4-BE49-F238E27FC236}">
                    <a16:creationId xmlns:a16="http://schemas.microsoft.com/office/drawing/2014/main" id="{6D936BA1-A381-68EC-2331-BFD3031D21C2}"/>
                  </a:ext>
                </a:extLst>
              </p:cNvPr>
              <p:cNvSpPr>
                <a:spLocks noChangeArrowheads="1"/>
              </p:cNvSpPr>
              <p:nvPr/>
            </p:nvSpPr>
            <p:spPr bwMode="auto">
              <a:xfrm>
                <a:off x="4010" y="3468"/>
                <a:ext cx="39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6" name="Rectangle 1329">
                <a:extLst>
                  <a:ext uri="{FF2B5EF4-FFF2-40B4-BE49-F238E27FC236}">
                    <a16:creationId xmlns:a16="http://schemas.microsoft.com/office/drawing/2014/main" id="{A1B07777-F847-49AD-D1C2-6F909E97201E}"/>
                  </a:ext>
                </a:extLst>
              </p:cNvPr>
              <p:cNvSpPr>
                <a:spLocks noChangeArrowheads="1"/>
              </p:cNvSpPr>
              <p:nvPr/>
            </p:nvSpPr>
            <p:spPr bwMode="auto">
              <a:xfrm>
                <a:off x="4411" y="3468"/>
                <a:ext cx="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7" name="Rectangle 1330">
                <a:extLst>
                  <a:ext uri="{FF2B5EF4-FFF2-40B4-BE49-F238E27FC236}">
                    <a16:creationId xmlns:a16="http://schemas.microsoft.com/office/drawing/2014/main" id="{6A6C0483-ACEB-222C-1D31-8D201E00D359}"/>
                  </a:ext>
                </a:extLst>
              </p:cNvPr>
              <p:cNvSpPr>
                <a:spLocks noChangeArrowheads="1"/>
              </p:cNvSpPr>
              <p:nvPr/>
            </p:nvSpPr>
            <p:spPr bwMode="auto">
              <a:xfrm>
                <a:off x="4417" y="3468"/>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8" name="Rectangle 1331">
                <a:extLst>
                  <a:ext uri="{FF2B5EF4-FFF2-40B4-BE49-F238E27FC236}">
                    <a16:creationId xmlns:a16="http://schemas.microsoft.com/office/drawing/2014/main" id="{3B0185F9-289F-5B52-5088-6A5637742B76}"/>
                  </a:ext>
                </a:extLst>
              </p:cNvPr>
              <p:cNvSpPr>
                <a:spLocks noChangeArrowheads="1"/>
              </p:cNvSpPr>
              <p:nvPr/>
            </p:nvSpPr>
            <p:spPr bwMode="auto">
              <a:xfrm>
                <a:off x="4818"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9" name="Rectangle 1332">
                <a:extLst>
                  <a:ext uri="{FF2B5EF4-FFF2-40B4-BE49-F238E27FC236}">
                    <a16:creationId xmlns:a16="http://schemas.microsoft.com/office/drawing/2014/main" id="{23141D33-6203-7211-76F6-6862290870BC}"/>
                  </a:ext>
                </a:extLst>
              </p:cNvPr>
              <p:cNvSpPr>
                <a:spLocks noChangeArrowheads="1"/>
              </p:cNvSpPr>
              <p:nvPr/>
            </p:nvSpPr>
            <p:spPr bwMode="auto">
              <a:xfrm>
                <a:off x="4824" y="3468"/>
                <a:ext cx="401"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0" name="Rectangle 1333">
                <a:extLst>
                  <a:ext uri="{FF2B5EF4-FFF2-40B4-BE49-F238E27FC236}">
                    <a16:creationId xmlns:a16="http://schemas.microsoft.com/office/drawing/2014/main" id="{1BED5FB7-5FFC-197B-A360-C5BCB5468019}"/>
                  </a:ext>
                </a:extLst>
              </p:cNvPr>
              <p:cNvSpPr>
                <a:spLocks noChangeArrowheads="1"/>
              </p:cNvSpPr>
              <p:nvPr/>
            </p:nvSpPr>
            <p:spPr bwMode="auto">
              <a:xfrm>
                <a:off x="5225" y="3468"/>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1" name="Rectangle 1334">
                <a:extLst>
                  <a:ext uri="{FF2B5EF4-FFF2-40B4-BE49-F238E27FC236}">
                    <a16:creationId xmlns:a16="http://schemas.microsoft.com/office/drawing/2014/main" id="{73257C19-DBC8-BFE7-22EE-8F0C7075307C}"/>
                  </a:ext>
                </a:extLst>
              </p:cNvPr>
              <p:cNvSpPr>
                <a:spLocks noChangeArrowheads="1"/>
              </p:cNvSpPr>
              <p:nvPr/>
            </p:nvSpPr>
            <p:spPr bwMode="auto">
              <a:xfrm>
                <a:off x="346"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2" name="Rectangle 1335">
                <a:extLst>
                  <a:ext uri="{FF2B5EF4-FFF2-40B4-BE49-F238E27FC236}">
                    <a16:creationId xmlns:a16="http://schemas.microsoft.com/office/drawing/2014/main" id="{008EA4F8-BED8-9399-B495-0EAD970C5435}"/>
                  </a:ext>
                </a:extLst>
              </p:cNvPr>
              <p:cNvSpPr>
                <a:spLocks noChangeArrowheads="1"/>
              </p:cNvSpPr>
              <p:nvPr/>
            </p:nvSpPr>
            <p:spPr bwMode="auto">
              <a:xfrm>
                <a:off x="346"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3" name="Rectangle 1336">
                <a:extLst>
                  <a:ext uri="{FF2B5EF4-FFF2-40B4-BE49-F238E27FC236}">
                    <a16:creationId xmlns:a16="http://schemas.microsoft.com/office/drawing/2014/main" id="{D82E1225-29F6-C335-8993-DCA1AD369B8B}"/>
                  </a:ext>
                </a:extLst>
              </p:cNvPr>
              <p:cNvSpPr>
                <a:spLocks noChangeArrowheads="1"/>
              </p:cNvSpPr>
              <p:nvPr/>
            </p:nvSpPr>
            <p:spPr bwMode="auto">
              <a:xfrm>
                <a:off x="346"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4" name="Rectangle 1337">
                <a:extLst>
                  <a:ext uri="{FF2B5EF4-FFF2-40B4-BE49-F238E27FC236}">
                    <a16:creationId xmlns:a16="http://schemas.microsoft.com/office/drawing/2014/main" id="{C60A1245-0452-31FC-99AA-6CAF3BCCDAEB}"/>
                  </a:ext>
                </a:extLst>
              </p:cNvPr>
              <p:cNvSpPr>
                <a:spLocks noChangeArrowheads="1"/>
              </p:cNvSpPr>
              <p:nvPr/>
            </p:nvSpPr>
            <p:spPr bwMode="auto">
              <a:xfrm>
                <a:off x="351" y="361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5" name="Rectangle 1338">
                <a:extLst>
                  <a:ext uri="{FF2B5EF4-FFF2-40B4-BE49-F238E27FC236}">
                    <a16:creationId xmlns:a16="http://schemas.microsoft.com/office/drawing/2014/main" id="{E65C5152-71DF-E7BE-DB4A-C3039847B555}"/>
                  </a:ext>
                </a:extLst>
              </p:cNvPr>
              <p:cNvSpPr>
                <a:spLocks noChangeArrowheads="1"/>
              </p:cNvSpPr>
              <p:nvPr/>
            </p:nvSpPr>
            <p:spPr bwMode="auto">
              <a:xfrm>
                <a:off x="582"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6" name="Rectangle 1339">
                <a:extLst>
                  <a:ext uri="{FF2B5EF4-FFF2-40B4-BE49-F238E27FC236}">
                    <a16:creationId xmlns:a16="http://schemas.microsoft.com/office/drawing/2014/main" id="{2B0722EF-39C2-8108-1C6B-E362ACDF64A3}"/>
                  </a:ext>
                </a:extLst>
              </p:cNvPr>
              <p:cNvSpPr>
                <a:spLocks noChangeArrowheads="1"/>
              </p:cNvSpPr>
              <p:nvPr/>
            </p:nvSpPr>
            <p:spPr bwMode="auto">
              <a:xfrm>
                <a:off x="582"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7" name="Rectangle 1340">
                <a:extLst>
                  <a:ext uri="{FF2B5EF4-FFF2-40B4-BE49-F238E27FC236}">
                    <a16:creationId xmlns:a16="http://schemas.microsoft.com/office/drawing/2014/main" id="{55C888FC-3E4E-A942-D3DF-B21BF8D7D06B}"/>
                  </a:ext>
                </a:extLst>
              </p:cNvPr>
              <p:cNvSpPr>
                <a:spLocks noChangeArrowheads="1"/>
              </p:cNvSpPr>
              <p:nvPr/>
            </p:nvSpPr>
            <p:spPr bwMode="auto">
              <a:xfrm>
                <a:off x="587" y="3618"/>
                <a:ext cx="57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8" name="Rectangle 1341">
                <a:extLst>
                  <a:ext uri="{FF2B5EF4-FFF2-40B4-BE49-F238E27FC236}">
                    <a16:creationId xmlns:a16="http://schemas.microsoft.com/office/drawing/2014/main" id="{AF8EC6C9-DB51-1967-5DE0-409B6B24CF6A}"/>
                  </a:ext>
                </a:extLst>
              </p:cNvPr>
              <p:cNvSpPr>
                <a:spLocks noChangeArrowheads="1"/>
              </p:cNvSpPr>
              <p:nvPr/>
            </p:nvSpPr>
            <p:spPr bwMode="auto">
              <a:xfrm>
                <a:off x="1157"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9" name="Rectangle 1342">
                <a:extLst>
                  <a:ext uri="{FF2B5EF4-FFF2-40B4-BE49-F238E27FC236}">
                    <a16:creationId xmlns:a16="http://schemas.microsoft.com/office/drawing/2014/main" id="{8A6A5A52-5A1D-B226-0D42-4F156F37F63E}"/>
                  </a:ext>
                </a:extLst>
              </p:cNvPr>
              <p:cNvSpPr>
                <a:spLocks noChangeArrowheads="1"/>
              </p:cNvSpPr>
              <p:nvPr/>
            </p:nvSpPr>
            <p:spPr bwMode="auto">
              <a:xfrm>
                <a:off x="1157"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0" name="Rectangle 1343">
                <a:extLst>
                  <a:ext uri="{FF2B5EF4-FFF2-40B4-BE49-F238E27FC236}">
                    <a16:creationId xmlns:a16="http://schemas.microsoft.com/office/drawing/2014/main" id="{5DC01EE8-5F9B-6B2E-1692-D2E292F4CC5D}"/>
                  </a:ext>
                </a:extLst>
              </p:cNvPr>
              <p:cNvSpPr>
                <a:spLocks noChangeArrowheads="1"/>
              </p:cNvSpPr>
              <p:nvPr/>
            </p:nvSpPr>
            <p:spPr bwMode="auto">
              <a:xfrm>
                <a:off x="1163" y="361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1" name="Rectangle 1344">
                <a:extLst>
                  <a:ext uri="{FF2B5EF4-FFF2-40B4-BE49-F238E27FC236}">
                    <a16:creationId xmlns:a16="http://schemas.microsoft.com/office/drawing/2014/main" id="{63CBE24E-C0D1-816F-CB96-512ADFE48652}"/>
                  </a:ext>
                </a:extLst>
              </p:cNvPr>
              <p:cNvSpPr>
                <a:spLocks noChangeArrowheads="1"/>
              </p:cNvSpPr>
              <p:nvPr/>
            </p:nvSpPr>
            <p:spPr bwMode="auto">
              <a:xfrm>
                <a:off x="1564"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2" name="Rectangle 1345">
                <a:extLst>
                  <a:ext uri="{FF2B5EF4-FFF2-40B4-BE49-F238E27FC236}">
                    <a16:creationId xmlns:a16="http://schemas.microsoft.com/office/drawing/2014/main" id="{0FFD12F9-D5C7-CCF2-C024-0F279DD237CD}"/>
                  </a:ext>
                </a:extLst>
              </p:cNvPr>
              <p:cNvSpPr>
                <a:spLocks noChangeArrowheads="1"/>
              </p:cNvSpPr>
              <p:nvPr/>
            </p:nvSpPr>
            <p:spPr bwMode="auto">
              <a:xfrm>
                <a:off x="1564"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3" name="Rectangle 1346">
                <a:extLst>
                  <a:ext uri="{FF2B5EF4-FFF2-40B4-BE49-F238E27FC236}">
                    <a16:creationId xmlns:a16="http://schemas.microsoft.com/office/drawing/2014/main" id="{E2D9AF42-9DAB-348F-30AE-E8E3DFD2971C}"/>
                  </a:ext>
                </a:extLst>
              </p:cNvPr>
              <p:cNvSpPr>
                <a:spLocks noChangeArrowheads="1"/>
              </p:cNvSpPr>
              <p:nvPr/>
            </p:nvSpPr>
            <p:spPr bwMode="auto">
              <a:xfrm>
                <a:off x="1570" y="3618"/>
                <a:ext cx="4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4" name="Rectangle 1347">
                <a:extLst>
                  <a:ext uri="{FF2B5EF4-FFF2-40B4-BE49-F238E27FC236}">
                    <a16:creationId xmlns:a16="http://schemas.microsoft.com/office/drawing/2014/main" id="{832DEFB0-906F-2DE3-1DFA-DAC46B171157}"/>
                  </a:ext>
                </a:extLst>
              </p:cNvPr>
              <p:cNvSpPr>
                <a:spLocks noChangeArrowheads="1"/>
              </p:cNvSpPr>
              <p:nvPr/>
            </p:nvSpPr>
            <p:spPr bwMode="auto">
              <a:xfrm>
                <a:off x="1987"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5" name="Rectangle 1348">
                <a:extLst>
                  <a:ext uri="{FF2B5EF4-FFF2-40B4-BE49-F238E27FC236}">
                    <a16:creationId xmlns:a16="http://schemas.microsoft.com/office/drawing/2014/main" id="{806FDD06-8148-73C6-ECC5-B817242F73D7}"/>
                  </a:ext>
                </a:extLst>
              </p:cNvPr>
              <p:cNvSpPr>
                <a:spLocks noChangeArrowheads="1"/>
              </p:cNvSpPr>
              <p:nvPr/>
            </p:nvSpPr>
            <p:spPr bwMode="auto">
              <a:xfrm>
                <a:off x="1987"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6" name="Rectangle 1349">
                <a:extLst>
                  <a:ext uri="{FF2B5EF4-FFF2-40B4-BE49-F238E27FC236}">
                    <a16:creationId xmlns:a16="http://schemas.microsoft.com/office/drawing/2014/main" id="{25670F08-F1C3-6D21-6FC6-2F787DF920A1}"/>
                  </a:ext>
                </a:extLst>
              </p:cNvPr>
              <p:cNvSpPr>
                <a:spLocks noChangeArrowheads="1"/>
              </p:cNvSpPr>
              <p:nvPr/>
            </p:nvSpPr>
            <p:spPr bwMode="auto">
              <a:xfrm>
                <a:off x="1993" y="3618"/>
                <a:ext cx="3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7" name="Rectangle 1350">
                <a:extLst>
                  <a:ext uri="{FF2B5EF4-FFF2-40B4-BE49-F238E27FC236}">
                    <a16:creationId xmlns:a16="http://schemas.microsoft.com/office/drawing/2014/main" id="{E4C74323-A5BB-197B-89E1-0DFC09FE88E6}"/>
                  </a:ext>
                </a:extLst>
              </p:cNvPr>
              <p:cNvSpPr>
                <a:spLocks noChangeArrowheads="1"/>
              </p:cNvSpPr>
              <p:nvPr/>
            </p:nvSpPr>
            <p:spPr bwMode="auto">
              <a:xfrm>
                <a:off x="2378"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8" name="Rectangle 1351">
                <a:extLst>
                  <a:ext uri="{FF2B5EF4-FFF2-40B4-BE49-F238E27FC236}">
                    <a16:creationId xmlns:a16="http://schemas.microsoft.com/office/drawing/2014/main" id="{1B1009DB-B3B7-ED6F-CA1B-7198FED4947E}"/>
                  </a:ext>
                </a:extLst>
              </p:cNvPr>
              <p:cNvSpPr>
                <a:spLocks noChangeArrowheads="1"/>
              </p:cNvSpPr>
              <p:nvPr/>
            </p:nvSpPr>
            <p:spPr bwMode="auto">
              <a:xfrm>
                <a:off x="2378"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9" name="Rectangle 1352">
                <a:extLst>
                  <a:ext uri="{FF2B5EF4-FFF2-40B4-BE49-F238E27FC236}">
                    <a16:creationId xmlns:a16="http://schemas.microsoft.com/office/drawing/2014/main" id="{387427C4-475C-718E-071C-980994AD51C3}"/>
                  </a:ext>
                </a:extLst>
              </p:cNvPr>
              <p:cNvSpPr>
                <a:spLocks noChangeArrowheads="1"/>
              </p:cNvSpPr>
              <p:nvPr/>
            </p:nvSpPr>
            <p:spPr bwMode="auto">
              <a:xfrm>
                <a:off x="2384" y="361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0" name="Rectangle 1353">
                <a:extLst>
                  <a:ext uri="{FF2B5EF4-FFF2-40B4-BE49-F238E27FC236}">
                    <a16:creationId xmlns:a16="http://schemas.microsoft.com/office/drawing/2014/main" id="{1D660354-9B68-2C90-CBC2-BD6CF6428B31}"/>
                  </a:ext>
                </a:extLst>
              </p:cNvPr>
              <p:cNvSpPr>
                <a:spLocks noChangeArrowheads="1"/>
              </p:cNvSpPr>
              <p:nvPr/>
            </p:nvSpPr>
            <p:spPr bwMode="auto">
              <a:xfrm>
                <a:off x="2785"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1" name="Rectangle 1354">
                <a:extLst>
                  <a:ext uri="{FF2B5EF4-FFF2-40B4-BE49-F238E27FC236}">
                    <a16:creationId xmlns:a16="http://schemas.microsoft.com/office/drawing/2014/main" id="{D3849DCA-0C00-1017-F34F-79DCF8630B10}"/>
                  </a:ext>
                </a:extLst>
              </p:cNvPr>
              <p:cNvSpPr>
                <a:spLocks noChangeArrowheads="1"/>
              </p:cNvSpPr>
              <p:nvPr/>
            </p:nvSpPr>
            <p:spPr bwMode="auto">
              <a:xfrm>
                <a:off x="2785"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2" name="Rectangle 1355">
                <a:extLst>
                  <a:ext uri="{FF2B5EF4-FFF2-40B4-BE49-F238E27FC236}">
                    <a16:creationId xmlns:a16="http://schemas.microsoft.com/office/drawing/2014/main" id="{E73008D8-66AB-2863-EF99-09598FB862C4}"/>
                  </a:ext>
                </a:extLst>
              </p:cNvPr>
              <p:cNvSpPr>
                <a:spLocks noChangeArrowheads="1"/>
              </p:cNvSpPr>
              <p:nvPr/>
            </p:nvSpPr>
            <p:spPr bwMode="auto">
              <a:xfrm>
                <a:off x="2791" y="361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3" name="Rectangle 1356">
                <a:extLst>
                  <a:ext uri="{FF2B5EF4-FFF2-40B4-BE49-F238E27FC236}">
                    <a16:creationId xmlns:a16="http://schemas.microsoft.com/office/drawing/2014/main" id="{B070AB8E-72E5-CF9C-0F4D-CF938BF3AA66}"/>
                  </a:ext>
                </a:extLst>
              </p:cNvPr>
              <p:cNvSpPr>
                <a:spLocks noChangeArrowheads="1"/>
              </p:cNvSpPr>
              <p:nvPr/>
            </p:nvSpPr>
            <p:spPr bwMode="auto">
              <a:xfrm>
                <a:off x="3192"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4" name="Rectangle 1357">
                <a:extLst>
                  <a:ext uri="{FF2B5EF4-FFF2-40B4-BE49-F238E27FC236}">
                    <a16:creationId xmlns:a16="http://schemas.microsoft.com/office/drawing/2014/main" id="{40B9BA60-71DE-BBC0-663B-19F72FE7DE9B}"/>
                  </a:ext>
                </a:extLst>
              </p:cNvPr>
              <p:cNvSpPr>
                <a:spLocks noChangeArrowheads="1"/>
              </p:cNvSpPr>
              <p:nvPr/>
            </p:nvSpPr>
            <p:spPr bwMode="auto">
              <a:xfrm>
                <a:off x="3192"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5" name="Rectangle 1358">
                <a:extLst>
                  <a:ext uri="{FF2B5EF4-FFF2-40B4-BE49-F238E27FC236}">
                    <a16:creationId xmlns:a16="http://schemas.microsoft.com/office/drawing/2014/main" id="{A2F55530-D0B4-E515-A0DB-75CDCB7893E0}"/>
                  </a:ext>
                </a:extLst>
              </p:cNvPr>
              <p:cNvSpPr>
                <a:spLocks noChangeArrowheads="1"/>
              </p:cNvSpPr>
              <p:nvPr/>
            </p:nvSpPr>
            <p:spPr bwMode="auto">
              <a:xfrm>
                <a:off x="3198" y="361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6" name="Rectangle 1359">
                <a:extLst>
                  <a:ext uri="{FF2B5EF4-FFF2-40B4-BE49-F238E27FC236}">
                    <a16:creationId xmlns:a16="http://schemas.microsoft.com/office/drawing/2014/main" id="{A046C263-9C94-324A-CE02-A8133FE84A22}"/>
                  </a:ext>
                </a:extLst>
              </p:cNvPr>
              <p:cNvSpPr>
                <a:spLocks noChangeArrowheads="1"/>
              </p:cNvSpPr>
              <p:nvPr/>
            </p:nvSpPr>
            <p:spPr bwMode="auto">
              <a:xfrm>
                <a:off x="3599"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7" name="Rectangle 1360">
                <a:extLst>
                  <a:ext uri="{FF2B5EF4-FFF2-40B4-BE49-F238E27FC236}">
                    <a16:creationId xmlns:a16="http://schemas.microsoft.com/office/drawing/2014/main" id="{D201E517-2B1C-C8E7-AEB9-8AD3B05DB8AF}"/>
                  </a:ext>
                </a:extLst>
              </p:cNvPr>
              <p:cNvSpPr>
                <a:spLocks noChangeArrowheads="1"/>
              </p:cNvSpPr>
              <p:nvPr/>
            </p:nvSpPr>
            <p:spPr bwMode="auto">
              <a:xfrm>
                <a:off x="3599"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8" name="Rectangle 1361">
                <a:extLst>
                  <a:ext uri="{FF2B5EF4-FFF2-40B4-BE49-F238E27FC236}">
                    <a16:creationId xmlns:a16="http://schemas.microsoft.com/office/drawing/2014/main" id="{EF12523B-F154-9525-E36B-C725DF4CA2A9}"/>
                  </a:ext>
                </a:extLst>
              </p:cNvPr>
              <p:cNvSpPr>
                <a:spLocks noChangeArrowheads="1"/>
              </p:cNvSpPr>
              <p:nvPr/>
            </p:nvSpPr>
            <p:spPr bwMode="auto">
              <a:xfrm>
                <a:off x="3605" y="3618"/>
                <a:ext cx="3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9" name="Rectangle 1362">
                <a:extLst>
                  <a:ext uri="{FF2B5EF4-FFF2-40B4-BE49-F238E27FC236}">
                    <a16:creationId xmlns:a16="http://schemas.microsoft.com/office/drawing/2014/main" id="{C0538E9C-167A-FAD9-72FF-A4F8007A9D33}"/>
                  </a:ext>
                </a:extLst>
              </p:cNvPr>
              <p:cNvSpPr>
                <a:spLocks noChangeArrowheads="1"/>
              </p:cNvSpPr>
              <p:nvPr/>
            </p:nvSpPr>
            <p:spPr bwMode="auto">
              <a:xfrm>
                <a:off x="4004"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0" name="Rectangle 1363">
                <a:extLst>
                  <a:ext uri="{FF2B5EF4-FFF2-40B4-BE49-F238E27FC236}">
                    <a16:creationId xmlns:a16="http://schemas.microsoft.com/office/drawing/2014/main" id="{7E0D7669-0088-78D7-A4CE-B05E5621B964}"/>
                  </a:ext>
                </a:extLst>
              </p:cNvPr>
              <p:cNvSpPr>
                <a:spLocks noChangeArrowheads="1"/>
              </p:cNvSpPr>
              <p:nvPr/>
            </p:nvSpPr>
            <p:spPr bwMode="auto">
              <a:xfrm>
                <a:off x="4004"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1" name="Rectangle 1364">
                <a:extLst>
                  <a:ext uri="{FF2B5EF4-FFF2-40B4-BE49-F238E27FC236}">
                    <a16:creationId xmlns:a16="http://schemas.microsoft.com/office/drawing/2014/main" id="{861EE124-F988-0FF0-7CC4-87716301E6BF}"/>
                  </a:ext>
                </a:extLst>
              </p:cNvPr>
              <p:cNvSpPr>
                <a:spLocks noChangeArrowheads="1"/>
              </p:cNvSpPr>
              <p:nvPr/>
            </p:nvSpPr>
            <p:spPr bwMode="auto">
              <a:xfrm>
                <a:off x="4010" y="3618"/>
                <a:ext cx="39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2" name="Rectangle 1365">
                <a:extLst>
                  <a:ext uri="{FF2B5EF4-FFF2-40B4-BE49-F238E27FC236}">
                    <a16:creationId xmlns:a16="http://schemas.microsoft.com/office/drawing/2014/main" id="{379B99B0-AE1D-D56E-8040-9EB48E4CB1B6}"/>
                  </a:ext>
                </a:extLst>
              </p:cNvPr>
              <p:cNvSpPr>
                <a:spLocks noChangeArrowheads="1"/>
              </p:cNvSpPr>
              <p:nvPr/>
            </p:nvSpPr>
            <p:spPr bwMode="auto">
              <a:xfrm>
                <a:off x="4411" y="3474"/>
                <a:ext cx="8"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3" name="Rectangle 1366">
                <a:extLst>
                  <a:ext uri="{FF2B5EF4-FFF2-40B4-BE49-F238E27FC236}">
                    <a16:creationId xmlns:a16="http://schemas.microsoft.com/office/drawing/2014/main" id="{E76FF89C-88F4-2CF0-29C2-4A8B685A8FE1}"/>
                  </a:ext>
                </a:extLst>
              </p:cNvPr>
              <p:cNvSpPr>
                <a:spLocks noChangeArrowheads="1"/>
              </p:cNvSpPr>
              <p:nvPr/>
            </p:nvSpPr>
            <p:spPr bwMode="auto">
              <a:xfrm>
                <a:off x="4411" y="3618"/>
                <a:ext cx="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4" name="Rectangle 1367">
                <a:extLst>
                  <a:ext uri="{FF2B5EF4-FFF2-40B4-BE49-F238E27FC236}">
                    <a16:creationId xmlns:a16="http://schemas.microsoft.com/office/drawing/2014/main" id="{F9928E2D-11B6-4891-1244-DFF09440D3A1}"/>
                  </a:ext>
                </a:extLst>
              </p:cNvPr>
              <p:cNvSpPr>
                <a:spLocks noChangeArrowheads="1"/>
              </p:cNvSpPr>
              <p:nvPr/>
            </p:nvSpPr>
            <p:spPr bwMode="auto">
              <a:xfrm>
                <a:off x="4417" y="361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5" name="Rectangle 1368">
                <a:extLst>
                  <a:ext uri="{FF2B5EF4-FFF2-40B4-BE49-F238E27FC236}">
                    <a16:creationId xmlns:a16="http://schemas.microsoft.com/office/drawing/2014/main" id="{BE9FF620-0D24-12FA-4EB7-FBC20D87D3EA}"/>
                  </a:ext>
                </a:extLst>
              </p:cNvPr>
              <p:cNvSpPr>
                <a:spLocks noChangeArrowheads="1"/>
              </p:cNvSpPr>
              <p:nvPr/>
            </p:nvSpPr>
            <p:spPr bwMode="auto">
              <a:xfrm>
                <a:off x="4818"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6" name="Rectangle 1369">
                <a:extLst>
                  <a:ext uri="{FF2B5EF4-FFF2-40B4-BE49-F238E27FC236}">
                    <a16:creationId xmlns:a16="http://schemas.microsoft.com/office/drawing/2014/main" id="{3C03D44D-F1CC-F900-A71C-A73C7958ED35}"/>
                  </a:ext>
                </a:extLst>
              </p:cNvPr>
              <p:cNvSpPr>
                <a:spLocks noChangeArrowheads="1"/>
              </p:cNvSpPr>
              <p:nvPr/>
            </p:nvSpPr>
            <p:spPr bwMode="auto">
              <a:xfrm>
                <a:off x="4818"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7" name="Rectangle 1370">
                <a:extLst>
                  <a:ext uri="{FF2B5EF4-FFF2-40B4-BE49-F238E27FC236}">
                    <a16:creationId xmlns:a16="http://schemas.microsoft.com/office/drawing/2014/main" id="{B2A31838-D391-2EE9-9461-76C08D69DB8F}"/>
                  </a:ext>
                </a:extLst>
              </p:cNvPr>
              <p:cNvSpPr>
                <a:spLocks noChangeArrowheads="1"/>
              </p:cNvSpPr>
              <p:nvPr/>
            </p:nvSpPr>
            <p:spPr bwMode="auto">
              <a:xfrm>
                <a:off x="4824" y="3618"/>
                <a:ext cx="4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8" name="Rectangle 1371">
                <a:extLst>
                  <a:ext uri="{FF2B5EF4-FFF2-40B4-BE49-F238E27FC236}">
                    <a16:creationId xmlns:a16="http://schemas.microsoft.com/office/drawing/2014/main" id="{EBB7DEF4-0ECE-CB49-B716-0862966285A9}"/>
                  </a:ext>
                </a:extLst>
              </p:cNvPr>
              <p:cNvSpPr>
                <a:spLocks noChangeArrowheads="1"/>
              </p:cNvSpPr>
              <p:nvPr/>
            </p:nvSpPr>
            <p:spPr bwMode="auto">
              <a:xfrm>
                <a:off x="5225" y="3474"/>
                <a:ext cx="6" cy="1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9" name="Rectangle 1372">
                <a:extLst>
                  <a:ext uri="{FF2B5EF4-FFF2-40B4-BE49-F238E27FC236}">
                    <a16:creationId xmlns:a16="http://schemas.microsoft.com/office/drawing/2014/main" id="{25FBA0A8-8916-8B9C-985E-B1F0AAEB73FB}"/>
                  </a:ext>
                </a:extLst>
              </p:cNvPr>
              <p:cNvSpPr>
                <a:spLocks noChangeArrowheads="1"/>
              </p:cNvSpPr>
              <p:nvPr/>
            </p:nvSpPr>
            <p:spPr bwMode="auto">
              <a:xfrm>
                <a:off x="5225"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0" name="Rectangle 1373">
                <a:extLst>
                  <a:ext uri="{FF2B5EF4-FFF2-40B4-BE49-F238E27FC236}">
                    <a16:creationId xmlns:a16="http://schemas.microsoft.com/office/drawing/2014/main" id="{9839AA41-A3BB-14AD-45B5-585E593A673F}"/>
                  </a:ext>
                </a:extLst>
              </p:cNvPr>
              <p:cNvSpPr>
                <a:spLocks noChangeArrowheads="1"/>
              </p:cNvSpPr>
              <p:nvPr/>
            </p:nvSpPr>
            <p:spPr bwMode="auto">
              <a:xfrm>
                <a:off x="5225" y="361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1" name="Rectangle 1374">
                <a:extLst>
                  <a:ext uri="{FF2B5EF4-FFF2-40B4-BE49-F238E27FC236}">
                    <a16:creationId xmlns:a16="http://schemas.microsoft.com/office/drawing/2014/main" id="{EFA447BB-17CC-C13C-BCFC-0507BD3294D0}"/>
                  </a:ext>
                </a:extLst>
              </p:cNvPr>
              <p:cNvSpPr>
                <a:spLocks noChangeArrowheads="1"/>
              </p:cNvSpPr>
              <p:nvPr/>
            </p:nvSpPr>
            <p:spPr bwMode="auto">
              <a:xfrm>
                <a:off x="712" y="3474"/>
                <a:ext cx="30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TOTAL</a:t>
                </a:r>
              </a:p>
            </p:txBody>
          </p:sp>
          <p:sp>
            <p:nvSpPr>
              <p:cNvPr id="672" name="Rectangle 1375">
                <a:extLst>
                  <a:ext uri="{FF2B5EF4-FFF2-40B4-BE49-F238E27FC236}">
                    <a16:creationId xmlns:a16="http://schemas.microsoft.com/office/drawing/2014/main" id="{AC5C2FC6-ACCD-25AA-3B48-9699315465A8}"/>
                  </a:ext>
                </a:extLst>
              </p:cNvPr>
              <p:cNvSpPr>
                <a:spLocks noChangeArrowheads="1"/>
              </p:cNvSpPr>
              <p:nvPr/>
            </p:nvSpPr>
            <p:spPr bwMode="auto">
              <a:xfrm>
                <a:off x="1226" y="3474"/>
                <a:ext cx="26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1,200</a:t>
                </a:r>
              </a:p>
            </p:txBody>
          </p:sp>
          <p:sp>
            <p:nvSpPr>
              <p:cNvPr id="673" name="Rectangle 1376">
                <a:extLst>
                  <a:ext uri="{FF2B5EF4-FFF2-40B4-BE49-F238E27FC236}">
                    <a16:creationId xmlns:a16="http://schemas.microsoft.com/office/drawing/2014/main" id="{5B246A52-C6FE-E3EE-BE2A-70A23BA39992}"/>
                  </a:ext>
                </a:extLst>
              </p:cNvPr>
              <p:cNvSpPr>
                <a:spLocks noChangeArrowheads="1"/>
              </p:cNvSpPr>
              <p:nvPr/>
            </p:nvSpPr>
            <p:spPr bwMode="auto">
              <a:xfrm>
                <a:off x="1669" y="3474"/>
                <a:ext cx="211"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b="0">
                    <a:solidFill>
                      <a:srgbClr val="000000"/>
                    </a:solidFill>
                    <a:latin typeface="Arial Narrow" panose="020B0606020202030204" pitchFamily="34" charset="0"/>
                  </a:rPr>
                  <a:t>100</a:t>
                </a:r>
              </a:p>
            </p:txBody>
          </p:sp>
          <p:sp>
            <p:nvSpPr>
              <p:cNvPr id="674" name="Line 1377">
                <a:extLst>
                  <a:ext uri="{FF2B5EF4-FFF2-40B4-BE49-F238E27FC236}">
                    <a16:creationId xmlns:a16="http://schemas.microsoft.com/office/drawing/2014/main" id="{49EB3F68-1A0D-95BC-75B7-1EB68873499A}"/>
                  </a:ext>
                </a:extLst>
              </p:cNvPr>
              <p:cNvSpPr>
                <a:spLocks noChangeShapeType="1"/>
              </p:cNvSpPr>
              <p:nvPr/>
            </p:nvSpPr>
            <p:spPr bwMode="auto">
              <a:xfrm flipV="1">
                <a:off x="2223" y="181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5" name="Line 1378">
                <a:extLst>
                  <a:ext uri="{FF2B5EF4-FFF2-40B4-BE49-F238E27FC236}">
                    <a16:creationId xmlns:a16="http://schemas.microsoft.com/office/drawing/2014/main" id="{E542A169-C7BC-CC70-B358-671AB21F608C}"/>
                  </a:ext>
                </a:extLst>
              </p:cNvPr>
              <p:cNvSpPr>
                <a:spLocks noChangeShapeType="1"/>
              </p:cNvSpPr>
              <p:nvPr/>
            </p:nvSpPr>
            <p:spPr bwMode="auto">
              <a:xfrm flipV="1">
                <a:off x="2227" y="1950"/>
                <a:ext cx="316" cy="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6" name="Line 1379">
                <a:extLst>
                  <a:ext uri="{FF2B5EF4-FFF2-40B4-BE49-F238E27FC236}">
                    <a16:creationId xmlns:a16="http://schemas.microsoft.com/office/drawing/2014/main" id="{4CC2BCE5-73BE-CDFD-02BB-658A61C17301}"/>
                  </a:ext>
                </a:extLst>
              </p:cNvPr>
              <p:cNvSpPr>
                <a:spLocks noChangeShapeType="1"/>
              </p:cNvSpPr>
              <p:nvPr/>
            </p:nvSpPr>
            <p:spPr bwMode="auto">
              <a:xfrm flipV="1">
                <a:off x="2223" y="209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7" name="Line 1380">
                <a:extLst>
                  <a:ext uri="{FF2B5EF4-FFF2-40B4-BE49-F238E27FC236}">
                    <a16:creationId xmlns:a16="http://schemas.microsoft.com/office/drawing/2014/main" id="{A0ABCB68-ED44-2F1A-A7F9-AA037B5BE150}"/>
                  </a:ext>
                </a:extLst>
              </p:cNvPr>
              <p:cNvSpPr>
                <a:spLocks noChangeShapeType="1"/>
              </p:cNvSpPr>
              <p:nvPr/>
            </p:nvSpPr>
            <p:spPr bwMode="auto">
              <a:xfrm flipV="1">
                <a:off x="3033" y="2238"/>
                <a:ext cx="317" cy="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8" name="Line 1381">
                <a:extLst>
                  <a:ext uri="{FF2B5EF4-FFF2-40B4-BE49-F238E27FC236}">
                    <a16:creationId xmlns:a16="http://schemas.microsoft.com/office/drawing/2014/main" id="{F0DA5C5C-28A8-0E27-E3DF-9A2A6D5F835B}"/>
                  </a:ext>
                </a:extLst>
              </p:cNvPr>
              <p:cNvSpPr>
                <a:spLocks noChangeShapeType="1"/>
              </p:cNvSpPr>
              <p:nvPr/>
            </p:nvSpPr>
            <p:spPr bwMode="auto">
              <a:xfrm flipV="1">
                <a:off x="3033" y="2386"/>
                <a:ext cx="317" cy="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9" name="Line 1382">
                <a:extLst>
                  <a:ext uri="{FF2B5EF4-FFF2-40B4-BE49-F238E27FC236}">
                    <a16:creationId xmlns:a16="http://schemas.microsoft.com/office/drawing/2014/main" id="{FE4064E1-9FCD-6D32-A096-659C594F7B2D}"/>
                  </a:ext>
                </a:extLst>
              </p:cNvPr>
              <p:cNvSpPr>
                <a:spLocks noChangeShapeType="1"/>
              </p:cNvSpPr>
              <p:nvPr/>
            </p:nvSpPr>
            <p:spPr bwMode="auto">
              <a:xfrm flipV="1">
                <a:off x="3436" y="223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0" name="Line 1383">
                <a:extLst>
                  <a:ext uri="{FF2B5EF4-FFF2-40B4-BE49-F238E27FC236}">
                    <a16:creationId xmlns:a16="http://schemas.microsoft.com/office/drawing/2014/main" id="{ED3FCEC7-45CF-47C8-D262-CDAE71ADBDBC}"/>
                  </a:ext>
                </a:extLst>
              </p:cNvPr>
              <p:cNvSpPr>
                <a:spLocks noChangeShapeType="1"/>
              </p:cNvSpPr>
              <p:nvPr/>
            </p:nvSpPr>
            <p:spPr bwMode="auto">
              <a:xfrm flipV="1">
                <a:off x="3033" y="267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1" name="Line 1384">
                <a:extLst>
                  <a:ext uri="{FF2B5EF4-FFF2-40B4-BE49-F238E27FC236}">
                    <a16:creationId xmlns:a16="http://schemas.microsoft.com/office/drawing/2014/main" id="{A61E9D67-0546-B324-A6AB-533AA006DF17}"/>
                  </a:ext>
                </a:extLst>
              </p:cNvPr>
              <p:cNvSpPr>
                <a:spLocks noChangeShapeType="1"/>
              </p:cNvSpPr>
              <p:nvPr/>
            </p:nvSpPr>
            <p:spPr bwMode="auto">
              <a:xfrm flipV="1">
                <a:off x="3033" y="281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2" name="Line 1385">
                <a:extLst>
                  <a:ext uri="{FF2B5EF4-FFF2-40B4-BE49-F238E27FC236}">
                    <a16:creationId xmlns:a16="http://schemas.microsoft.com/office/drawing/2014/main" id="{1F194C8C-8C41-5988-29A0-215246E280F8}"/>
                  </a:ext>
                </a:extLst>
              </p:cNvPr>
              <p:cNvSpPr>
                <a:spLocks noChangeShapeType="1"/>
              </p:cNvSpPr>
              <p:nvPr/>
            </p:nvSpPr>
            <p:spPr bwMode="auto">
              <a:xfrm flipV="1">
                <a:off x="3033" y="296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3" name="Line 1386">
                <a:extLst>
                  <a:ext uri="{FF2B5EF4-FFF2-40B4-BE49-F238E27FC236}">
                    <a16:creationId xmlns:a16="http://schemas.microsoft.com/office/drawing/2014/main" id="{510BE048-2B9A-3918-C1FC-4A30B052250B}"/>
                  </a:ext>
                </a:extLst>
              </p:cNvPr>
              <p:cNvSpPr>
                <a:spLocks noChangeShapeType="1"/>
              </p:cNvSpPr>
              <p:nvPr/>
            </p:nvSpPr>
            <p:spPr bwMode="auto">
              <a:xfrm flipV="1">
                <a:off x="3436" y="267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4" name="Line 1387">
                <a:extLst>
                  <a:ext uri="{FF2B5EF4-FFF2-40B4-BE49-F238E27FC236}">
                    <a16:creationId xmlns:a16="http://schemas.microsoft.com/office/drawing/2014/main" id="{39705884-081B-CF69-C59E-72BB5D92B721}"/>
                  </a:ext>
                </a:extLst>
              </p:cNvPr>
              <p:cNvSpPr>
                <a:spLocks noChangeShapeType="1"/>
              </p:cNvSpPr>
              <p:nvPr/>
            </p:nvSpPr>
            <p:spPr bwMode="auto">
              <a:xfrm flipV="1">
                <a:off x="3436" y="281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5" name="Line 1388">
                <a:extLst>
                  <a:ext uri="{FF2B5EF4-FFF2-40B4-BE49-F238E27FC236}">
                    <a16:creationId xmlns:a16="http://schemas.microsoft.com/office/drawing/2014/main" id="{382FFC0E-CC6B-7F89-F697-7FC100AEF517}"/>
                  </a:ext>
                </a:extLst>
              </p:cNvPr>
              <p:cNvSpPr>
                <a:spLocks noChangeShapeType="1"/>
              </p:cNvSpPr>
              <p:nvPr/>
            </p:nvSpPr>
            <p:spPr bwMode="auto">
              <a:xfrm flipV="1">
                <a:off x="3436" y="296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6" name="Line 1389">
                <a:extLst>
                  <a:ext uri="{FF2B5EF4-FFF2-40B4-BE49-F238E27FC236}">
                    <a16:creationId xmlns:a16="http://schemas.microsoft.com/office/drawing/2014/main" id="{B6231B10-9FA8-33D3-7C22-26E07B9B5282}"/>
                  </a:ext>
                </a:extLst>
              </p:cNvPr>
              <p:cNvSpPr>
                <a:spLocks noChangeShapeType="1"/>
              </p:cNvSpPr>
              <p:nvPr/>
            </p:nvSpPr>
            <p:spPr bwMode="auto">
              <a:xfrm flipV="1">
                <a:off x="3033" y="3102"/>
                <a:ext cx="317" cy="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7" name="Line 1390">
                <a:extLst>
                  <a:ext uri="{FF2B5EF4-FFF2-40B4-BE49-F238E27FC236}">
                    <a16:creationId xmlns:a16="http://schemas.microsoft.com/office/drawing/2014/main" id="{6C68FEAE-734F-6347-B851-C23C61D00D6D}"/>
                  </a:ext>
                </a:extLst>
              </p:cNvPr>
              <p:cNvSpPr>
                <a:spLocks noChangeShapeType="1"/>
              </p:cNvSpPr>
              <p:nvPr/>
            </p:nvSpPr>
            <p:spPr bwMode="auto">
              <a:xfrm flipV="1">
                <a:off x="3436" y="3102"/>
                <a:ext cx="317" cy="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8" name="Line 1391">
                <a:extLst>
                  <a:ext uri="{FF2B5EF4-FFF2-40B4-BE49-F238E27FC236}">
                    <a16:creationId xmlns:a16="http://schemas.microsoft.com/office/drawing/2014/main" id="{AA1D7B31-1508-9078-8CF7-57892F357289}"/>
                  </a:ext>
                </a:extLst>
              </p:cNvPr>
              <p:cNvSpPr>
                <a:spLocks noChangeShapeType="1"/>
              </p:cNvSpPr>
              <p:nvPr/>
            </p:nvSpPr>
            <p:spPr bwMode="auto">
              <a:xfrm flipV="1">
                <a:off x="4661" y="1806"/>
                <a:ext cx="316" cy="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9" name="Line 1392">
                <a:extLst>
                  <a:ext uri="{FF2B5EF4-FFF2-40B4-BE49-F238E27FC236}">
                    <a16:creationId xmlns:a16="http://schemas.microsoft.com/office/drawing/2014/main" id="{76848E55-667C-C0FF-87B6-04AB7C319105}"/>
                  </a:ext>
                </a:extLst>
              </p:cNvPr>
              <p:cNvSpPr>
                <a:spLocks noChangeShapeType="1"/>
              </p:cNvSpPr>
              <p:nvPr/>
            </p:nvSpPr>
            <p:spPr bwMode="auto">
              <a:xfrm flipV="1">
                <a:off x="4661" y="1954"/>
                <a:ext cx="316"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0" name="Line 1393">
                <a:extLst>
                  <a:ext uri="{FF2B5EF4-FFF2-40B4-BE49-F238E27FC236}">
                    <a16:creationId xmlns:a16="http://schemas.microsoft.com/office/drawing/2014/main" id="{BF0630BB-A4F7-EA4A-68D6-2941193F74F1}"/>
                  </a:ext>
                </a:extLst>
              </p:cNvPr>
              <p:cNvSpPr>
                <a:spLocks noChangeShapeType="1"/>
              </p:cNvSpPr>
              <p:nvPr/>
            </p:nvSpPr>
            <p:spPr bwMode="auto">
              <a:xfrm flipV="1">
                <a:off x="4661" y="2096"/>
                <a:ext cx="316"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1" name="Line 1394">
                <a:extLst>
                  <a:ext uri="{FF2B5EF4-FFF2-40B4-BE49-F238E27FC236}">
                    <a16:creationId xmlns:a16="http://schemas.microsoft.com/office/drawing/2014/main" id="{9ADEBFC2-7C14-11A5-C15A-8FE9FE2F4DF0}"/>
                  </a:ext>
                </a:extLst>
              </p:cNvPr>
              <p:cNvSpPr>
                <a:spLocks noChangeShapeType="1"/>
              </p:cNvSpPr>
              <p:nvPr/>
            </p:nvSpPr>
            <p:spPr bwMode="auto">
              <a:xfrm flipV="1">
                <a:off x="4657" y="223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2" name="Line 1395">
                <a:extLst>
                  <a:ext uri="{FF2B5EF4-FFF2-40B4-BE49-F238E27FC236}">
                    <a16:creationId xmlns:a16="http://schemas.microsoft.com/office/drawing/2014/main" id="{9F1C4454-48C0-05C5-A86E-F30138AA15DA}"/>
                  </a:ext>
                </a:extLst>
              </p:cNvPr>
              <p:cNvSpPr>
                <a:spLocks noChangeShapeType="1"/>
              </p:cNvSpPr>
              <p:nvPr/>
            </p:nvSpPr>
            <p:spPr bwMode="auto">
              <a:xfrm flipV="1">
                <a:off x="4657" y="2384"/>
                <a:ext cx="317" cy="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3" name="Line 1396">
                <a:extLst>
                  <a:ext uri="{FF2B5EF4-FFF2-40B4-BE49-F238E27FC236}">
                    <a16:creationId xmlns:a16="http://schemas.microsoft.com/office/drawing/2014/main" id="{5CF908DF-273C-7927-CBA2-E39F139E55D8}"/>
                  </a:ext>
                </a:extLst>
              </p:cNvPr>
              <p:cNvSpPr>
                <a:spLocks noChangeShapeType="1"/>
              </p:cNvSpPr>
              <p:nvPr/>
            </p:nvSpPr>
            <p:spPr bwMode="auto">
              <a:xfrm flipV="1">
                <a:off x="4657" y="2674"/>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4" name="Line 1397">
                <a:extLst>
                  <a:ext uri="{FF2B5EF4-FFF2-40B4-BE49-F238E27FC236}">
                    <a16:creationId xmlns:a16="http://schemas.microsoft.com/office/drawing/2014/main" id="{BAEF1212-0E6D-C966-55F0-AD12AE42F7B7}"/>
                  </a:ext>
                </a:extLst>
              </p:cNvPr>
              <p:cNvSpPr>
                <a:spLocks noChangeShapeType="1"/>
              </p:cNvSpPr>
              <p:nvPr/>
            </p:nvSpPr>
            <p:spPr bwMode="auto">
              <a:xfrm flipV="1">
                <a:off x="4657" y="2818"/>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5" name="Line 1398">
                <a:extLst>
                  <a:ext uri="{FF2B5EF4-FFF2-40B4-BE49-F238E27FC236}">
                    <a16:creationId xmlns:a16="http://schemas.microsoft.com/office/drawing/2014/main" id="{CD216F3F-2694-2F49-C63D-C4816C0C73F5}"/>
                  </a:ext>
                </a:extLst>
              </p:cNvPr>
              <p:cNvSpPr>
                <a:spLocks noChangeShapeType="1"/>
              </p:cNvSpPr>
              <p:nvPr/>
            </p:nvSpPr>
            <p:spPr bwMode="auto">
              <a:xfrm flipV="1">
                <a:off x="4657" y="2960"/>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6" name="Line 1399">
                <a:extLst>
                  <a:ext uri="{FF2B5EF4-FFF2-40B4-BE49-F238E27FC236}">
                    <a16:creationId xmlns:a16="http://schemas.microsoft.com/office/drawing/2014/main" id="{EC98B5AA-4F08-58F2-BA85-33081142B967}"/>
                  </a:ext>
                </a:extLst>
              </p:cNvPr>
              <p:cNvSpPr>
                <a:spLocks noChangeShapeType="1"/>
              </p:cNvSpPr>
              <p:nvPr/>
            </p:nvSpPr>
            <p:spPr bwMode="auto">
              <a:xfrm flipV="1">
                <a:off x="4657" y="3106"/>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7" name="Line 1400">
                <a:extLst>
                  <a:ext uri="{FF2B5EF4-FFF2-40B4-BE49-F238E27FC236}">
                    <a16:creationId xmlns:a16="http://schemas.microsoft.com/office/drawing/2014/main" id="{A506AFF3-96EE-4F45-C301-4664059469F9}"/>
                  </a:ext>
                </a:extLst>
              </p:cNvPr>
              <p:cNvSpPr>
                <a:spLocks noChangeShapeType="1"/>
              </p:cNvSpPr>
              <p:nvPr/>
            </p:nvSpPr>
            <p:spPr bwMode="auto">
              <a:xfrm>
                <a:off x="3444" y="2382"/>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8" name="Line 1401">
                <a:extLst>
                  <a:ext uri="{FF2B5EF4-FFF2-40B4-BE49-F238E27FC236}">
                    <a16:creationId xmlns:a16="http://schemas.microsoft.com/office/drawing/2014/main" id="{B1A5F63C-45E2-4616-A1A5-A409A9FE3602}"/>
                  </a:ext>
                </a:extLst>
              </p:cNvPr>
              <p:cNvSpPr>
                <a:spLocks noChangeShapeType="1"/>
              </p:cNvSpPr>
              <p:nvPr/>
            </p:nvSpPr>
            <p:spPr bwMode="auto">
              <a:xfrm>
                <a:off x="3843" y="2674"/>
                <a:ext cx="7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9" name="Line 1402">
                <a:extLst>
                  <a:ext uri="{FF2B5EF4-FFF2-40B4-BE49-F238E27FC236}">
                    <a16:creationId xmlns:a16="http://schemas.microsoft.com/office/drawing/2014/main" id="{AE5F0689-56B9-808B-DE80-CF57A717638D}"/>
                  </a:ext>
                </a:extLst>
              </p:cNvPr>
              <p:cNvSpPr>
                <a:spLocks noChangeShapeType="1"/>
              </p:cNvSpPr>
              <p:nvPr/>
            </p:nvSpPr>
            <p:spPr bwMode="auto">
              <a:xfrm>
                <a:off x="3847" y="2814"/>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0" name="Line 1403">
                <a:extLst>
                  <a:ext uri="{FF2B5EF4-FFF2-40B4-BE49-F238E27FC236}">
                    <a16:creationId xmlns:a16="http://schemas.microsoft.com/office/drawing/2014/main" id="{57DA4210-D4FF-F940-10D7-AF57F5A00085}"/>
                  </a:ext>
                </a:extLst>
              </p:cNvPr>
              <p:cNvSpPr>
                <a:spLocks noChangeShapeType="1"/>
              </p:cNvSpPr>
              <p:nvPr/>
            </p:nvSpPr>
            <p:spPr bwMode="auto">
              <a:xfrm>
                <a:off x="3843" y="2966"/>
                <a:ext cx="7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1" name="Line 1404">
                <a:extLst>
                  <a:ext uri="{FF2B5EF4-FFF2-40B4-BE49-F238E27FC236}">
                    <a16:creationId xmlns:a16="http://schemas.microsoft.com/office/drawing/2014/main" id="{5C722BDA-39BF-8DBE-DED2-BB246D09F551}"/>
                  </a:ext>
                </a:extLst>
              </p:cNvPr>
              <p:cNvSpPr>
                <a:spLocks noChangeShapeType="1"/>
              </p:cNvSpPr>
              <p:nvPr/>
            </p:nvSpPr>
            <p:spPr bwMode="auto">
              <a:xfrm>
                <a:off x="3847" y="3108"/>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2" name="Line 1405">
                <a:extLst>
                  <a:ext uri="{FF2B5EF4-FFF2-40B4-BE49-F238E27FC236}">
                    <a16:creationId xmlns:a16="http://schemas.microsoft.com/office/drawing/2014/main" id="{DE8B86F6-3D85-5C7B-BAC9-C4204E0D07F4}"/>
                  </a:ext>
                </a:extLst>
              </p:cNvPr>
              <p:cNvSpPr>
                <a:spLocks noChangeShapeType="1"/>
              </p:cNvSpPr>
              <p:nvPr/>
            </p:nvSpPr>
            <p:spPr bwMode="auto">
              <a:xfrm>
                <a:off x="2219" y="2674"/>
                <a:ext cx="72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3" name="Line 1406">
                <a:extLst>
                  <a:ext uri="{FF2B5EF4-FFF2-40B4-BE49-F238E27FC236}">
                    <a16:creationId xmlns:a16="http://schemas.microsoft.com/office/drawing/2014/main" id="{0DF9BED8-88C4-2CA9-B2D8-347BDD0DB081}"/>
                  </a:ext>
                </a:extLst>
              </p:cNvPr>
              <p:cNvSpPr>
                <a:spLocks noChangeShapeType="1"/>
              </p:cNvSpPr>
              <p:nvPr/>
            </p:nvSpPr>
            <p:spPr bwMode="auto">
              <a:xfrm>
                <a:off x="2223" y="2814"/>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4" name="Line 1407">
                <a:extLst>
                  <a:ext uri="{FF2B5EF4-FFF2-40B4-BE49-F238E27FC236}">
                    <a16:creationId xmlns:a16="http://schemas.microsoft.com/office/drawing/2014/main" id="{3BA30B6F-0989-7345-C44B-8D4392B57062}"/>
                  </a:ext>
                </a:extLst>
              </p:cNvPr>
              <p:cNvSpPr>
                <a:spLocks noChangeShapeType="1"/>
              </p:cNvSpPr>
              <p:nvPr/>
            </p:nvSpPr>
            <p:spPr bwMode="auto">
              <a:xfrm>
                <a:off x="2219" y="2966"/>
                <a:ext cx="72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5" name="Line 1408">
                <a:extLst>
                  <a:ext uri="{FF2B5EF4-FFF2-40B4-BE49-F238E27FC236}">
                    <a16:creationId xmlns:a16="http://schemas.microsoft.com/office/drawing/2014/main" id="{F09B5873-4D00-783E-84BC-703C43920336}"/>
                  </a:ext>
                </a:extLst>
              </p:cNvPr>
              <p:cNvSpPr>
                <a:spLocks noChangeShapeType="1"/>
              </p:cNvSpPr>
              <p:nvPr/>
            </p:nvSpPr>
            <p:spPr bwMode="auto">
              <a:xfrm>
                <a:off x="2223" y="3108"/>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6" name="Line 1409">
                <a:extLst>
                  <a:ext uri="{FF2B5EF4-FFF2-40B4-BE49-F238E27FC236}">
                    <a16:creationId xmlns:a16="http://schemas.microsoft.com/office/drawing/2014/main" id="{9A21C00C-BE13-5FBF-2274-2115482472C0}"/>
                  </a:ext>
                </a:extLst>
              </p:cNvPr>
              <p:cNvSpPr>
                <a:spLocks noChangeShapeType="1"/>
              </p:cNvSpPr>
              <p:nvPr/>
            </p:nvSpPr>
            <p:spPr bwMode="auto">
              <a:xfrm>
                <a:off x="2227" y="2248"/>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7" name="Line 1410">
                <a:extLst>
                  <a:ext uri="{FF2B5EF4-FFF2-40B4-BE49-F238E27FC236}">
                    <a16:creationId xmlns:a16="http://schemas.microsoft.com/office/drawing/2014/main" id="{29A2A27B-366C-3F63-E5B2-C3012EA37F62}"/>
                  </a:ext>
                </a:extLst>
              </p:cNvPr>
              <p:cNvSpPr>
                <a:spLocks noChangeShapeType="1"/>
              </p:cNvSpPr>
              <p:nvPr/>
            </p:nvSpPr>
            <p:spPr bwMode="auto">
              <a:xfrm>
                <a:off x="2223" y="2390"/>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8" name="Line 1411">
                <a:extLst>
                  <a:ext uri="{FF2B5EF4-FFF2-40B4-BE49-F238E27FC236}">
                    <a16:creationId xmlns:a16="http://schemas.microsoft.com/office/drawing/2014/main" id="{1FB1629E-A871-8881-DF7F-D3EC11E4E486}"/>
                  </a:ext>
                </a:extLst>
              </p:cNvPr>
              <p:cNvSpPr>
                <a:spLocks noChangeShapeType="1"/>
              </p:cNvSpPr>
              <p:nvPr/>
            </p:nvSpPr>
            <p:spPr bwMode="auto">
              <a:xfrm>
                <a:off x="3037" y="1956"/>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9" name="Line 1412">
                <a:extLst>
                  <a:ext uri="{FF2B5EF4-FFF2-40B4-BE49-F238E27FC236}">
                    <a16:creationId xmlns:a16="http://schemas.microsoft.com/office/drawing/2014/main" id="{9F425F44-8F09-0842-0E2D-9E075A652233}"/>
                  </a:ext>
                </a:extLst>
              </p:cNvPr>
              <p:cNvSpPr>
                <a:spLocks noChangeShapeType="1"/>
              </p:cNvSpPr>
              <p:nvPr/>
            </p:nvSpPr>
            <p:spPr bwMode="auto">
              <a:xfrm>
                <a:off x="3033" y="2098"/>
                <a:ext cx="7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0" name="Line 1413">
                <a:extLst>
                  <a:ext uri="{FF2B5EF4-FFF2-40B4-BE49-F238E27FC236}">
                    <a16:creationId xmlns:a16="http://schemas.microsoft.com/office/drawing/2014/main" id="{4AAD214F-9E2B-F23F-03B2-72F5AEC85B48}"/>
                  </a:ext>
                </a:extLst>
              </p:cNvPr>
              <p:cNvSpPr>
                <a:spLocks noChangeShapeType="1"/>
              </p:cNvSpPr>
              <p:nvPr/>
            </p:nvSpPr>
            <p:spPr bwMode="auto">
              <a:xfrm flipV="1">
                <a:off x="2630" y="1946"/>
                <a:ext cx="317" cy="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1" name="Line 1414">
                <a:extLst>
                  <a:ext uri="{FF2B5EF4-FFF2-40B4-BE49-F238E27FC236}">
                    <a16:creationId xmlns:a16="http://schemas.microsoft.com/office/drawing/2014/main" id="{0EDCE12A-0EF3-7FB4-3363-D24BB7105D2E}"/>
                  </a:ext>
                </a:extLst>
              </p:cNvPr>
              <p:cNvSpPr>
                <a:spLocks noChangeShapeType="1"/>
              </p:cNvSpPr>
              <p:nvPr/>
            </p:nvSpPr>
            <p:spPr bwMode="auto">
              <a:xfrm flipV="1">
                <a:off x="2626" y="2094"/>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2" name="Line 1415">
                <a:extLst>
                  <a:ext uri="{FF2B5EF4-FFF2-40B4-BE49-F238E27FC236}">
                    <a16:creationId xmlns:a16="http://schemas.microsoft.com/office/drawing/2014/main" id="{32799D66-FEA4-D2B2-51DA-6D3345C8B1E4}"/>
                  </a:ext>
                </a:extLst>
              </p:cNvPr>
              <p:cNvSpPr>
                <a:spLocks noChangeShapeType="1"/>
              </p:cNvSpPr>
              <p:nvPr/>
            </p:nvSpPr>
            <p:spPr bwMode="auto">
              <a:xfrm>
                <a:off x="3033" y="1814"/>
                <a:ext cx="7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3" name="Line 1416">
                <a:extLst>
                  <a:ext uri="{FF2B5EF4-FFF2-40B4-BE49-F238E27FC236}">
                    <a16:creationId xmlns:a16="http://schemas.microsoft.com/office/drawing/2014/main" id="{118612A1-E6DB-349D-AA70-23EB621C46D9}"/>
                  </a:ext>
                </a:extLst>
              </p:cNvPr>
              <p:cNvSpPr>
                <a:spLocks noChangeShapeType="1"/>
              </p:cNvSpPr>
              <p:nvPr/>
            </p:nvSpPr>
            <p:spPr bwMode="auto">
              <a:xfrm flipV="1">
                <a:off x="2626" y="1806"/>
                <a:ext cx="317" cy="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4" name="Line 1417">
                <a:extLst>
                  <a:ext uri="{FF2B5EF4-FFF2-40B4-BE49-F238E27FC236}">
                    <a16:creationId xmlns:a16="http://schemas.microsoft.com/office/drawing/2014/main" id="{990508DB-FA18-B3CC-FD3F-10D45B994DD9}"/>
                  </a:ext>
                </a:extLst>
              </p:cNvPr>
              <p:cNvSpPr>
                <a:spLocks noChangeShapeType="1"/>
              </p:cNvSpPr>
              <p:nvPr/>
            </p:nvSpPr>
            <p:spPr bwMode="auto">
              <a:xfrm>
                <a:off x="3851" y="1956"/>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5" name="Line 1418">
                <a:extLst>
                  <a:ext uri="{FF2B5EF4-FFF2-40B4-BE49-F238E27FC236}">
                    <a16:creationId xmlns:a16="http://schemas.microsoft.com/office/drawing/2014/main" id="{52011E97-4FF3-F3D8-AC3D-52EAEA4F8517}"/>
                  </a:ext>
                </a:extLst>
              </p:cNvPr>
              <p:cNvSpPr>
                <a:spLocks noChangeShapeType="1"/>
              </p:cNvSpPr>
              <p:nvPr/>
            </p:nvSpPr>
            <p:spPr bwMode="auto">
              <a:xfrm>
                <a:off x="3847" y="2098"/>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6" name="Line 1419">
                <a:extLst>
                  <a:ext uri="{FF2B5EF4-FFF2-40B4-BE49-F238E27FC236}">
                    <a16:creationId xmlns:a16="http://schemas.microsoft.com/office/drawing/2014/main" id="{103322B1-85B2-50DB-2278-D620E0049336}"/>
                  </a:ext>
                </a:extLst>
              </p:cNvPr>
              <p:cNvSpPr>
                <a:spLocks noChangeShapeType="1"/>
              </p:cNvSpPr>
              <p:nvPr/>
            </p:nvSpPr>
            <p:spPr bwMode="auto">
              <a:xfrm>
                <a:off x="3847" y="1814"/>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7" name="Line 1420">
                <a:extLst>
                  <a:ext uri="{FF2B5EF4-FFF2-40B4-BE49-F238E27FC236}">
                    <a16:creationId xmlns:a16="http://schemas.microsoft.com/office/drawing/2014/main" id="{5D505BE9-B601-ADE5-D297-A4E6B5BEF630}"/>
                  </a:ext>
                </a:extLst>
              </p:cNvPr>
              <p:cNvSpPr>
                <a:spLocks noChangeShapeType="1"/>
              </p:cNvSpPr>
              <p:nvPr/>
            </p:nvSpPr>
            <p:spPr bwMode="auto">
              <a:xfrm>
                <a:off x="3843" y="2244"/>
                <a:ext cx="7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8" name="Line 1421">
                <a:extLst>
                  <a:ext uri="{FF2B5EF4-FFF2-40B4-BE49-F238E27FC236}">
                    <a16:creationId xmlns:a16="http://schemas.microsoft.com/office/drawing/2014/main" id="{D185FAF8-8ED5-0120-1659-522394C25EEC}"/>
                  </a:ext>
                </a:extLst>
              </p:cNvPr>
              <p:cNvSpPr>
                <a:spLocks noChangeShapeType="1"/>
              </p:cNvSpPr>
              <p:nvPr/>
            </p:nvSpPr>
            <p:spPr bwMode="auto">
              <a:xfrm flipV="1">
                <a:off x="3847" y="2388"/>
                <a:ext cx="33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9" name="Line 1422">
                <a:extLst>
                  <a:ext uri="{FF2B5EF4-FFF2-40B4-BE49-F238E27FC236}">
                    <a16:creationId xmlns:a16="http://schemas.microsoft.com/office/drawing/2014/main" id="{3B32B956-C1FC-E00A-4902-4FAFF652BCDF}"/>
                  </a:ext>
                </a:extLst>
              </p:cNvPr>
              <p:cNvSpPr>
                <a:spLocks noChangeShapeType="1"/>
              </p:cNvSpPr>
              <p:nvPr/>
            </p:nvSpPr>
            <p:spPr bwMode="auto">
              <a:xfrm flipV="1">
                <a:off x="3847" y="2382"/>
                <a:ext cx="731" cy="12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0" name="Line 1423">
                <a:extLst>
                  <a:ext uri="{FF2B5EF4-FFF2-40B4-BE49-F238E27FC236}">
                    <a16:creationId xmlns:a16="http://schemas.microsoft.com/office/drawing/2014/main" id="{2135EA88-8731-BE76-C6AC-9310ABCA8C34}"/>
                  </a:ext>
                </a:extLst>
              </p:cNvPr>
              <p:cNvSpPr>
                <a:spLocks noChangeShapeType="1"/>
              </p:cNvSpPr>
              <p:nvPr/>
            </p:nvSpPr>
            <p:spPr bwMode="auto">
              <a:xfrm flipV="1">
                <a:off x="3041" y="3259"/>
                <a:ext cx="316"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1" name="Line 1424">
                <a:extLst>
                  <a:ext uri="{FF2B5EF4-FFF2-40B4-BE49-F238E27FC236}">
                    <a16:creationId xmlns:a16="http://schemas.microsoft.com/office/drawing/2014/main" id="{F0250760-2C49-FAAB-FE56-A03FACDE0582}"/>
                  </a:ext>
                </a:extLst>
              </p:cNvPr>
              <p:cNvSpPr>
                <a:spLocks noChangeShapeType="1"/>
              </p:cNvSpPr>
              <p:nvPr/>
            </p:nvSpPr>
            <p:spPr bwMode="auto">
              <a:xfrm flipV="1">
                <a:off x="3440" y="3259"/>
                <a:ext cx="317"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2" name="Line 1425">
                <a:extLst>
                  <a:ext uri="{FF2B5EF4-FFF2-40B4-BE49-F238E27FC236}">
                    <a16:creationId xmlns:a16="http://schemas.microsoft.com/office/drawing/2014/main" id="{BE30E67F-45F2-D8E6-3865-EAFF87398208}"/>
                  </a:ext>
                </a:extLst>
              </p:cNvPr>
              <p:cNvSpPr>
                <a:spLocks noChangeShapeType="1"/>
              </p:cNvSpPr>
              <p:nvPr/>
            </p:nvSpPr>
            <p:spPr bwMode="auto">
              <a:xfrm flipV="1">
                <a:off x="4663" y="3259"/>
                <a:ext cx="316"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3" name="Line 1426">
                <a:extLst>
                  <a:ext uri="{FF2B5EF4-FFF2-40B4-BE49-F238E27FC236}">
                    <a16:creationId xmlns:a16="http://schemas.microsoft.com/office/drawing/2014/main" id="{EF402FAE-D30A-B9E9-EA5D-7CFCCECF076A}"/>
                  </a:ext>
                </a:extLst>
              </p:cNvPr>
              <p:cNvSpPr>
                <a:spLocks noChangeShapeType="1"/>
              </p:cNvSpPr>
              <p:nvPr/>
            </p:nvSpPr>
            <p:spPr bwMode="auto">
              <a:xfrm>
                <a:off x="3851" y="3261"/>
                <a:ext cx="72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4" name="Line 1427">
                <a:extLst>
                  <a:ext uri="{FF2B5EF4-FFF2-40B4-BE49-F238E27FC236}">
                    <a16:creationId xmlns:a16="http://schemas.microsoft.com/office/drawing/2014/main" id="{B9663ECA-2AE2-5FA5-61B0-51D0748E5CAF}"/>
                  </a:ext>
                </a:extLst>
              </p:cNvPr>
              <p:cNvSpPr>
                <a:spLocks noChangeShapeType="1"/>
              </p:cNvSpPr>
              <p:nvPr/>
            </p:nvSpPr>
            <p:spPr bwMode="auto">
              <a:xfrm>
                <a:off x="2223" y="3108"/>
                <a:ext cx="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5" name="Line 1428">
                <a:extLst>
                  <a:ext uri="{FF2B5EF4-FFF2-40B4-BE49-F238E27FC236}">
                    <a16:creationId xmlns:a16="http://schemas.microsoft.com/office/drawing/2014/main" id="{0FC0FE02-360C-938B-CA53-F3497CBC8057}"/>
                  </a:ext>
                </a:extLst>
              </p:cNvPr>
              <p:cNvSpPr>
                <a:spLocks noChangeShapeType="1"/>
              </p:cNvSpPr>
              <p:nvPr/>
            </p:nvSpPr>
            <p:spPr bwMode="auto">
              <a:xfrm>
                <a:off x="2229" y="3261"/>
                <a:ext cx="72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Tree>
    <p:extLst>
      <p:ext uri="{BB962C8B-B14F-4D97-AF65-F5344CB8AC3E}">
        <p14:creationId xmlns:p14="http://schemas.microsoft.com/office/powerpoint/2010/main" val="1246775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2181266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Creating Cardboard Cut-Outs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A “footprint” of a cell using cardboard </a:t>
            </a:r>
            <a:br>
              <a:rPr lang="en-US" dirty="0"/>
            </a:br>
            <a:r>
              <a:rPr lang="en-US" dirty="0"/>
              <a:t>cut-outs</a:t>
            </a:r>
          </a:p>
          <a:p>
            <a:r>
              <a:rPr lang="en-US" dirty="0"/>
              <a:t>Benefits:</a:t>
            </a:r>
          </a:p>
          <a:p>
            <a:pPr lvl="1"/>
            <a:r>
              <a:rPr lang="en-US" dirty="0"/>
              <a:t>Cell can be designed and improved many times before moving machines</a:t>
            </a:r>
          </a:p>
          <a:p>
            <a:pPr lvl="1"/>
            <a:r>
              <a:rPr lang="en-US" dirty="0"/>
              <a:t>Allows visualizing of the cell layout</a:t>
            </a:r>
          </a:p>
          <a:p>
            <a:pPr lvl="1"/>
            <a:r>
              <a:rPr lang="en-US" dirty="0"/>
              <a:t>Involves everyone on the team</a:t>
            </a:r>
          </a:p>
          <a:p>
            <a:pPr lvl="1"/>
            <a:r>
              <a:rPr lang="en-US" dirty="0"/>
              <a:t>Allows for multiple layout ideas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3" name="Group 2">
            <a:extLst>
              <a:ext uri="{FF2B5EF4-FFF2-40B4-BE49-F238E27FC236}">
                <a16:creationId xmlns:a16="http://schemas.microsoft.com/office/drawing/2014/main" id="{CF274490-727F-B081-CAF2-42EB2555ED1D}"/>
              </a:ext>
            </a:extLst>
          </p:cNvPr>
          <p:cNvGrpSpPr/>
          <p:nvPr/>
        </p:nvGrpSpPr>
        <p:grpSpPr>
          <a:xfrm>
            <a:off x="838200" y="297639"/>
            <a:ext cx="4241800" cy="301303"/>
            <a:chOff x="838200" y="297639"/>
            <a:chExt cx="4241800" cy="301303"/>
          </a:xfrm>
        </p:grpSpPr>
        <p:grpSp>
          <p:nvGrpSpPr>
            <p:cNvPr id="7" name="Group 6">
              <a:extLst>
                <a:ext uri="{FF2B5EF4-FFF2-40B4-BE49-F238E27FC236}">
                  <a16:creationId xmlns:a16="http://schemas.microsoft.com/office/drawing/2014/main" id="{7D975CE8-9E97-CE4F-C55D-A70393D9FFDC}"/>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E3E1C40B-BD65-1D7A-82D8-F7B64D4855D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A0B2971D-D8F7-7412-B253-4BA9A134C12F}"/>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6C129C1-6DC3-3B50-023E-199ADE1B993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7F89F666-D233-282D-89F0-A521A3A16F98}"/>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163E7C8D-DCF8-8A97-A369-31F591125AA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CCE194B4-B34F-0742-7EBA-4C6C1806EA84}"/>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pic>
        <p:nvPicPr>
          <p:cNvPr id="14" name="Picture 12" descr="cardboardcutout1">
            <a:extLst>
              <a:ext uri="{FF2B5EF4-FFF2-40B4-BE49-F238E27FC236}">
                <a16:creationId xmlns:a16="http://schemas.microsoft.com/office/drawing/2014/main" id="{8A358749-9D01-76CA-44A7-0A002EC545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756" y="2794794"/>
            <a:ext cx="54102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a:bodyPr>
          <a:lstStyle/>
          <a:p>
            <a:pPr marL="0" indent="0">
              <a:buNone/>
            </a:pPr>
            <a:r>
              <a:rPr lang="en-US" dirty="0"/>
              <a:t>Cardboard Cut-Outs</a:t>
            </a:r>
          </a:p>
        </p:txBody>
      </p:sp>
    </p:spTree>
    <p:extLst>
      <p:ext uri="{BB962C8B-B14F-4D97-AF65-F5344CB8AC3E}">
        <p14:creationId xmlns:p14="http://schemas.microsoft.com/office/powerpoint/2010/main" val="2082650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4AE02-580B-EE31-6949-C0A930E8D332}"/>
              </a:ext>
            </a:extLst>
          </p:cNvPr>
          <p:cNvSpPr>
            <a:spLocks noGrp="1"/>
          </p:cNvSpPr>
          <p:nvPr>
            <p:ph type="title"/>
          </p:nvPr>
        </p:nvSpPr>
        <p:spPr/>
        <p:txBody>
          <a:bodyPr/>
          <a:lstStyle/>
          <a:p>
            <a:r>
              <a:rPr lang="en-US" dirty="0"/>
              <a:t>Cardboard Cut-Out Method</a:t>
            </a:r>
          </a:p>
        </p:txBody>
      </p:sp>
      <p:grpSp>
        <p:nvGrpSpPr>
          <p:cNvPr id="3" name="Group 2">
            <a:extLst>
              <a:ext uri="{FF2B5EF4-FFF2-40B4-BE49-F238E27FC236}">
                <a16:creationId xmlns:a16="http://schemas.microsoft.com/office/drawing/2014/main" id="{D721C95E-EB34-280E-5AE1-43FF4B259D03}"/>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F6669CB3-F976-7F26-B0EC-C5883FB878A4}"/>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9ADE2685-7D5D-0F34-2F30-0B94328260F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F28DF423-3714-8FEB-8796-C451683DD77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A4B91A16-A941-FF37-7B81-C10F991A6D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3409ABEA-B7A0-BABE-E3AA-CCD02955E8C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9FA87B12-4B0D-AB86-192C-0E0B01ADE11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CE1C3285-A2B2-D63B-DC8E-A3FE87E5B52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grpSp>
        <p:nvGrpSpPr>
          <p:cNvPr id="23" name="Group 22">
            <a:extLst>
              <a:ext uri="{FF2B5EF4-FFF2-40B4-BE49-F238E27FC236}">
                <a16:creationId xmlns:a16="http://schemas.microsoft.com/office/drawing/2014/main" id="{530CF28D-BCB8-9529-CB8C-B3EF4B818C96}"/>
              </a:ext>
            </a:extLst>
          </p:cNvPr>
          <p:cNvGrpSpPr/>
          <p:nvPr/>
        </p:nvGrpSpPr>
        <p:grpSpPr>
          <a:xfrm>
            <a:off x="968948" y="1888772"/>
            <a:ext cx="10254104" cy="3677959"/>
            <a:chOff x="493713" y="1606550"/>
            <a:chExt cx="8158162" cy="3308351"/>
          </a:xfrm>
        </p:grpSpPr>
        <p:grpSp>
          <p:nvGrpSpPr>
            <p:cNvPr id="11" name="Group 5">
              <a:extLst>
                <a:ext uri="{FF2B5EF4-FFF2-40B4-BE49-F238E27FC236}">
                  <a16:creationId xmlns:a16="http://schemas.microsoft.com/office/drawing/2014/main" id="{282F6304-B4F8-C968-20F7-93C18958DA65}"/>
                </a:ext>
              </a:extLst>
            </p:cNvPr>
            <p:cNvGrpSpPr>
              <a:grpSpLocks/>
            </p:cNvGrpSpPr>
            <p:nvPr/>
          </p:nvGrpSpPr>
          <p:grpSpPr bwMode="auto">
            <a:xfrm>
              <a:off x="6319838" y="1606550"/>
              <a:ext cx="2332037" cy="3189288"/>
              <a:chOff x="3981" y="1012"/>
              <a:chExt cx="1469" cy="2009"/>
            </a:xfrm>
          </p:grpSpPr>
          <p:sp>
            <p:nvSpPr>
              <p:cNvPr id="12" name="AutoShape 6">
                <a:extLst>
                  <a:ext uri="{FF2B5EF4-FFF2-40B4-BE49-F238E27FC236}">
                    <a16:creationId xmlns:a16="http://schemas.microsoft.com/office/drawing/2014/main" id="{657EC65D-6EB8-02F6-976D-9D05FD8032C4}"/>
                  </a:ext>
                </a:extLst>
              </p:cNvPr>
              <p:cNvSpPr>
                <a:spLocks noChangeArrowheads="1"/>
              </p:cNvSpPr>
              <p:nvPr/>
            </p:nvSpPr>
            <p:spPr bwMode="auto">
              <a:xfrm>
                <a:off x="3981" y="1012"/>
                <a:ext cx="1469" cy="394"/>
              </a:xfrm>
              <a:prstGeom prst="homePlate">
                <a:avLst>
                  <a:gd name="adj" fmla="val 55719"/>
                </a:avLst>
              </a:prstGeom>
              <a:solidFill>
                <a:schemeClr val="accent1"/>
              </a:solidFill>
              <a:ln w="19050">
                <a:solidFill>
                  <a:schemeClr val="bg1"/>
                </a:solidFill>
                <a:miter lim="800000"/>
                <a:headEnd/>
                <a:tailEnd/>
              </a:ln>
            </p:spPr>
            <p:txBody>
              <a:bodyPr lIns="45720" tIns="46038" rIns="45720" bIns="46038"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95000"/>
                  </a:lnSpc>
                  <a:spcBef>
                    <a:spcPct val="0"/>
                  </a:spcBef>
                  <a:buClr>
                    <a:schemeClr val="tx1"/>
                  </a:buClr>
                  <a:buSzPct val="90000"/>
                </a:pPr>
                <a:r>
                  <a:rPr lang="en-US" altLang="en-US" sz="2000" dirty="0">
                    <a:latin typeface="Roboto" panose="02000000000000000000" pitchFamily="2" charset="0"/>
                    <a:ea typeface="Roboto" panose="02000000000000000000" pitchFamily="2" charset="0"/>
                  </a:rPr>
                  <a:t>Step 4</a:t>
                </a:r>
                <a:endParaRPr lang="en-US" altLang="en-US" sz="1800" dirty="0">
                  <a:latin typeface="Roboto" panose="02000000000000000000" pitchFamily="2" charset="0"/>
                  <a:ea typeface="Roboto" panose="02000000000000000000" pitchFamily="2" charset="0"/>
                </a:endParaRPr>
              </a:p>
            </p:txBody>
          </p:sp>
          <p:sp>
            <p:nvSpPr>
              <p:cNvPr id="13" name="Rectangle 7">
                <a:extLst>
                  <a:ext uri="{FF2B5EF4-FFF2-40B4-BE49-F238E27FC236}">
                    <a16:creationId xmlns:a16="http://schemas.microsoft.com/office/drawing/2014/main" id="{C2F80295-3672-D4FB-D697-19B144BC6D44}"/>
                  </a:ext>
                </a:extLst>
              </p:cNvPr>
              <p:cNvSpPr>
                <a:spLocks noChangeArrowheads="1"/>
              </p:cNvSpPr>
              <p:nvPr/>
            </p:nvSpPr>
            <p:spPr bwMode="auto">
              <a:xfrm>
                <a:off x="4033" y="1439"/>
                <a:ext cx="1325"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0000"/>
                  </a:spcBef>
                  <a:buClr>
                    <a:schemeClr val="tx1"/>
                  </a:buClr>
                  <a:buSzPct val="90000"/>
                  <a:buFont typeface="Arial" panose="020B0604020202020204" pitchFamily="34" charset="0"/>
                  <a:buChar char="•"/>
                </a:pPr>
                <a:r>
                  <a:rPr lang="en-US" altLang="en-US" sz="1600" b="0">
                    <a:solidFill>
                      <a:schemeClr val="tx1"/>
                    </a:solidFill>
                    <a:latin typeface="Roboto" panose="02000000000000000000" pitchFamily="2" charset="0"/>
                    <a:ea typeface="Roboto" panose="02000000000000000000" pitchFamily="2" charset="0"/>
                  </a:rPr>
                  <a:t>Select the best option</a:t>
                </a:r>
              </a:p>
              <a:p>
                <a:pPr marL="285750" indent="-285750" algn="l">
                  <a:lnSpc>
                    <a:spcPct val="100000"/>
                  </a:lnSpc>
                  <a:spcBef>
                    <a:spcPct val="40000"/>
                  </a:spcBef>
                  <a:buClr>
                    <a:schemeClr val="tx1"/>
                  </a:buClr>
                  <a:buSzPct val="90000"/>
                  <a:buFont typeface="Arial" panose="020B0604020202020204" pitchFamily="34" charset="0"/>
                  <a:buChar char="•"/>
                </a:pPr>
                <a:r>
                  <a:rPr lang="en-US" altLang="en-US" sz="1600" b="0">
                    <a:solidFill>
                      <a:schemeClr val="tx1"/>
                    </a:solidFill>
                    <a:latin typeface="Roboto" panose="02000000000000000000" pitchFamily="2" charset="0"/>
                    <a:ea typeface="Roboto" panose="02000000000000000000" pitchFamily="2" charset="0"/>
                  </a:rPr>
                  <a:t>This should be a team consensus</a:t>
                </a:r>
              </a:p>
            </p:txBody>
          </p:sp>
        </p:grpSp>
        <p:grpSp>
          <p:nvGrpSpPr>
            <p:cNvPr id="14" name="Group 8">
              <a:extLst>
                <a:ext uri="{FF2B5EF4-FFF2-40B4-BE49-F238E27FC236}">
                  <a16:creationId xmlns:a16="http://schemas.microsoft.com/office/drawing/2014/main" id="{4B8CB929-6FE9-A6F2-7BD0-1D420279BD44}"/>
                </a:ext>
              </a:extLst>
            </p:cNvPr>
            <p:cNvGrpSpPr>
              <a:grpSpLocks/>
            </p:cNvGrpSpPr>
            <p:nvPr/>
          </p:nvGrpSpPr>
          <p:grpSpPr bwMode="auto">
            <a:xfrm>
              <a:off x="4276725" y="1606550"/>
              <a:ext cx="2420938" cy="3186113"/>
              <a:chOff x="2694" y="1012"/>
              <a:chExt cx="1525" cy="2007"/>
            </a:xfrm>
          </p:grpSpPr>
          <p:sp>
            <p:nvSpPr>
              <p:cNvPr id="15" name="Rectangle 9">
                <a:extLst>
                  <a:ext uri="{FF2B5EF4-FFF2-40B4-BE49-F238E27FC236}">
                    <a16:creationId xmlns:a16="http://schemas.microsoft.com/office/drawing/2014/main" id="{907F4BA3-D40E-AAFE-45F6-D8DA3F62A7F4}"/>
                  </a:ext>
                </a:extLst>
              </p:cNvPr>
              <p:cNvSpPr>
                <a:spLocks noChangeArrowheads="1"/>
              </p:cNvSpPr>
              <p:nvPr/>
            </p:nvSpPr>
            <p:spPr bwMode="auto">
              <a:xfrm>
                <a:off x="2919" y="1437"/>
                <a:ext cx="1111"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0000"/>
                  </a:spcBef>
                  <a:buClr>
                    <a:schemeClr val="tx1"/>
                  </a:buClr>
                  <a:buSzPct val="90000"/>
                  <a:buFont typeface="Arial" panose="020B0604020202020204" pitchFamily="34" charset="0"/>
                  <a:buChar char="•"/>
                </a:pPr>
                <a:r>
                  <a:rPr lang="en-US" altLang="en-US" sz="1600" b="0">
                    <a:solidFill>
                      <a:schemeClr val="tx1"/>
                    </a:solidFill>
                    <a:latin typeface="Roboto" panose="02000000000000000000" pitchFamily="2" charset="0"/>
                    <a:ea typeface="Roboto" panose="02000000000000000000" pitchFamily="2" charset="0"/>
                  </a:rPr>
                  <a:t>Look at proposed design again for any problems</a:t>
                </a:r>
                <a:endParaRPr lang="en-US" altLang="en-US" sz="1400" b="0">
                  <a:solidFill>
                    <a:schemeClr val="tx1"/>
                  </a:solidFill>
                  <a:latin typeface="Roboto" panose="02000000000000000000" pitchFamily="2" charset="0"/>
                  <a:ea typeface="Roboto" panose="02000000000000000000" pitchFamily="2" charset="0"/>
                </a:endParaRPr>
              </a:p>
            </p:txBody>
          </p:sp>
          <p:sp>
            <p:nvSpPr>
              <p:cNvPr id="16" name="AutoShape 10">
                <a:extLst>
                  <a:ext uri="{FF2B5EF4-FFF2-40B4-BE49-F238E27FC236}">
                    <a16:creationId xmlns:a16="http://schemas.microsoft.com/office/drawing/2014/main" id="{6CC34EE7-91EA-C2F8-4C1A-26307226A8D6}"/>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95000"/>
                  </a:lnSpc>
                  <a:spcBef>
                    <a:spcPct val="0"/>
                  </a:spcBef>
                  <a:buClr>
                    <a:schemeClr val="tx1"/>
                  </a:buClr>
                  <a:buSzPct val="90000"/>
                </a:pPr>
                <a:r>
                  <a:rPr lang="en-US" altLang="en-US" sz="1800" dirty="0">
                    <a:latin typeface="Roboto" panose="02000000000000000000" pitchFamily="2" charset="0"/>
                    <a:ea typeface="Roboto" panose="02000000000000000000" pitchFamily="2" charset="0"/>
                  </a:rPr>
                  <a:t>Step 3</a:t>
                </a:r>
              </a:p>
            </p:txBody>
          </p:sp>
        </p:grpSp>
        <p:grpSp>
          <p:nvGrpSpPr>
            <p:cNvPr id="17" name="Group 11">
              <a:extLst>
                <a:ext uri="{FF2B5EF4-FFF2-40B4-BE49-F238E27FC236}">
                  <a16:creationId xmlns:a16="http://schemas.microsoft.com/office/drawing/2014/main" id="{5423BA5C-E173-ADC7-B5F4-7066A60AFED2}"/>
                </a:ext>
              </a:extLst>
            </p:cNvPr>
            <p:cNvGrpSpPr>
              <a:grpSpLocks/>
            </p:cNvGrpSpPr>
            <p:nvPr/>
          </p:nvGrpSpPr>
          <p:grpSpPr bwMode="auto">
            <a:xfrm>
              <a:off x="2459038" y="1606550"/>
              <a:ext cx="2336800" cy="3186113"/>
              <a:chOff x="1549" y="1012"/>
              <a:chExt cx="1472" cy="2007"/>
            </a:xfrm>
          </p:grpSpPr>
          <p:sp>
            <p:nvSpPr>
              <p:cNvPr id="18" name="Rectangle 12">
                <a:extLst>
                  <a:ext uri="{FF2B5EF4-FFF2-40B4-BE49-F238E27FC236}">
                    <a16:creationId xmlns:a16="http://schemas.microsoft.com/office/drawing/2014/main" id="{CA808685-B49C-6BC0-3771-78D8E119C99D}"/>
                  </a:ext>
                </a:extLst>
              </p:cNvPr>
              <p:cNvSpPr>
                <a:spLocks noChangeArrowheads="1"/>
              </p:cNvSpPr>
              <p:nvPr/>
            </p:nvSpPr>
            <p:spPr bwMode="auto">
              <a:xfrm>
                <a:off x="1657" y="1437"/>
                <a:ext cx="1197"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In open area place </a:t>
                </a:r>
                <a:r>
                  <a:rPr lang="ja-JP" altLang="en-US" sz="1600" b="0" dirty="0">
                    <a:latin typeface="Roboto" panose="02000000000000000000" pitchFamily="2" charset="0"/>
                  </a:rPr>
                  <a:t>“</a:t>
                </a:r>
                <a:r>
                  <a:rPr lang="en-US" altLang="ja-JP" sz="1600" b="0" dirty="0">
                    <a:latin typeface="Roboto" panose="02000000000000000000" pitchFamily="2" charset="0"/>
                    <a:ea typeface="Roboto" panose="02000000000000000000" pitchFamily="2" charset="0"/>
                  </a:rPr>
                  <a:t>machines</a:t>
                </a:r>
                <a:r>
                  <a:rPr lang="ja-JP" altLang="en-US" sz="1600" b="0" dirty="0">
                    <a:latin typeface="Roboto" panose="02000000000000000000" pitchFamily="2" charset="0"/>
                  </a:rPr>
                  <a:t>”</a:t>
                </a:r>
                <a:r>
                  <a:rPr lang="en-US" altLang="ja-JP" sz="1600" b="0" dirty="0">
                    <a:latin typeface="Roboto" panose="02000000000000000000" pitchFamily="2" charset="0"/>
                    <a:ea typeface="Roboto" panose="02000000000000000000" pitchFamily="2" charset="0"/>
                  </a:rPr>
                  <a:t> in the flow you wish to try</a:t>
                </a:r>
              </a:p>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Experiment with different layouts</a:t>
                </a:r>
              </a:p>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Create multiple alternatives</a:t>
                </a:r>
              </a:p>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Team-based</a:t>
                </a:r>
              </a:p>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Watch for potential problems</a:t>
                </a:r>
              </a:p>
              <a:p>
                <a:pPr>
                  <a:lnSpc>
                    <a:spcPct val="100000"/>
                  </a:lnSpc>
                  <a:spcBef>
                    <a:spcPct val="40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Mark the operator load/unload point with red for visibility</a:t>
                </a:r>
              </a:p>
            </p:txBody>
          </p:sp>
          <p:sp>
            <p:nvSpPr>
              <p:cNvPr id="19" name="AutoShape 13">
                <a:extLst>
                  <a:ext uri="{FF2B5EF4-FFF2-40B4-BE49-F238E27FC236}">
                    <a16:creationId xmlns:a16="http://schemas.microsoft.com/office/drawing/2014/main" id="{0C860543-A4F4-DBEF-BC9A-00C5B6512EDA}"/>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95000"/>
                  </a:lnSpc>
                  <a:spcBef>
                    <a:spcPct val="0"/>
                  </a:spcBef>
                  <a:buClr>
                    <a:schemeClr val="tx1"/>
                  </a:buClr>
                  <a:buSzPct val="90000"/>
                </a:pPr>
                <a:r>
                  <a:rPr lang="en-US" altLang="en-US" sz="1800" dirty="0">
                    <a:latin typeface="Roboto" panose="02000000000000000000" pitchFamily="2" charset="0"/>
                    <a:ea typeface="Roboto" panose="02000000000000000000" pitchFamily="2" charset="0"/>
                  </a:rPr>
                  <a:t>Step 2</a:t>
                </a:r>
              </a:p>
            </p:txBody>
          </p:sp>
        </p:grpSp>
        <p:grpSp>
          <p:nvGrpSpPr>
            <p:cNvPr id="20" name="Group 14">
              <a:extLst>
                <a:ext uri="{FF2B5EF4-FFF2-40B4-BE49-F238E27FC236}">
                  <a16:creationId xmlns:a16="http://schemas.microsoft.com/office/drawing/2014/main" id="{259C7E1A-5842-61DA-BDB6-B190466D985C}"/>
                </a:ext>
              </a:extLst>
            </p:cNvPr>
            <p:cNvGrpSpPr>
              <a:grpSpLocks/>
            </p:cNvGrpSpPr>
            <p:nvPr/>
          </p:nvGrpSpPr>
          <p:grpSpPr bwMode="auto">
            <a:xfrm>
              <a:off x="493713" y="1606550"/>
              <a:ext cx="2332037" cy="3308351"/>
              <a:chOff x="311" y="1012"/>
              <a:chExt cx="1469" cy="2084"/>
            </a:xfrm>
          </p:grpSpPr>
          <p:sp>
            <p:nvSpPr>
              <p:cNvPr id="21" name="Rectangle 15">
                <a:extLst>
                  <a:ext uri="{FF2B5EF4-FFF2-40B4-BE49-F238E27FC236}">
                    <a16:creationId xmlns:a16="http://schemas.microsoft.com/office/drawing/2014/main" id="{0FE7BA87-B491-B732-51F5-57BEEDDC4858}"/>
                  </a:ext>
                </a:extLst>
              </p:cNvPr>
              <p:cNvSpPr>
                <a:spLocks noChangeArrowheads="1"/>
              </p:cNvSpPr>
              <p:nvPr/>
            </p:nvSpPr>
            <p:spPr bwMode="auto">
              <a:xfrm>
                <a:off x="350" y="1437"/>
                <a:ext cx="1318" cy="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165100" indent="-1651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0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Each machine or process step footprint is exactly replicated in a cardboard cut-out</a:t>
                </a:r>
              </a:p>
              <a:p>
                <a:pPr marL="285750" indent="-285750" algn="l">
                  <a:lnSpc>
                    <a:spcPct val="100000"/>
                  </a:lnSpc>
                  <a:spcBef>
                    <a:spcPct val="40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Full size is used so people can readily visualize magnitude</a:t>
                </a:r>
              </a:p>
            </p:txBody>
          </p:sp>
          <p:sp>
            <p:nvSpPr>
              <p:cNvPr id="22" name="AutoShape 16">
                <a:extLst>
                  <a:ext uri="{FF2B5EF4-FFF2-40B4-BE49-F238E27FC236}">
                    <a16:creationId xmlns:a16="http://schemas.microsoft.com/office/drawing/2014/main" id="{0184CDA9-2F32-CF14-0780-962C03DFD8AF}"/>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95000"/>
                  </a:lnSpc>
                  <a:spcBef>
                    <a:spcPct val="0"/>
                  </a:spcBef>
                  <a:buClr>
                    <a:schemeClr val="tx1"/>
                  </a:buClr>
                  <a:buSzPct val="90000"/>
                </a:pPr>
                <a:r>
                  <a:rPr lang="en-US" altLang="en-US" sz="1800" dirty="0">
                    <a:latin typeface="Roboto" panose="02000000000000000000" pitchFamily="2" charset="0"/>
                    <a:ea typeface="Roboto" panose="02000000000000000000" pitchFamily="2" charset="0"/>
                  </a:rPr>
                  <a:t>Step 1</a:t>
                </a:r>
              </a:p>
            </p:txBody>
          </p:sp>
        </p:grpSp>
      </p:grpSp>
    </p:spTree>
    <p:extLst>
      <p:ext uri="{BB962C8B-B14F-4D97-AF65-F5344CB8AC3E}">
        <p14:creationId xmlns:p14="http://schemas.microsoft.com/office/powerpoint/2010/main" val="4248782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Example of a Cell Using Cardboard Cut-Outs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4" name="Group 3">
            <a:extLst>
              <a:ext uri="{FF2B5EF4-FFF2-40B4-BE49-F238E27FC236}">
                <a16:creationId xmlns:a16="http://schemas.microsoft.com/office/drawing/2014/main" id="{7059E5B0-46FF-28B9-1560-622DF0F2F678}"/>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C01977E7-75EA-D218-09E0-B14C7F6597FE}"/>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55BE5E2-6F98-E275-5764-ED5BA0D3337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23D36FD9-3B77-B47A-3EEA-0465A28E49B1}"/>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1C11D9F1-522F-A475-9EF0-199308C7ED3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7918267-4F61-5011-D67F-8C80BB3B0FF8}"/>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2C8C6B10-FB64-08CA-5CDA-2465E18D8E3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F92F5D9-3D44-378F-7740-40C2FDDE9D51}"/>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pic>
        <p:nvPicPr>
          <p:cNvPr id="13" name="Picture 3" descr="cardboardcutout2">
            <a:extLst>
              <a:ext uri="{FF2B5EF4-FFF2-40B4-BE49-F238E27FC236}">
                <a16:creationId xmlns:a16="http://schemas.microsoft.com/office/drawing/2014/main" id="{0F67DC2B-94DF-EC10-365D-8DDD08831D0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90142" y="1825625"/>
            <a:ext cx="601171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272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31</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3008277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Work Station Design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Size the workstation for the parts</a:t>
            </a:r>
          </a:p>
          <a:p>
            <a:r>
              <a:rPr lang="en-US" dirty="0"/>
              <a:t>Arrange the parts in the proper sequence and orientation</a:t>
            </a:r>
          </a:p>
          <a:p>
            <a:r>
              <a:rPr lang="en-US" dirty="0"/>
              <a:t>Standardize hardware and tools</a:t>
            </a:r>
          </a:p>
          <a:p>
            <a:r>
              <a:rPr lang="en-US" dirty="0"/>
              <a:t>Place fixtures and hand tools in order of use</a:t>
            </a:r>
          </a:p>
          <a:p>
            <a:r>
              <a:rPr lang="en-US" dirty="0"/>
              <a:t>Establish visual control of tools (shadow board)</a:t>
            </a:r>
          </a:p>
          <a:p>
            <a:r>
              <a:rPr lang="en-US" dirty="0"/>
              <a:t>Make machines fit the process</a:t>
            </a:r>
          </a:p>
          <a:p>
            <a:r>
              <a:rPr lang="en-US" dirty="0"/>
              <a:t>Optimize operator motions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4" name="Group 3">
            <a:extLst>
              <a:ext uri="{FF2B5EF4-FFF2-40B4-BE49-F238E27FC236}">
                <a16:creationId xmlns:a16="http://schemas.microsoft.com/office/drawing/2014/main" id="{62CBB3E0-4AB4-626F-18B1-398AE22270CA}"/>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0C4C2442-8FE2-B44A-3106-BAA9EDFE90B3}"/>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EFC9A639-81D9-9BD5-7010-E5BFF811C48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1CFCAE1-4CD4-BA6D-6F4F-F76AD82F5CA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8FD33C1-91A4-FF9A-CE6D-C3A818463F2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C8BB3458-D881-7BF6-85AE-A6A1458E8A0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89A6C51E-1F65-EB3E-348B-CBAD9557DE5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C073F60-CCEF-DFDB-CE4E-705746BED900}"/>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2252824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33</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1333355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3E80E-548C-8914-5725-1D0BCA7E0DC7}"/>
              </a:ext>
            </a:extLst>
          </p:cNvPr>
          <p:cNvSpPr>
            <a:spLocks noGrp="1"/>
          </p:cNvSpPr>
          <p:nvPr>
            <p:ph type="title"/>
          </p:nvPr>
        </p:nvSpPr>
        <p:spPr/>
        <p:txBody>
          <a:bodyPr/>
          <a:lstStyle/>
          <a:p>
            <a:r>
              <a:rPr lang="en-US" dirty="0"/>
              <a:t>Tool and Material Presentation</a:t>
            </a:r>
          </a:p>
        </p:txBody>
      </p:sp>
      <p:grpSp>
        <p:nvGrpSpPr>
          <p:cNvPr id="3" name="Group 2">
            <a:extLst>
              <a:ext uri="{FF2B5EF4-FFF2-40B4-BE49-F238E27FC236}">
                <a16:creationId xmlns:a16="http://schemas.microsoft.com/office/drawing/2014/main" id="{52BD397A-39F6-E0E7-3508-4DCCC3D432A1}"/>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D5F62A29-2988-5D6C-1FDD-3F070C34FAC3}"/>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6F8B1365-D9AA-AE57-0169-1819880459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122FEBCB-678F-4FE6-8DC4-841DECB521D6}"/>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823FC50D-3FD0-13A3-32AD-749415C1DAB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AA79C7C-A8BA-A75A-FFD2-7886D127A7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6B62D56-169A-0298-EB3A-CA712DD4A11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BE64C838-56DA-8D96-C98C-6E29709E191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grpSp>
        <p:nvGrpSpPr>
          <p:cNvPr id="21" name="Group 20">
            <a:extLst>
              <a:ext uri="{FF2B5EF4-FFF2-40B4-BE49-F238E27FC236}">
                <a16:creationId xmlns:a16="http://schemas.microsoft.com/office/drawing/2014/main" id="{E820997B-CD0D-1FEE-8236-E9294636CEEC}"/>
              </a:ext>
            </a:extLst>
          </p:cNvPr>
          <p:cNvGrpSpPr/>
          <p:nvPr/>
        </p:nvGrpSpPr>
        <p:grpSpPr>
          <a:xfrm>
            <a:off x="838199" y="1897945"/>
            <a:ext cx="9965267" cy="4344367"/>
            <a:chOff x="461963" y="1536700"/>
            <a:chExt cx="8259762" cy="3968114"/>
          </a:xfrm>
        </p:grpSpPr>
        <p:sp>
          <p:nvSpPr>
            <p:cNvPr id="11" name="Rectangle 8">
              <a:extLst>
                <a:ext uri="{FF2B5EF4-FFF2-40B4-BE49-F238E27FC236}">
                  <a16:creationId xmlns:a16="http://schemas.microsoft.com/office/drawing/2014/main" id="{46BA1D9B-C909-EA23-36D2-A40E3ECE4EF3}"/>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rPr>
                <a:t>Point of Use</a:t>
              </a:r>
            </a:p>
          </p:txBody>
        </p:sp>
        <p:sp>
          <p:nvSpPr>
            <p:cNvPr id="12" name="Rectangle 9">
              <a:extLst>
                <a:ext uri="{FF2B5EF4-FFF2-40B4-BE49-F238E27FC236}">
                  <a16:creationId xmlns:a16="http://schemas.microsoft.com/office/drawing/2014/main" id="{747BEF7F-189F-5CCB-59F7-91088D00104E}"/>
                </a:ext>
              </a:extLst>
            </p:cNvPr>
            <p:cNvSpPr>
              <a:spLocks noChangeArrowheads="1"/>
            </p:cNvSpPr>
            <p:nvPr/>
          </p:nvSpPr>
          <p:spPr bwMode="auto">
            <a:xfrm>
              <a:off x="1196975" y="3251200"/>
              <a:ext cx="1908175" cy="568325"/>
            </a:xfrm>
            <a:prstGeom prst="rect">
              <a:avLst/>
            </a:prstGeom>
            <a:solidFill>
              <a:srgbClr val="DDDDDD"/>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rPr>
                <a:t>Benefits of</a:t>
              </a:r>
              <a:br>
                <a:rPr lang="en-US" altLang="en-US" sz="1400" dirty="0">
                  <a:solidFill>
                    <a:schemeClr val="tx1"/>
                  </a:solidFill>
                  <a:latin typeface="Roboto" panose="02000000000000000000" pitchFamily="2" charset="0"/>
                  <a:ea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rPr>
                <a:t>good tool &amp; material</a:t>
              </a:r>
              <a:br>
                <a:rPr lang="en-US" altLang="en-US" sz="1400" dirty="0">
                  <a:solidFill>
                    <a:schemeClr val="tx1"/>
                  </a:solidFill>
                  <a:latin typeface="Roboto" panose="02000000000000000000" pitchFamily="2" charset="0"/>
                  <a:ea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rPr>
                <a:t>presentation</a:t>
              </a:r>
            </a:p>
          </p:txBody>
        </p:sp>
        <p:sp>
          <p:nvSpPr>
            <p:cNvPr id="13" name="Line 10">
              <a:extLst>
                <a:ext uri="{FF2B5EF4-FFF2-40B4-BE49-F238E27FC236}">
                  <a16:creationId xmlns:a16="http://schemas.microsoft.com/office/drawing/2014/main" id="{D3C5B557-2BDB-B8AF-33BC-842978B469F4}"/>
                </a:ext>
              </a:extLst>
            </p:cNvPr>
            <p:cNvSpPr>
              <a:spLocks noChangeShapeType="1"/>
            </p:cNvSpPr>
            <p:nvPr/>
          </p:nvSpPr>
          <p:spPr bwMode="auto">
            <a:xfrm>
              <a:off x="471488" y="3149600"/>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Line 11">
              <a:extLst>
                <a:ext uri="{FF2B5EF4-FFF2-40B4-BE49-F238E27FC236}">
                  <a16:creationId xmlns:a16="http://schemas.microsoft.com/office/drawing/2014/main" id="{328E95C7-97A9-76E6-2BB4-C81E01F2EC1B}"/>
                </a:ext>
              </a:extLst>
            </p:cNvPr>
            <p:cNvSpPr>
              <a:spLocks noChangeShapeType="1"/>
            </p:cNvSpPr>
            <p:nvPr/>
          </p:nvSpPr>
          <p:spPr bwMode="auto">
            <a:xfrm>
              <a:off x="469900" y="5445125"/>
              <a:ext cx="8205788"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5" name="Rectangle 12">
              <a:extLst>
                <a:ext uri="{FF2B5EF4-FFF2-40B4-BE49-F238E27FC236}">
                  <a16:creationId xmlns:a16="http://schemas.microsoft.com/office/drawing/2014/main" id="{CD4E8E40-9505-E648-64B6-B2DF37CFA2C8}"/>
                </a:ext>
              </a:extLst>
            </p:cNvPr>
            <p:cNvSpPr>
              <a:spLocks noChangeArrowheads="1"/>
            </p:cNvSpPr>
            <p:nvPr/>
          </p:nvSpPr>
          <p:spPr bwMode="auto">
            <a:xfrm>
              <a:off x="3638550" y="1954213"/>
              <a:ext cx="4970463" cy="1068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Tools and materials located where they are needed</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Operators should not have to reach, bend, or exert excess (wasted) motion to retrieve materials or tools required for an operation</a:t>
              </a:r>
            </a:p>
          </p:txBody>
        </p:sp>
        <p:sp>
          <p:nvSpPr>
            <p:cNvPr id="16" name="Rectangle 13">
              <a:extLst>
                <a:ext uri="{FF2B5EF4-FFF2-40B4-BE49-F238E27FC236}">
                  <a16:creationId xmlns:a16="http://schemas.microsoft.com/office/drawing/2014/main" id="{A7BF39E3-1124-473E-2182-66774C34899F}"/>
                </a:ext>
              </a:extLst>
            </p:cNvPr>
            <p:cNvSpPr>
              <a:spLocks noChangeArrowheads="1"/>
            </p:cNvSpPr>
            <p:nvPr/>
          </p:nvSpPr>
          <p:spPr bwMode="auto">
            <a:xfrm>
              <a:off x="3641725" y="3255963"/>
              <a:ext cx="4981575" cy="2248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708025">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Improve working ergonomics</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Reduce walk time</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Reduce cycle time my reducing unnecessary motion</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Eliminates lost tooling</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Improves safety</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No searching for tools</a:t>
              </a:r>
            </a:p>
            <a:p>
              <a:pPr marL="285750" indent="-285750" algn="l">
                <a:lnSpc>
                  <a:spcPct val="100000"/>
                </a:lnSpc>
                <a:spcBef>
                  <a:spcPct val="45000"/>
                </a:spcBef>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Easier replenishment</a:t>
              </a:r>
            </a:p>
          </p:txBody>
        </p:sp>
        <p:sp>
          <p:nvSpPr>
            <p:cNvPr id="17" name="Line 14">
              <a:extLst>
                <a:ext uri="{FF2B5EF4-FFF2-40B4-BE49-F238E27FC236}">
                  <a16:creationId xmlns:a16="http://schemas.microsoft.com/office/drawing/2014/main" id="{621DCEBF-B8C4-608A-61A4-D947B46301F8}"/>
                </a:ext>
              </a:extLst>
            </p:cNvPr>
            <p:cNvSpPr>
              <a:spLocks noChangeShapeType="1"/>
            </p:cNvSpPr>
            <p:nvPr/>
          </p:nvSpPr>
          <p:spPr bwMode="auto">
            <a:xfrm flipV="1">
              <a:off x="461963" y="1824038"/>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Text Box 15">
              <a:extLst>
                <a:ext uri="{FF2B5EF4-FFF2-40B4-BE49-F238E27FC236}">
                  <a16:creationId xmlns:a16="http://schemas.microsoft.com/office/drawing/2014/main" id="{DE105AF0-CCB6-9BBE-CCBF-EBE844A86111}"/>
                </a:ext>
              </a:extLst>
            </p:cNvPr>
            <p:cNvSpPr txBox="1">
              <a:spLocks noChangeArrowheads="1"/>
            </p:cNvSpPr>
            <p:nvPr/>
          </p:nvSpPr>
          <p:spPr bwMode="auto">
            <a:xfrm>
              <a:off x="471488" y="1536700"/>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r>
                <a:rPr lang="en-US" altLang="en-US" sz="1800">
                  <a:solidFill>
                    <a:schemeClr val="tx1"/>
                  </a:solidFill>
                  <a:latin typeface="Roboto" panose="02000000000000000000" pitchFamily="2" charset="0"/>
                  <a:ea typeface="Roboto" panose="02000000000000000000" pitchFamily="2" charset="0"/>
                </a:rPr>
                <a:t>Points		           	      Descriptions</a:t>
              </a:r>
            </a:p>
          </p:txBody>
        </p:sp>
        <p:sp>
          <p:nvSpPr>
            <p:cNvPr id="19" name="Oval 16">
              <a:extLst>
                <a:ext uri="{FF2B5EF4-FFF2-40B4-BE49-F238E27FC236}">
                  <a16:creationId xmlns:a16="http://schemas.microsoft.com/office/drawing/2014/main" id="{7FA9679E-E380-D6F8-2C20-2936F75E48F1}"/>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latin typeface="Roboto" panose="02000000000000000000" pitchFamily="2" charset="0"/>
                  <a:ea typeface="Roboto" panose="02000000000000000000" pitchFamily="2" charset="0"/>
                </a:rPr>
                <a:t>1</a:t>
              </a:r>
            </a:p>
          </p:txBody>
        </p:sp>
        <p:sp>
          <p:nvSpPr>
            <p:cNvPr id="20" name="Oval 17">
              <a:extLst>
                <a:ext uri="{FF2B5EF4-FFF2-40B4-BE49-F238E27FC236}">
                  <a16:creationId xmlns:a16="http://schemas.microsoft.com/office/drawing/2014/main" id="{C0A5C89D-C61E-8D6C-3AB8-ED5EF5505B3C}"/>
                </a:ext>
              </a:extLst>
            </p:cNvPr>
            <p:cNvSpPr>
              <a:spLocks noChangeArrowheads="1"/>
            </p:cNvSpPr>
            <p:nvPr/>
          </p:nvSpPr>
          <p:spPr bwMode="auto">
            <a:xfrm>
              <a:off x="519113" y="3362325"/>
              <a:ext cx="400050" cy="366713"/>
            </a:xfrm>
            <a:prstGeom prst="ellipse">
              <a:avLst/>
            </a:prstGeom>
            <a:solidFill>
              <a:schemeClr val="accent1"/>
            </a:solidFill>
            <a:ln w="12700" cap="sq">
              <a:solidFill>
                <a:srgbClr val="80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latin typeface="Roboto" panose="02000000000000000000" pitchFamily="2" charset="0"/>
                  <a:ea typeface="Roboto" panose="02000000000000000000" pitchFamily="2" charset="0"/>
                </a:rPr>
                <a:t>2</a:t>
              </a:r>
            </a:p>
          </p:txBody>
        </p:sp>
      </p:grpSp>
    </p:spTree>
    <p:extLst>
      <p:ext uri="{BB962C8B-B14F-4D97-AF65-F5344CB8AC3E}">
        <p14:creationId xmlns:p14="http://schemas.microsoft.com/office/powerpoint/2010/main" val="2501039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3E80E-548C-8914-5725-1D0BCA7E0DC7}"/>
              </a:ext>
            </a:extLst>
          </p:cNvPr>
          <p:cNvSpPr>
            <a:spLocks noGrp="1"/>
          </p:cNvSpPr>
          <p:nvPr>
            <p:ph type="title"/>
          </p:nvPr>
        </p:nvSpPr>
        <p:spPr/>
        <p:txBody>
          <a:bodyPr>
            <a:normAutofit/>
          </a:bodyPr>
          <a:lstStyle/>
          <a:p>
            <a:r>
              <a:rPr lang="en-US" sz="4000" dirty="0"/>
              <a:t>Material and Tool Presentation Examples</a:t>
            </a:r>
          </a:p>
        </p:txBody>
      </p:sp>
      <p:grpSp>
        <p:nvGrpSpPr>
          <p:cNvPr id="3" name="Group 2">
            <a:extLst>
              <a:ext uri="{FF2B5EF4-FFF2-40B4-BE49-F238E27FC236}">
                <a16:creationId xmlns:a16="http://schemas.microsoft.com/office/drawing/2014/main" id="{52BD397A-39F6-E0E7-3508-4DCCC3D432A1}"/>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D5F62A29-2988-5D6C-1FDD-3F070C34FAC3}"/>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6F8B1365-D9AA-AE57-0169-1819880459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122FEBCB-678F-4FE6-8DC4-841DECB521D6}"/>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823FC50D-3FD0-13A3-32AD-749415C1DAB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AA79C7C-A8BA-A75A-FFD2-7886D127A7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6B62D56-169A-0298-EB3A-CA712DD4A11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BE64C838-56DA-8D96-C98C-6E29709E1916}"/>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pic>
        <p:nvPicPr>
          <p:cNvPr id="22" name="Picture 2" descr="toolpresentation3">
            <a:extLst>
              <a:ext uri="{FF2B5EF4-FFF2-40B4-BE49-F238E27FC236}">
                <a16:creationId xmlns:a16="http://schemas.microsoft.com/office/drawing/2014/main" id="{B8F71A39-F3BA-BEBA-A7CA-7F27D9D998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37051"/>
            <a:ext cx="5459404" cy="2067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3" descr="toolpresentation2">
            <a:extLst>
              <a:ext uri="{FF2B5EF4-FFF2-40B4-BE49-F238E27FC236}">
                <a16:creationId xmlns:a16="http://schemas.microsoft.com/office/drawing/2014/main" id="{1D3227A8-55A3-D0F2-69CE-D4638678D3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787" y="4284976"/>
            <a:ext cx="5489626" cy="18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 descr="toolpresentation4">
            <a:extLst>
              <a:ext uri="{FF2B5EF4-FFF2-40B4-BE49-F238E27FC236}">
                <a16:creationId xmlns:a16="http://schemas.microsoft.com/office/drawing/2014/main" id="{962DA5EB-9A36-6B71-A8C4-589C4BBCD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5788" y="2077822"/>
            <a:ext cx="4202249" cy="3653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3396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Steps to Designing a Cell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the cell is to produce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76548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cardboard cut-outs of the cell</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7654827"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workstation design</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7654826"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tool and material presentation</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material replenishment procedures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17D8AC4-93F3-C06F-C72B-007B9108AB00}"/>
              </a:ext>
            </a:extLst>
          </p:cNvPr>
          <p:cNvGrpSpPr/>
          <p:nvPr/>
        </p:nvGrpSpPr>
        <p:grpSpPr>
          <a:xfrm>
            <a:off x="838200" y="297639"/>
            <a:ext cx="4241800" cy="301303"/>
            <a:chOff x="838200" y="297639"/>
            <a:chExt cx="4241800" cy="301303"/>
          </a:xfrm>
        </p:grpSpPr>
        <p:grpSp>
          <p:nvGrpSpPr>
            <p:cNvPr id="3" name="Group 2">
              <a:extLst>
                <a:ext uri="{FF2B5EF4-FFF2-40B4-BE49-F238E27FC236}">
                  <a16:creationId xmlns:a16="http://schemas.microsoft.com/office/drawing/2014/main" id="{DC61493C-14FB-2D2D-68B2-E050797F4E5E}"/>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26933B3-CE5F-83D1-96A1-2577B831117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831E95C3-3577-E28A-BBDF-EF94C8F5A97A}"/>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4A3EB03-F6EB-7A6C-DED7-429E53D34D2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3313408-03F4-48AB-C7AB-637B80A2B51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7E87068-507F-0D2D-2E07-197A9D260F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970447D-62E6-5B6E-DE38-A317B1EFD69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2591036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Material Supply Principles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Resupply path</a:t>
            </a:r>
          </a:p>
          <a:p>
            <a:pPr lvl="1"/>
            <a:r>
              <a:rPr lang="en-US" dirty="0"/>
              <a:t>Supply components from behind the line / outside the cell</a:t>
            </a:r>
          </a:p>
          <a:p>
            <a:r>
              <a:rPr lang="en-US" dirty="0"/>
              <a:t>Ergonomics</a:t>
            </a:r>
          </a:p>
          <a:p>
            <a:pPr lvl="1"/>
            <a:r>
              <a:rPr lang="en-US" dirty="0"/>
              <a:t>No bending, stretching, twisting, or lifting</a:t>
            </a:r>
          </a:p>
          <a:p>
            <a:r>
              <a:rPr lang="en-US" dirty="0"/>
              <a:t>Organization of materials</a:t>
            </a:r>
          </a:p>
          <a:p>
            <a:pPr lvl="1"/>
            <a:r>
              <a:rPr lang="en-US" dirty="0"/>
              <a:t>Labeled</a:t>
            </a:r>
          </a:p>
          <a:p>
            <a:pPr lvl="1"/>
            <a:r>
              <a:rPr lang="en-US" dirty="0"/>
              <a:t>Assigned homes</a:t>
            </a:r>
          </a:p>
          <a:p>
            <a:pPr lvl="1"/>
            <a:r>
              <a:rPr lang="en-US" dirty="0"/>
              <a:t>Arranged in order of use</a:t>
            </a:r>
          </a:p>
          <a:p>
            <a:pPr lvl="1"/>
            <a:r>
              <a:rPr lang="en-US" dirty="0"/>
              <a:t>Foot printed</a:t>
            </a:r>
          </a:p>
          <a:p>
            <a:pPr lvl="1"/>
            <a:r>
              <a:rPr lang="en-US" dirty="0"/>
              <a:t>Stored in only one location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grpSp>
        <p:nvGrpSpPr>
          <p:cNvPr id="4" name="Group 3">
            <a:extLst>
              <a:ext uri="{FF2B5EF4-FFF2-40B4-BE49-F238E27FC236}">
                <a16:creationId xmlns:a16="http://schemas.microsoft.com/office/drawing/2014/main" id="{62CBB3E0-4AB4-626F-18B1-398AE22270CA}"/>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0C4C2442-8FE2-B44A-3106-BAA9EDFE90B3}"/>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EFC9A639-81D9-9BD5-7010-E5BFF811C48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1CFCAE1-4CD4-BA6D-6F4F-F76AD82F5CA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8FD33C1-91A4-FF9A-CE6D-C3A818463F2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C8BB3458-D881-7BF6-85AE-A6A1458E8A0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89A6C51E-1F65-EB3E-348B-CBAD9557DE5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C073F60-CCEF-DFDB-CE4E-705746BED900}"/>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3432563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Supermarkets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The supermarket is for storage</a:t>
            </a:r>
          </a:p>
          <a:p>
            <a:r>
              <a:rPr lang="en-US" sz="3200" dirty="0"/>
              <a:t>Use a water spider to supply the line</a:t>
            </a:r>
          </a:p>
          <a:p>
            <a:r>
              <a:rPr lang="en-US" sz="3200" dirty="0"/>
              <a:t>Replenish the line frequently - every hour</a:t>
            </a:r>
          </a:p>
          <a:p>
            <a:r>
              <a:rPr lang="en-US" sz="3200" dirty="0"/>
              <a:t>Remember -- it’s only an interim solution!</a:t>
            </a:r>
          </a:p>
          <a:p>
            <a:pPr lvl="1"/>
            <a:r>
              <a:rPr lang="en-US" sz="2800" dirty="0"/>
              <a:t>The goal is to have suppliers ship just in time</a:t>
            </a:r>
          </a:p>
          <a:p>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62CBB3E0-4AB4-626F-18B1-398AE22270CA}"/>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0C4C2442-8FE2-B44A-3106-BAA9EDFE90B3}"/>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EFC9A639-81D9-9BD5-7010-E5BFF811C48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1CFCAE1-4CD4-BA6D-6F4F-F76AD82F5CA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8FD33C1-91A4-FF9A-CE6D-C3A818463F2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C8BB3458-D881-7BF6-85AE-A6A1458E8A0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89A6C51E-1F65-EB3E-348B-CBAD9557DE5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C073F60-CCEF-DFDB-CE4E-705746BED900}"/>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spTree>
    <p:extLst>
      <p:ext uri="{BB962C8B-B14F-4D97-AF65-F5344CB8AC3E}">
        <p14:creationId xmlns:p14="http://schemas.microsoft.com/office/powerpoint/2010/main" val="2910837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Water Spider Characteristics</a:t>
            </a:r>
          </a:p>
        </p:txBody>
      </p:sp>
      <p:grpSp>
        <p:nvGrpSpPr>
          <p:cNvPr id="3" name="Group 2">
            <a:extLst>
              <a:ext uri="{FF2B5EF4-FFF2-40B4-BE49-F238E27FC236}">
                <a16:creationId xmlns:a16="http://schemas.microsoft.com/office/drawing/2014/main" id="{0BEE6412-BA2A-BAA9-BD10-6BDC48AFEADB}"/>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778C5666-CAD1-AF05-6290-1FCD59479610}"/>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3E3B5033-A1DB-E33B-DEA3-FCABCEF68FC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8B3C714D-53F2-C4A9-9280-F22035F0C299}"/>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CCC56C54-AD9D-E381-48C2-916E995E21C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503ABBBE-F322-9A38-E3A2-905206A884F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8F07F79A-5A9C-77A6-8000-99D6B395D7F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3B6A9B01-FD83-2EF3-A21C-D1B71AD00F25}"/>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Steps to Designing a Cell</a:t>
              </a:r>
            </a:p>
          </p:txBody>
        </p:sp>
      </p:grpSp>
      <p:grpSp>
        <p:nvGrpSpPr>
          <p:cNvPr id="22" name="Group 21">
            <a:extLst>
              <a:ext uri="{FF2B5EF4-FFF2-40B4-BE49-F238E27FC236}">
                <a16:creationId xmlns:a16="http://schemas.microsoft.com/office/drawing/2014/main" id="{6C889D24-EEB6-369B-EC17-FB2BA2D2288E}"/>
              </a:ext>
            </a:extLst>
          </p:cNvPr>
          <p:cNvGrpSpPr/>
          <p:nvPr/>
        </p:nvGrpSpPr>
        <p:grpSpPr>
          <a:xfrm>
            <a:off x="1191684" y="1679575"/>
            <a:ext cx="9808633" cy="4337403"/>
            <a:chOff x="622300" y="1679575"/>
            <a:chExt cx="8213725" cy="4049713"/>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Benefits</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Purpose</a:t>
                </a: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Definition</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Individual(s) responsible for material replenishment to the cell(s)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Delivers in kits to the line</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Delivery is JIT according to standard operations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Must utilize 5S principles to assure good visual controls</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b="0">
                  <a:latin typeface="Roboto" panose="02000000000000000000" pitchFamily="2" charset="0"/>
                  <a:ea typeface="Roboto" panose="02000000000000000000" pitchFamily="2" charset="0"/>
                </a:rPr>
                <a:t>Allows operators to </a:t>
              </a:r>
              <a:r>
                <a:rPr lang="ja-JP" altLang="en-US" b="0">
                  <a:latin typeface="Roboto" panose="02000000000000000000" pitchFamily="2" charset="0"/>
                </a:rPr>
                <a:t>“</a:t>
              </a:r>
              <a:r>
                <a:rPr lang="en-US" altLang="ja-JP" b="0">
                  <a:latin typeface="Roboto" panose="02000000000000000000" pitchFamily="2" charset="0"/>
                  <a:ea typeface="Roboto" panose="02000000000000000000" pitchFamily="2" charset="0"/>
                </a:rPr>
                <a:t>operate</a:t>
              </a:r>
              <a:r>
                <a:rPr lang="ja-JP" altLang="en-US" b="0">
                  <a:latin typeface="Roboto" panose="02000000000000000000" pitchFamily="2" charset="0"/>
                </a:rPr>
                <a:t>”</a:t>
              </a:r>
              <a:endParaRPr lang="en-US" altLang="ja-JP" b="0">
                <a:latin typeface="Roboto" panose="02000000000000000000" pitchFamily="2" charset="0"/>
                <a:ea typeface="Roboto" panose="02000000000000000000" pitchFamily="2" charset="0"/>
              </a:endParaRPr>
            </a:p>
            <a:p>
              <a:pPr lvl="1" eaLnBrk="1" hangingPunct="1">
                <a:lnSpc>
                  <a:spcPct val="100000"/>
                </a:lnSpc>
                <a:spcBef>
                  <a:spcPct val="20000"/>
                </a:spcBef>
                <a:spcAft>
                  <a:spcPct val="20000"/>
                </a:spcAft>
                <a:buClr>
                  <a:schemeClr val="tx1"/>
                </a:buClr>
                <a:buFont typeface="Arial" panose="020B0604020202020204" pitchFamily="34" charset="0"/>
                <a:buChar char="•"/>
              </a:pPr>
              <a:r>
                <a:rPr lang="en-US" altLang="en-US" sz="1800" b="0">
                  <a:latin typeface="Roboto" panose="02000000000000000000" pitchFamily="2" charset="0"/>
                  <a:ea typeface="Roboto" panose="02000000000000000000" pitchFamily="2" charset="0"/>
                </a:rPr>
                <a:t>Eliminating material handling</a:t>
              </a:r>
            </a:p>
            <a:p>
              <a:pPr lvl="1" eaLnBrk="1" hangingPunct="1">
                <a:lnSpc>
                  <a:spcPct val="100000"/>
                </a:lnSpc>
                <a:spcBef>
                  <a:spcPct val="20000"/>
                </a:spcBef>
                <a:spcAft>
                  <a:spcPct val="20000"/>
                </a:spcAft>
                <a:buClr>
                  <a:schemeClr val="tx1"/>
                </a:buClr>
                <a:buFont typeface="Arial" panose="020B0604020202020204" pitchFamily="34" charset="0"/>
                <a:buChar char="•"/>
              </a:pPr>
              <a:r>
                <a:rPr lang="en-US" altLang="en-US" sz="1800" b="0">
                  <a:latin typeface="Roboto" panose="02000000000000000000" pitchFamily="2" charset="0"/>
                  <a:ea typeface="Roboto" panose="02000000000000000000" pitchFamily="2" charset="0"/>
                </a:rPr>
                <a:t>Searching for parts</a:t>
              </a:r>
            </a:p>
            <a:p>
              <a:pPr lvl="1" eaLnBrk="1" hangingPunct="1">
                <a:lnSpc>
                  <a:spcPct val="100000"/>
                </a:lnSpc>
                <a:spcBef>
                  <a:spcPct val="20000"/>
                </a:spcBef>
                <a:spcAft>
                  <a:spcPct val="20000"/>
                </a:spcAft>
                <a:buClr>
                  <a:schemeClr val="tx1"/>
                </a:buClr>
                <a:buFont typeface="Arial" panose="020B0604020202020204" pitchFamily="34" charset="0"/>
                <a:buChar char="•"/>
              </a:pPr>
              <a:r>
                <a:rPr lang="en-US" altLang="en-US" sz="1800" b="0">
                  <a:latin typeface="Roboto" panose="02000000000000000000" pitchFamily="2" charset="0"/>
                  <a:ea typeface="Roboto" panose="02000000000000000000" pitchFamily="2" charset="0"/>
                </a:rPr>
                <a:t>Walking to resupply</a:t>
              </a:r>
            </a:p>
            <a:p>
              <a:pPr lvl="1" eaLnBrk="1" hangingPunct="1">
                <a:lnSpc>
                  <a:spcPct val="100000"/>
                </a:lnSpc>
                <a:spcBef>
                  <a:spcPct val="20000"/>
                </a:spcBef>
                <a:spcAft>
                  <a:spcPct val="20000"/>
                </a:spcAft>
                <a:buClr>
                  <a:schemeClr val="tx1"/>
                </a:buClr>
                <a:buFont typeface="Arial" panose="020B0604020202020204" pitchFamily="34" charset="0"/>
                <a:buChar char="•"/>
              </a:pPr>
              <a:r>
                <a:rPr lang="en-US" altLang="en-US" sz="1800" b="0">
                  <a:latin typeface="Roboto" panose="02000000000000000000" pitchFamily="2" charset="0"/>
                  <a:ea typeface="Roboto" panose="02000000000000000000" pitchFamily="2" charset="0"/>
                </a:rPr>
                <a:t>Orienting parts</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Improves quality by</a:t>
              </a:r>
            </a:p>
            <a:p>
              <a:pPr lvl="1"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Establishing accountability for material presentation</a:t>
              </a:r>
            </a:p>
            <a:p>
              <a:pPr lvl="1"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Reduces mismatches, use of wrong parts</a:t>
              </a:r>
            </a:p>
            <a:p>
              <a:pPr lvl="1"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Manages production control</a:t>
              </a: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sp>
          <p:nvSpPr>
            <p:cNvPr id="21" name="AutoShape 17">
              <a:extLst>
                <a:ext uri="{FF2B5EF4-FFF2-40B4-BE49-F238E27FC236}">
                  <a16:creationId xmlns:a16="http://schemas.microsoft.com/office/drawing/2014/main" id="{0E35DF0B-DAA9-EB34-102D-99C91AD4E77D}"/>
                </a:ext>
              </a:extLst>
            </p:cNvPr>
            <p:cNvSpPr>
              <a:spLocks noChangeArrowheads="1"/>
            </p:cNvSpPr>
            <p:nvPr/>
          </p:nvSpPr>
          <p:spPr bwMode="auto">
            <a:xfrm>
              <a:off x="622300" y="52085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a:latin typeface="Roboto" panose="02000000000000000000" pitchFamily="2" charset="0"/>
                  <a:ea typeface="Roboto" panose="02000000000000000000" pitchFamily="2" charset="0"/>
                </a:rPr>
                <a:t>The role of Water Spider is key to consider when creating cell</a:t>
              </a:r>
            </a:p>
          </p:txBody>
        </p:sp>
      </p:grpSp>
    </p:spTree>
    <p:extLst>
      <p:ext uri="{BB962C8B-B14F-4D97-AF65-F5344CB8AC3E}">
        <p14:creationId xmlns:p14="http://schemas.microsoft.com/office/powerpoint/2010/main" val="1608284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Building Quality into the Cell</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“poka-yoke” and “</a:t>
            </a:r>
            <a:r>
              <a:rPr lang="en-US" sz="2400" dirty="0" err="1"/>
              <a:t>jidoka</a:t>
            </a:r>
            <a:r>
              <a:rPr lang="en-US" sz="2400" dirty="0"/>
              <a:t>”, and review everyday examples</a:t>
            </a:r>
          </a:p>
          <a:p>
            <a:r>
              <a:rPr lang="en-US" sz="2400" dirty="0"/>
              <a:t>Identify the four levels of error-proofing</a:t>
            </a:r>
          </a:p>
          <a:p>
            <a:r>
              <a:rPr lang="en-US" sz="2400" dirty="0"/>
              <a:t>Identify and review prevention and detection examples of error-proofing</a:t>
            </a:r>
          </a:p>
          <a:p>
            <a:r>
              <a:rPr lang="en-US" sz="2400" dirty="0"/>
              <a:t>Define 7 steps to error-proofing a process</a:t>
            </a:r>
          </a:p>
          <a:p>
            <a:r>
              <a:rPr lang="en-US" sz="2400" dirty="0"/>
              <a:t>Discuss importance of developing a Line Stop Support Plan</a:t>
            </a:r>
          </a:p>
          <a:p>
            <a:r>
              <a:rPr lang="en-US" sz="2400" dirty="0"/>
              <a:t>Identify process improvements when error-proofing is not possible</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Building Quality into the Cell</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Steps to  Designing a Cell</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Key Concepts of Cell Design</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82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Error-Proofing</a:t>
            </a:r>
          </a:p>
        </p:txBody>
      </p:sp>
      <p:grpSp>
        <p:nvGrpSpPr>
          <p:cNvPr id="3" name="Group 2">
            <a:extLst>
              <a:ext uri="{FF2B5EF4-FFF2-40B4-BE49-F238E27FC236}">
                <a16:creationId xmlns:a16="http://schemas.microsoft.com/office/drawing/2014/main" id="{0BEE6412-BA2A-BAA9-BD10-6BDC48AFEADB}"/>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778C5666-CAD1-AF05-6290-1FCD59479610}"/>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3E3B5033-A1DB-E33B-DEA3-FCABCEF68FC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8B3C714D-53F2-C4A9-9280-F22035F0C299}"/>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CCC56C54-AD9D-E381-48C2-916E995E21C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503ABBBE-F322-9A38-E3A2-905206A884F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8F07F79A-5A9C-77A6-8000-99D6B395D7F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3B6A9B01-FD83-2EF3-A21C-D1B71AD00F25}"/>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grpSp>
        <p:nvGrpSpPr>
          <p:cNvPr id="22" name="Group 21">
            <a:extLst>
              <a:ext uri="{FF2B5EF4-FFF2-40B4-BE49-F238E27FC236}">
                <a16:creationId xmlns:a16="http://schemas.microsoft.com/office/drawing/2014/main" id="{6C889D24-EEB6-369B-EC17-FB2BA2D2288E}"/>
              </a:ext>
            </a:extLst>
          </p:cNvPr>
          <p:cNvGrpSpPr/>
          <p:nvPr/>
        </p:nvGrpSpPr>
        <p:grpSpPr>
          <a:xfrm>
            <a:off x="1191684" y="1679575"/>
            <a:ext cx="9808633" cy="4337403"/>
            <a:chOff x="622300" y="1679575"/>
            <a:chExt cx="8213725" cy="4049713"/>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Examples</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err="1">
                    <a:solidFill>
                      <a:schemeClr val="tx1"/>
                    </a:solidFill>
                    <a:latin typeface="Roboto" panose="02000000000000000000" pitchFamily="2" charset="0"/>
                    <a:ea typeface="Roboto" panose="02000000000000000000" pitchFamily="2" charset="0"/>
                  </a:rPr>
                  <a:t>Jidoka</a:t>
                </a:r>
                <a:endParaRPr lang="en-US" altLang="en-US" sz="1800" dirty="0">
                  <a:solidFill>
                    <a:schemeClr val="tx1"/>
                  </a:solidFill>
                  <a:latin typeface="Roboto" panose="02000000000000000000" pitchFamily="2" charset="0"/>
                  <a:ea typeface="Roboto" panose="02000000000000000000" pitchFamily="2" charset="0"/>
                </a:endParaRP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Poka-Yoke</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Japanese term meaning, “mistake-proof”</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method of designing processes that will prevent errors</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Also referred to as “autonomation”, means a method of transferring human intelligence to the process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The process detects abnormalities and stops when detected</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Motion detect light switches room enter and exit</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Car stops when object in path.</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 shut-off irons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Automatic sinks in public restrooms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Low clearance barriers in parking garage</a:t>
              </a: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sp>
          <p:nvSpPr>
            <p:cNvPr id="21" name="AutoShape 17">
              <a:extLst>
                <a:ext uri="{FF2B5EF4-FFF2-40B4-BE49-F238E27FC236}">
                  <a16:creationId xmlns:a16="http://schemas.microsoft.com/office/drawing/2014/main" id="{0E35DF0B-DAA9-EB34-102D-99C91AD4E77D}"/>
                </a:ext>
              </a:extLst>
            </p:cNvPr>
            <p:cNvSpPr>
              <a:spLocks noChangeArrowheads="1"/>
            </p:cNvSpPr>
            <p:nvPr/>
          </p:nvSpPr>
          <p:spPr bwMode="auto">
            <a:xfrm>
              <a:off x="622300" y="52085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rPr>
                <a:t>“Poka-Yoke” is the highest level of </a:t>
              </a:r>
              <a:r>
                <a:rPr lang="en-US" altLang="en-US" sz="1800" dirty="0" err="1">
                  <a:latin typeface="Roboto" panose="02000000000000000000" pitchFamily="2" charset="0"/>
                  <a:ea typeface="Roboto" panose="02000000000000000000" pitchFamily="2" charset="0"/>
                </a:rPr>
                <a:t>Jidoka</a:t>
              </a:r>
              <a:endParaRPr lang="en-US" altLang="en-US" sz="18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31164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Error-Proofing</a:t>
            </a:r>
          </a:p>
        </p:txBody>
      </p:sp>
      <p:grpSp>
        <p:nvGrpSpPr>
          <p:cNvPr id="3" name="Group 2">
            <a:extLst>
              <a:ext uri="{FF2B5EF4-FFF2-40B4-BE49-F238E27FC236}">
                <a16:creationId xmlns:a16="http://schemas.microsoft.com/office/drawing/2014/main" id="{0BEE6412-BA2A-BAA9-BD10-6BDC48AFEADB}"/>
              </a:ext>
            </a:extLst>
          </p:cNvPr>
          <p:cNvGrpSpPr/>
          <p:nvPr/>
        </p:nvGrpSpPr>
        <p:grpSpPr>
          <a:xfrm>
            <a:off x="838200" y="297639"/>
            <a:ext cx="4241800" cy="301303"/>
            <a:chOff x="838200" y="297639"/>
            <a:chExt cx="4241800" cy="301303"/>
          </a:xfrm>
        </p:grpSpPr>
        <p:grpSp>
          <p:nvGrpSpPr>
            <p:cNvPr id="4" name="Group 3">
              <a:extLst>
                <a:ext uri="{FF2B5EF4-FFF2-40B4-BE49-F238E27FC236}">
                  <a16:creationId xmlns:a16="http://schemas.microsoft.com/office/drawing/2014/main" id="{778C5666-CAD1-AF05-6290-1FCD59479610}"/>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3E3B5033-A1DB-E33B-DEA3-FCABCEF68FC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8B3C714D-53F2-C4A9-9280-F22035F0C299}"/>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CCC56C54-AD9D-E381-48C2-916E995E21C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503ABBBE-F322-9A38-E3A2-905206A884F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8F07F79A-5A9C-77A6-8000-99D6B395D7F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3B6A9B01-FD83-2EF3-A21C-D1B71AD00F25}"/>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grpSp>
        <p:nvGrpSpPr>
          <p:cNvPr id="72" name="Group 71">
            <a:extLst>
              <a:ext uri="{FF2B5EF4-FFF2-40B4-BE49-F238E27FC236}">
                <a16:creationId xmlns:a16="http://schemas.microsoft.com/office/drawing/2014/main" id="{9F499838-973F-4783-A48A-9E5E41E58420}"/>
              </a:ext>
            </a:extLst>
          </p:cNvPr>
          <p:cNvGrpSpPr/>
          <p:nvPr/>
        </p:nvGrpSpPr>
        <p:grpSpPr>
          <a:xfrm>
            <a:off x="838201" y="1930399"/>
            <a:ext cx="10515599" cy="4207564"/>
            <a:chOff x="373063" y="1481138"/>
            <a:chExt cx="7435850" cy="4792293"/>
          </a:xfrm>
        </p:grpSpPr>
        <p:sp>
          <p:nvSpPr>
            <p:cNvPr id="23" name="Rectangle 2">
              <a:extLst>
                <a:ext uri="{FF2B5EF4-FFF2-40B4-BE49-F238E27FC236}">
                  <a16:creationId xmlns:a16="http://schemas.microsoft.com/office/drawing/2014/main" id="{0612B0BC-C542-4790-B950-7E6F139497A0}"/>
                </a:ext>
              </a:extLst>
            </p:cNvPr>
            <p:cNvSpPr>
              <a:spLocks noChangeArrowheads="1"/>
            </p:cNvSpPr>
            <p:nvPr/>
          </p:nvSpPr>
          <p:spPr bwMode="auto">
            <a:xfrm>
              <a:off x="844550" y="4992688"/>
              <a:ext cx="779463"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 name="Rectangle 3">
              <a:extLst>
                <a:ext uri="{FF2B5EF4-FFF2-40B4-BE49-F238E27FC236}">
                  <a16:creationId xmlns:a16="http://schemas.microsoft.com/office/drawing/2014/main" id="{206EAA1E-B339-EDD8-E372-687236C27ABF}"/>
                </a:ext>
              </a:extLst>
            </p:cNvPr>
            <p:cNvSpPr>
              <a:spLocks noChangeArrowheads="1"/>
            </p:cNvSpPr>
            <p:nvPr/>
          </p:nvSpPr>
          <p:spPr bwMode="auto">
            <a:xfrm>
              <a:off x="915988" y="5770563"/>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 name="Rectangle 4">
              <a:extLst>
                <a:ext uri="{FF2B5EF4-FFF2-40B4-BE49-F238E27FC236}">
                  <a16:creationId xmlns:a16="http://schemas.microsoft.com/office/drawing/2014/main" id="{A7503653-E4BB-038E-3E28-88555D8E060C}"/>
                </a:ext>
              </a:extLst>
            </p:cNvPr>
            <p:cNvSpPr>
              <a:spLocks noChangeArrowheads="1"/>
            </p:cNvSpPr>
            <p:nvPr/>
          </p:nvSpPr>
          <p:spPr bwMode="auto">
            <a:xfrm>
              <a:off x="3354388" y="5770563"/>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 name="Rectangle 5">
              <a:extLst>
                <a:ext uri="{FF2B5EF4-FFF2-40B4-BE49-F238E27FC236}">
                  <a16:creationId xmlns:a16="http://schemas.microsoft.com/office/drawing/2014/main" id="{1DF83A55-C927-28BB-8189-65C9F0080746}"/>
                </a:ext>
              </a:extLst>
            </p:cNvPr>
            <p:cNvSpPr>
              <a:spLocks noChangeArrowheads="1"/>
            </p:cNvSpPr>
            <p:nvPr/>
          </p:nvSpPr>
          <p:spPr bwMode="auto">
            <a:xfrm>
              <a:off x="2047875" y="4992688"/>
              <a:ext cx="779463"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 name="Rectangle 6">
              <a:extLst>
                <a:ext uri="{FF2B5EF4-FFF2-40B4-BE49-F238E27FC236}">
                  <a16:creationId xmlns:a16="http://schemas.microsoft.com/office/drawing/2014/main" id="{75FBCF92-24E8-A689-F739-A8B0A32A4C31}"/>
                </a:ext>
              </a:extLst>
            </p:cNvPr>
            <p:cNvSpPr>
              <a:spLocks noChangeArrowheads="1"/>
            </p:cNvSpPr>
            <p:nvPr/>
          </p:nvSpPr>
          <p:spPr bwMode="auto">
            <a:xfrm>
              <a:off x="3249613" y="4992688"/>
              <a:ext cx="779462"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 name="Rectangle 7">
              <a:extLst>
                <a:ext uri="{FF2B5EF4-FFF2-40B4-BE49-F238E27FC236}">
                  <a16:creationId xmlns:a16="http://schemas.microsoft.com/office/drawing/2014/main" id="{938032EE-0130-8DEC-1A44-B0E88576CBD0}"/>
                </a:ext>
              </a:extLst>
            </p:cNvPr>
            <p:cNvSpPr>
              <a:spLocks noChangeArrowheads="1"/>
            </p:cNvSpPr>
            <p:nvPr/>
          </p:nvSpPr>
          <p:spPr bwMode="auto">
            <a:xfrm>
              <a:off x="4729163" y="5010150"/>
              <a:ext cx="1571625" cy="4429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9" name="Rectangle 8">
              <a:extLst>
                <a:ext uri="{FF2B5EF4-FFF2-40B4-BE49-F238E27FC236}">
                  <a16:creationId xmlns:a16="http://schemas.microsoft.com/office/drawing/2014/main" id="{B4E4A9A4-2B06-7900-FDC7-CD2020253337}"/>
                </a:ext>
              </a:extLst>
            </p:cNvPr>
            <p:cNvSpPr>
              <a:spLocks noChangeArrowheads="1"/>
            </p:cNvSpPr>
            <p:nvPr/>
          </p:nvSpPr>
          <p:spPr bwMode="auto">
            <a:xfrm>
              <a:off x="1055688" y="500697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A</a:t>
              </a:r>
            </a:p>
          </p:txBody>
        </p:sp>
        <p:sp>
          <p:nvSpPr>
            <p:cNvPr id="30" name="Rectangle 9">
              <a:extLst>
                <a:ext uri="{FF2B5EF4-FFF2-40B4-BE49-F238E27FC236}">
                  <a16:creationId xmlns:a16="http://schemas.microsoft.com/office/drawing/2014/main" id="{5C544879-C642-EC2D-3D4A-C28C94643947}"/>
                </a:ext>
              </a:extLst>
            </p:cNvPr>
            <p:cNvSpPr>
              <a:spLocks noChangeArrowheads="1"/>
            </p:cNvSpPr>
            <p:nvPr/>
          </p:nvSpPr>
          <p:spPr bwMode="auto">
            <a:xfrm>
              <a:off x="2279702" y="5006975"/>
              <a:ext cx="317395"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B</a:t>
              </a:r>
            </a:p>
          </p:txBody>
        </p:sp>
        <p:sp>
          <p:nvSpPr>
            <p:cNvPr id="31" name="Rectangle 10">
              <a:extLst>
                <a:ext uri="{FF2B5EF4-FFF2-40B4-BE49-F238E27FC236}">
                  <a16:creationId xmlns:a16="http://schemas.microsoft.com/office/drawing/2014/main" id="{559DE48F-C5A4-B385-5C7C-3B58331E78F9}"/>
                </a:ext>
              </a:extLst>
            </p:cNvPr>
            <p:cNvSpPr>
              <a:spLocks noChangeArrowheads="1"/>
            </p:cNvSpPr>
            <p:nvPr/>
          </p:nvSpPr>
          <p:spPr bwMode="auto">
            <a:xfrm>
              <a:off x="3417888" y="500697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C</a:t>
              </a:r>
            </a:p>
          </p:txBody>
        </p:sp>
        <p:sp>
          <p:nvSpPr>
            <p:cNvPr id="32" name="Rectangle 11">
              <a:extLst>
                <a:ext uri="{FF2B5EF4-FFF2-40B4-BE49-F238E27FC236}">
                  <a16:creationId xmlns:a16="http://schemas.microsoft.com/office/drawing/2014/main" id="{18AA5536-E812-CAB0-C13E-6B57A7B84A72}"/>
                </a:ext>
              </a:extLst>
            </p:cNvPr>
            <p:cNvSpPr>
              <a:spLocks noChangeArrowheads="1"/>
            </p:cNvSpPr>
            <p:nvPr/>
          </p:nvSpPr>
          <p:spPr bwMode="auto">
            <a:xfrm>
              <a:off x="5116796" y="5032375"/>
              <a:ext cx="59792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Ship</a:t>
              </a:r>
            </a:p>
          </p:txBody>
        </p:sp>
        <p:sp>
          <p:nvSpPr>
            <p:cNvPr id="33" name="AutoShape 12">
              <a:extLst>
                <a:ext uri="{FF2B5EF4-FFF2-40B4-BE49-F238E27FC236}">
                  <a16:creationId xmlns:a16="http://schemas.microsoft.com/office/drawing/2014/main" id="{EBC856E8-13D7-A691-3881-264894EC4329}"/>
                </a:ext>
              </a:extLst>
            </p:cNvPr>
            <p:cNvSpPr>
              <a:spLocks noChangeArrowheads="1"/>
            </p:cNvSpPr>
            <p:nvPr/>
          </p:nvSpPr>
          <p:spPr bwMode="auto">
            <a:xfrm>
              <a:off x="16843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4" name="AutoShape 13">
              <a:extLst>
                <a:ext uri="{FF2B5EF4-FFF2-40B4-BE49-F238E27FC236}">
                  <a16:creationId xmlns:a16="http://schemas.microsoft.com/office/drawing/2014/main" id="{84446DCF-EE2B-95A0-9462-6F6A9BBD159E}"/>
                </a:ext>
              </a:extLst>
            </p:cNvPr>
            <p:cNvSpPr>
              <a:spLocks noChangeArrowheads="1"/>
            </p:cNvSpPr>
            <p:nvPr/>
          </p:nvSpPr>
          <p:spPr bwMode="auto">
            <a:xfrm>
              <a:off x="29035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 name="AutoShape 14">
              <a:extLst>
                <a:ext uri="{FF2B5EF4-FFF2-40B4-BE49-F238E27FC236}">
                  <a16:creationId xmlns:a16="http://schemas.microsoft.com/office/drawing/2014/main" id="{6CB242D9-F405-CF40-4A69-E5E97289737C}"/>
                </a:ext>
              </a:extLst>
            </p:cNvPr>
            <p:cNvSpPr>
              <a:spLocks noChangeArrowheads="1"/>
            </p:cNvSpPr>
            <p:nvPr/>
          </p:nvSpPr>
          <p:spPr bwMode="auto">
            <a:xfrm>
              <a:off x="41989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6" name="Rectangle 15">
              <a:extLst>
                <a:ext uri="{FF2B5EF4-FFF2-40B4-BE49-F238E27FC236}">
                  <a16:creationId xmlns:a16="http://schemas.microsoft.com/office/drawing/2014/main" id="{232DCED1-50DA-5825-A26C-048C832ED16A}"/>
                </a:ext>
              </a:extLst>
            </p:cNvPr>
            <p:cNvSpPr>
              <a:spLocks noChangeArrowheads="1"/>
            </p:cNvSpPr>
            <p:nvPr/>
          </p:nvSpPr>
          <p:spPr bwMode="auto">
            <a:xfrm>
              <a:off x="422275" y="4243388"/>
              <a:ext cx="361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Level 4 - Perfect Quality Built In</a:t>
              </a:r>
            </a:p>
          </p:txBody>
        </p:sp>
        <p:grpSp>
          <p:nvGrpSpPr>
            <p:cNvPr id="37" name="Group 16">
              <a:extLst>
                <a:ext uri="{FF2B5EF4-FFF2-40B4-BE49-F238E27FC236}">
                  <a16:creationId xmlns:a16="http://schemas.microsoft.com/office/drawing/2014/main" id="{4A47B0EB-F286-52B1-F086-A1C71A727E26}"/>
                </a:ext>
              </a:extLst>
            </p:cNvPr>
            <p:cNvGrpSpPr>
              <a:grpSpLocks/>
            </p:cNvGrpSpPr>
            <p:nvPr/>
          </p:nvGrpSpPr>
          <p:grpSpPr bwMode="auto">
            <a:xfrm>
              <a:off x="2516188" y="4773613"/>
              <a:ext cx="1143000" cy="200025"/>
              <a:chOff x="1551" y="3216"/>
              <a:chExt cx="720" cy="144"/>
            </a:xfrm>
          </p:grpSpPr>
          <p:sp>
            <p:nvSpPr>
              <p:cNvPr id="38" name="Line 17">
                <a:extLst>
                  <a:ext uri="{FF2B5EF4-FFF2-40B4-BE49-F238E27FC236}">
                    <a16:creationId xmlns:a16="http://schemas.microsoft.com/office/drawing/2014/main" id="{63A3D09F-8EA4-14C1-A473-5E2C94A51BE6}"/>
                  </a:ext>
                </a:extLst>
              </p:cNvPr>
              <p:cNvSpPr>
                <a:spLocks noChangeShapeType="1"/>
              </p:cNvSpPr>
              <p:nvPr/>
            </p:nvSpPr>
            <p:spPr bwMode="auto">
              <a:xfrm flipV="1">
                <a:off x="2271" y="321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 name="Line 18">
                <a:extLst>
                  <a:ext uri="{FF2B5EF4-FFF2-40B4-BE49-F238E27FC236}">
                    <a16:creationId xmlns:a16="http://schemas.microsoft.com/office/drawing/2014/main" id="{28BF93EB-B66A-A4B6-3216-A0698924AFD3}"/>
                  </a:ext>
                </a:extLst>
              </p:cNvPr>
              <p:cNvSpPr>
                <a:spLocks noChangeShapeType="1"/>
              </p:cNvSpPr>
              <p:nvPr/>
            </p:nvSpPr>
            <p:spPr bwMode="auto">
              <a:xfrm flipH="1">
                <a:off x="1551" y="3216"/>
                <a:ext cx="72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 name="Line 19">
                <a:extLst>
                  <a:ext uri="{FF2B5EF4-FFF2-40B4-BE49-F238E27FC236}">
                    <a16:creationId xmlns:a16="http://schemas.microsoft.com/office/drawing/2014/main" id="{2F232DDC-1F73-A23B-CAB9-1F0B7082C731}"/>
                  </a:ext>
                </a:extLst>
              </p:cNvPr>
              <p:cNvSpPr>
                <a:spLocks noChangeShapeType="1"/>
              </p:cNvSpPr>
              <p:nvPr/>
            </p:nvSpPr>
            <p:spPr bwMode="auto">
              <a:xfrm>
                <a:off x="1551" y="3216"/>
                <a:ext cx="0" cy="14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41" name="Group 20">
              <a:extLst>
                <a:ext uri="{FF2B5EF4-FFF2-40B4-BE49-F238E27FC236}">
                  <a16:creationId xmlns:a16="http://schemas.microsoft.com/office/drawing/2014/main" id="{086C4330-BC2A-D673-25CC-539C151593C7}"/>
                </a:ext>
              </a:extLst>
            </p:cNvPr>
            <p:cNvGrpSpPr>
              <a:grpSpLocks/>
            </p:cNvGrpSpPr>
            <p:nvPr/>
          </p:nvGrpSpPr>
          <p:grpSpPr bwMode="auto">
            <a:xfrm>
              <a:off x="1220788" y="4773613"/>
              <a:ext cx="1143000" cy="200025"/>
              <a:chOff x="735" y="3216"/>
              <a:chExt cx="720" cy="144"/>
            </a:xfrm>
          </p:grpSpPr>
          <p:sp>
            <p:nvSpPr>
              <p:cNvPr id="42" name="Line 21">
                <a:extLst>
                  <a:ext uri="{FF2B5EF4-FFF2-40B4-BE49-F238E27FC236}">
                    <a16:creationId xmlns:a16="http://schemas.microsoft.com/office/drawing/2014/main" id="{2BE30103-6266-6A37-C756-9FD5AEE05561}"/>
                  </a:ext>
                </a:extLst>
              </p:cNvPr>
              <p:cNvSpPr>
                <a:spLocks noChangeShapeType="1"/>
              </p:cNvSpPr>
              <p:nvPr/>
            </p:nvSpPr>
            <p:spPr bwMode="auto">
              <a:xfrm flipV="1">
                <a:off x="1455" y="321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3" name="Line 22">
                <a:extLst>
                  <a:ext uri="{FF2B5EF4-FFF2-40B4-BE49-F238E27FC236}">
                    <a16:creationId xmlns:a16="http://schemas.microsoft.com/office/drawing/2014/main" id="{2061A54F-967E-7EC6-5AE7-54A19A5DEB68}"/>
                  </a:ext>
                </a:extLst>
              </p:cNvPr>
              <p:cNvSpPr>
                <a:spLocks noChangeShapeType="1"/>
              </p:cNvSpPr>
              <p:nvPr/>
            </p:nvSpPr>
            <p:spPr bwMode="auto">
              <a:xfrm flipH="1">
                <a:off x="735" y="3216"/>
                <a:ext cx="72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4" name="Line 23">
                <a:extLst>
                  <a:ext uri="{FF2B5EF4-FFF2-40B4-BE49-F238E27FC236}">
                    <a16:creationId xmlns:a16="http://schemas.microsoft.com/office/drawing/2014/main" id="{F370D9DA-1FF7-48D3-1A97-76E0DE46B914}"/>
                  </a:ext>
                </a:extLst>
              </p:cNvPr>
              <p:cNvSpPr>
                <a:spLocks noChangeShapeType="1"/>
              </p:cNvSpPr>
              <p:nvPr/>
            </p:nvSpPr>
            <p:spPr bwMode="auto">
              <a:xfrm>
                <a:off x="735" y="3216"/>
                <a:ext cx="0" cy="14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45" name="Rectangle 24">
              <a:extLst>
                <a:ext uri="{FF2B5EF4-FFF2-40B4-BE49-F238E27FC236}">
                  <a16:creationId xmlns:a16="http://schemas.microsoft.com/office/drawing/2014/main" id="{EC56592D-5A79-98EF-47F9-5550639856F5}"/>
                </a:ext>
              </a:extLst>
            </p:cNvPr>
            <p:cNvSpPr>
              <a:spLocks noChangeArrowheads="1"/>
            </p:cNvSpPr>
            <p:nvPr/>
          </p:nvSpPr>
          <p:spPr bwMode="auto">
            <a:xfrm>
              <a:off x="1607998" y="5688013"/>
              <a:ext cx="1670329"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Build in Quality</a:t>
              </a:r>
            </a:p>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at Each Process</a:t>
              </a:r>
            </a:p>
          </p:txBody>
        </p:sp>
        <p:sp>
          <p:nvSpPr>
            <p:cNvPr id="46" name="Line 25">
              <a:extLst>
                <a:ext uri="{FF2B5EF4-FFF2-40B4-BE49-F238E27FC236}">
                  <a16:creationId xmlns:a16="http://schemas.microsoft.com/office/drawing/2014/main" id="{9E9784AD-C266-F00B-EBF6-DC514D710924}"/>
                </a:ext>
              </a:extLst>
            </p:cNvPr>
            <p:cNvSpPr>
              <a:spLocks noChangeShapeType="1"/>
            </p:cNvSpPr>
            <p:nvPr/>
          </p:nvSpPr>
          <p:spPr bwMode="auto">
            <a:xfrm flipH="1" flipV="1">
              <a:off x="1220787" y="5570538"/>
              <a:ext cx="631878" cy="396861"/>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7" name="Line 26">
              <a:extLst>
                <a:ext uri="{FF2B5EF4-FFF2-40B4-BE49-F238E27FC236}">
                  <a16:creationId xmlns:a16="http://schemas.microsoft.com/office/drawing/2014/main" id="{B2A3732B-D246-24A4-9E71-76CA773CB98F}"/>
                </a:ext>
              </a:extLst>
            </p:cNvPr>
            <p:cNvSpPr>
              <a:spLocks noChangeShapeType="1"/>
            </p:cNvSpPr>
            <p:nvPr/>
          </p:nvSpPr>
          <p:spPr bwMode="auto">
            <a:xfrm flipV="1">
              <a:off x="2995565" y="5611786"/>
              <a:ext cx="631878" cy="325631"/>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8" name="Line 27">
              <a:extLst>
                <a:ext uri="{FF2B5EF4-FFF2-40B4-BE49-F238E27FC236}">
                  <a16:creationId xmlns:a16="http://schemas.microsoft.com/office/drawing/2014/main" id="{37493687-DACE-5C0C-CFA1-5F74A81E98F1}"/>
                </a:ext>
              </a:extLst>
            </p:cNvPr>
            <p:cNvSpPr>
              <a:spLocks noChangeShapeType="1"/>
            </p:cNvSpPr>
            <p:nvPr/>
          </p:nvSpPr>
          <p:spPr bwMode="auto">
            <a:xfrm flipV="1">
              <a:off x="2439988" y="5457825"/>
              <a:ext cx="1587" cy="24606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Rectangle 29">
              <a:extLst>
                <a:ext uri="{FF2B5EF4-FFF2-40B4-BE49-F238E27FC236}">
                  <a16:creationId xmlns:a16="http://schemas.microsoft.com/office/drawing/2014/main" id="{B087951F-4269-6E25-22B3-D7FE03B1D22B}"/>
                </a:ext>
              </a:extLst>
            </p:cNvPr>
            <p:cNvSpPr>
              <a:spLocks noChangeArrowheads="1"/>
            </p:cNvSpPr>
            <p:nvPr/>
          </p:nvSpPr>
          <p:spPr bwMode="auto">
            <a:xfrm>
              <a:off x="4665663" y="2084388"/>
              <a:ext cx="1516062" cy="32226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0" name="Rectangle 30">
              <a:extLst>
                <a:ext uri="{FF2B5EF4-FFF2-40B4-BE49-F238E27FC236}">
                  <a16:creationId xmlns:a16="http://schemas.microsoft.com/office/drawing/2014/main" id="{06FC8229-3553-CF89-678C-94CE48789F21}"/>
                </a:ext>
              </a:extLst>
            </p:cNvPr>
            <p:cNvSpPr>
              <a:spLocks noChangeArrowheads="1"/>
            </p:cNvSpPr>
            <p:nvPr/>
          </p:nvSpPr>
          <p:spPr bwMode="auto">
            <a:xfrm>
              <a:off x="4646613" y="3549484"/>
              <a:ext cx="1516062" cy="350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1" name="Rectangle 31">
              <a:extLst>
                <a:ext uri="{FF2B5EF4-FFF2-40B4-BE49-F238E27FC236}">
                  <a16:creationId xmlns:a16="http://schemas.microsoft.com/office/drawing/2014/main" id="{5434A211-25C8-49A4-DBBA-12E4AC34FF86}"/>
                </a:ext>
              </a:extLst>
            </p:cNvPr>
            <p:cNvSpPr>
              <a:spLocks noChangeArrowheads="1"/>
            </p:cNvSpPr>
            <p:nvPr/>
          </p:nvSpPr>
          <p:spPr bwMode="auto">
            <a:xfrm>
              <a:off x="6696075" y="2733675"/>
              <a:ext cx="1112838" cy="4524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2" name="Rectangle 32">
              <a:extLst>
                <a:ext uri="{FF2B5EF4-FFF2-40B4-BE49-F238E27FC236}">
                  <a16:creationId xmlns:a16="http://schemas.microsoft.com/office/drawing/2014/main" id="{37A394E6-1E4E-8F2E-0543-374BA652B4C9}"/>
                </a:ext>
              </a:extLst>
            </p:cNvPr>
            <p:cNvSpPr>
              <a:spLocks noChangeArrowheads="1"/>
            </p:cNvSpPr>
            <p:nvPr/>
          </p:nvSpPr>
          <p:spPr bwMode="auto">
            <a:xfrm>
              <a:off x="4827588" y="2044700"/>
              <a:ext cx="1193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Rework</a:t>
              </a:r>
            </a:p>
          </p:txBody>
        </p:sp>
        <p:sp>
          <p:nvSpPr>
            <p:cNvPr id="53" name="Rectangle 33">
              <a:extLst>
                <a:ext uri="{FF2B5EF4-FFF2-40B4-BE49-F238E27FC236}">
                  <a16:creationId xmlns:a16="http://schemas.microsoft.com/office/drawing/2014/main" id="{635D71F1-65DB-249D-4397-43A0F0E9EE38}"/>
                </a:ext>
              </a:extLst>
            </p:cNvPr>
            <p:cNvSpPr>
              <a:spLocks noChangeArrowheads="1"/>
            </p:cNvSpPr>
            <p:nvPr/>
          </p:nvSpPr>
          <p:spPr bwMode="auto">
            <a:xfrm>
              <a:off x="4954588" y="3517733"/>
              <a:ext cx="747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Scrap</a:t>
              </a:r>
            </a:p>
          </p:txBody>
        </p:sp>
        <p:sp>
          <p:nvSpPr>
            <p:cNvPr id="54" name="AutoShape 34">
              <a:extLst>
                <a:ext uri="{FF2B5EF4-FFF2-40B4-BE49-F238E27FC236}">
                  <a16:creationId xmlns:a16="http://schemas.microsoft.com/office/drawing/2014/main" id="{DCC0E3A5-9D28-9729-3DF2-324CBA5AEF84}"/>
                </a:ext>
              </a:extLst>
            </p:cNvPr>
            <p:cNvSpPr>
              <a:spLocks noChangeArrowheads="1"/>
            </p:cNvSpPr>
            <p:nvPr/>
          </p:nvSpPr>
          <p:spPr bwMode="auto">
            <a:xfrm>
              <a:off x="5167313" y="2482850"/>
              <a:ext cx="354012" cy="234950"/>
            </a:xfrm>
            <a:prstGeom prst="upArrow">
              <a:avLst>
                <a:gd name="adj1" fmla="val 50000"/>
                <a:gd name="adj2" fmla="val 4999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5" name="AutoShape 35">
              <a:extLst>
                <a:ext uri="{FF2B5EF4-FFF2-40B4-BE49-F238E27FC236}">
                  <a16:creationId xmlns:a16="http://schemas.microsoft.com/office/drawing/2014/main" id="{CF20DDCA-C263-4045-A5DC-54F97C85683E}"/>
                </a:ext>
              </a:extLst>
            </p:cNvPr>
            <p:cNvSpPr>
              <a:spLocks noChangeArrowheads="1"/>
            </p:cNvSpPr>
            <p:nvPr/>
          </p:nvSpPr>
          <p:spPr bwMode="auto">
            <a:xfrm>
              <a:off x="5199063" y="3300245"/>
              <a:ext cx="280987" cy="234950"/>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6" name="AutoShape 36">
              <a:extLst>
                <a:ext uri="{FF2B5EF4-FFF2-40B4-BE49-F238E27FC236}">
                  <a16:creationId xmlns:a16="http://schemas.microsoft.com/office/drawing/2014/main" id="{F90A0DF9-9E67-741C-C493-93ED2FB4F336}"/>
                </a:ext>
              </a:extLst>
            </p:cNvPr>
            <p:cNvSpPr>
              <a:spLocks noChangeArrowheads="1"/>
            </p:cNvSpPr>
            <p:nvPr/>
          </p:nvSpPr>
          <p:spPr bwMode="auto">
            <a:xfrm>
              <a:off x="6342063" y="2751138"/>
              <a:ext cx="280987"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7" name="Rectangle 37">
              <a:extLst>
                <a:ext uri="{FF2B5EF4-FFF2-40B4-BE49-F238E27FC236}">
                  <a16:creationId xmlns:a16="http://schemas.microsoft.com/office/drawing/2014/main" id="{91E6CBDD-532C-41DF-34EC-C41B6684C3E3}"/>
                </a:ext>
              </a:extLst>
            </p:cNvPr>
            <p:cNvSpPr>
              <a:spLocks noChangeArrowheads="1"/>
            </p:cNvSpPr>
            <p:nvPr/>
          </p:nvSpPr>
          <p:spPr bwMode="auto">
            <a:xfrm>
              <a:off x="6956708" y="2776538"/>
              <a:ext cx="59792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Ship</a:t>
              </a:r>
            </a:p>
          </p:txBody>
        </p:sp>
        <p:sp>
          <p:nvSpPr>
            <p:cNvPr id="58" name="Rectangle 38">
              <a:extLst>
                <a:ext uri="{FF2B5EF4-FFF2-40B4-BE49-F238E27FC236}">
                  <a16:creationId xmlns:a16="http://schemas.microsoft.com/office/drawing/2014/main" id="{98833C93-24F6-F6B0-62F5-7B23908648D2}"/>
                </a:ext>
              </a:extLst>
            </p:cNvPr>
            <p:cNvSpPr>
              <a:spLocks noChangeArrowheads="1"/>
            </p:cNvSpPr>
            <p:nvPr/>
          </p:nvSpPr>
          <p:spPr bwMode="auto">
            <a:xfrm>
              <a:off x="377825" y="2252663"/>
              <a:ext cx="336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Level 2 - End of Line Inspection</a:t>
              </a:r>
            </a:p>
          </p:txBody>
        </p:sp>
        <p:sp>
          <p:nvSpPr>
            <p:cNvPr id="59" name="Rectangle 39">
              <a:extLst>
                <a:ext uri="{FF2B5EF4-FFF2-40B4-BE49-F238E27FC236}">
                  <a16:creationId xmlns:a16="http://schemas.microsoft.com/office/drawing/2014/main" id="{33EDC1B0-497E-7F7F-8D0C-A9E0CBE2E5EF}"/>
                </a:ext>
              </a:extLst>
            </p:cNvPr>
            <p:cNvSpPr>
              <a:spLocks noChangeArrowheads="1"/>
            </p:cNvSpPr>
            <p:nvPr/>
          </p:nvSpPr>
          <p:spPr bwMode="auto">
            <a:xfrm>
              <a:off x="977900" y="2740025"/>
              <a:ext cx="750888"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0" name="Rectangle 40">
              <a:extLst>
                <a:ext uri="{FF2B5EF4-FFF2-40B4-BE49-F238E27FC236}">
                  <a16:creationId xmlns:a16="http://schemas.microsoft.com/office/drawing/2014/main" id="{92830DDD-E6C8-26A4-5CD4-330D6712E267}"/>
                </a:ext>
              </a:extLst>
            </p:cNvPr>
            <p:cNvSpPr>
              <a:spLocks noChangeArrowheads="1"/>
            </p:cNvSpPr>
            <p:nvPr/>
          </p:nvSpPr>
          <p:spPr bwMode="auto">
            <a:xfrm>
              <a:off x="2138363" y="2740025"/>
              <a:ext cx="750887"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1" name="Rectangle 41">
              <a:extLst>
                <a:ext uri="{FF2B5EF4-FFF2-40B4-BE49-F238E27FC236}">
                  <a16:creationId xmlns:a16="http://schemas.microsoft.com/office/drawing/2014/main" id="{9DFA90B2-C210-8259-5590-E53E5CAD3E8C}"/>
                </a:ext>
              </a:extLst>
            </p:cNvPr>
            <p:cNvSpPr>
              <a:spLocks noChangeArrowheads="1"/>
            </p:cNvSpPr>
            <p:nvPr/>
          </p:nvSpPr>
          <p:spPr bwMode="auto">
            <a:xfrm>
              <a:off x="3297238" y="2740025"/>
              <a:ext cx="750887"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2" name="Rectangle 42">
              <a:extLst>
                <a:ext uri="{FF2B5EF4-FFF2-40B4-BE49-F238E27FC236}">
                  <a16:creationId xmlns:a16="http://schemas.microsoft.com/office/drawing/2014/main" id="{0D6FD53D-81ED-D9D1-D1ED-4370C866C7A4}"/>
                </a:ext>
              </a:extLst>
            </p:cNvPr>
            <p:cNvSpPr>
              <a:spLocks noChangeArrowheads="1"/>
            </p:cNvSpPr>
            <p:nvPr/>
          </p:nvSpPr>
          <p:spPr bwMode="auto">
            <a:xfrm>
              <a:off x="4665663" y="2732088"/>
              <a:ext cx="1516062" cy="55083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Rectangle 43">
              <a:extLst>
                <a:ext uri="{FF2B5EF4-FFF2-40B4-BE49-F238E27FC236}">
                  <a16:creationId xmlns:a16="http://schemas.microsoft.com/office/drawing/2014/main" id="{B2A8397B-13D4-D671-0A5D-ADC597D3D0ED}"/>
                </a:ext>
              </a:extLst>
            </p:cNvPr>
            <p:cNvSpPr>
              <a:spLocks noChangeArrowheads="1"/>
            </p:cNvSpPr>
            <p:nvPr/>
          </p:nvSpPr>
          <p:spPr bwMode="auto">
            <a:xfrm>
              <a:off x="1127125" y="2752725"/>
              <a:ext cx="581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A</a:t>
              </a:r>
            </a:p>
          </p:txBody>
        </p:sp>
        <p:sp>
          <p:nvSpPr>
            <p:cNvPr id="64" name="Rectangle 44">
              <a:extLst>
                <a:ext uri="{FF2B5EF4-FFF2-40B4-BE49-F238E27FC236}">
                  <a16:creationId xmlns:a16="http://schemas.microsoft.com/office/drawing/2014/main" id="{520C9484-AA12-A44E-03BE-4F29286636DF}"/>
                </a:ext>
              </a:extLst>
            </p:cNvPr>
            <p:cNvSpPr>
              <a:spLocks noChangeArrowheads="1"/>
            </p:cNvSpPr>
            <p:nvPr/>
          </p:nvSpPr>
          <p:spPr bwMode="auto">
            <a:xfrm>
              <a:off x="2355902" y="2752725"/>
              <a:ext cx="317395"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B</a:t>
              </a:r>
            </a:p>
          </p:txBody>
        </p:sp>
        <p:sp>
          <p:nvSpPr>
            <p:cNvPr id="65" name="Rectangle 45">
              <a:extLst>
                <a:ext uri="{FF2B5EF4-FFF2-40B4-BE49-F238E27FC236}">
                  <a16:creationId xmlns:a16="http://schemas.microsoft.com/office/drawing/2014/main" id="{9AE53F83-B6D4-2C3F-9675-DEE87C425DAA}"/>
                </a:ext>
              </a:extLst>
            </p:cNvPr>
            <p:cNvSpPr>
              <a:spLocks noChangeArrowheads="1"/>
            </p:cNvSpPr>
            <p:nvPr/>
          </p:nvSpPr>
          <p:spPr bwMode="auto">
            <a:xfrm>
              <a:off x="3454400" y="275272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C</a:t>
              </a:r>
            </a:p>
          </p:txBody>
        </p:sp>
        <p:sp>
          <p:nvSpPr>
            <p:cNvPr id="66" name="Rectangle 46">
              <a:extLst>
                <a:ext uri="{FF2B5EF4-FFF2-40B4-BE49-F238E27FC236}">
                  <a16:creationId xmlns:a16="http://schemas.microsoft.com/office/drawing/2014/main" id="{192D49CE-0E90-4245-CD2C-5EA55F6F3905}"/>
                </a:ext>
              </a:extLst>
            </p:cNvPr>
            <p:cNvSpPr>
              <a:spLocks noChangeArrowheads="1"/>
            </p:cNvSpPr>
            <p:nvPr/>
          </p:nvSpPr>
          <p:spPr bwMode="auto">
            <a:xfrm>
              <a:off x="4665663" y="2676526"/>
              <a:ext cx="1497012" cy="66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chemeClr val="tx1"/>
                  </a:solidFill>
                  <a:latin typeface="Roboto" panose="02000000000000000000" pitchFamily="2" charset="0"/>
                  <a:ea typeface="Roboto" panose="02000000000000000000" pitchFamily="2" charset="0"/>
                </a:rPr>
                <a:t>Inspection</a:t>
              </a:r>
            </a:p>
            <a:p>
              <a:pPr>
                <a:lnSpc>
                  <a:spcPct val="100000"/>
                </a:lnSpc>
                <a:spcBef>
                  <a:spcPct val="0"/>
                </a:spcBef>
              </a:pPr>
              <a:r>
                <a:rPr lang="en-US" altLang="en-US" sz="1600" dirty="0">
                  <a:solidFill>
                    <a:schemeClr val="tx1"/>
                  </a:solidFill>
                  <a:latin typeface="Roboto" panose="02000000000000000000" pitchFamily="2" charset="0"/>
                  <a:ea typeface="Roboto" panose="02000000000000000000" pitchFamily="2" charset="0"/>
                </a:rPr>
                <a:t>A  B  C</a:t>
              </a:r>
            </a:p>
          </p:txBody>
        </p:sp>
        <p:sp>
          <p:nvSpPr>
            <p:cNvPr id="67" name="AutoShape 47">
              <a:extLst>
                <a:ext uri="{FF2B5EF4-FFF2-40B4-BE49-F238E27FC236}">
                  <a16:creationId xmlns:a16="http://schemas.microsoft.com/office/drawing/2014/main" id="{6B19BB60-64EC-2E7B-2ACE-4EA55EB151E9}"/>
                </a:ext>
              </a:extLst>
            </p:cNvPr>
            <p:cNvSpPr>
              <a:spLocks noChangeArrowheads="1"/>
            </p:cNvSpPr>
            <p:nvPr/>
          </p:nvSpPr>
          <p:spPr bwMode="auto">
            <a:xfrm>
              <a:off x="1787525" y="2751138"/>
              <a:ext cx="280988"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8" name="AutoShape 48">
              <a:extLst>
                <a:ext uri="{FF2B5EF4-FFF2-40B4-BE49-F238E27FC236}">
                  <a16:creationId xmlns:a16="http://schemas.microsoft.com/office/drawing/2014/main" id="{743BD5F8-6AD6-DA28-1482-2D1077055D1E}"/>
                </a:ext>
              </a:extLst>
            </p:cNvPr>
            <p:cNvSpPr>
              <a:spLocks noChangeArrowheads="1"/>
            </p:cNvSpPr>
            <p:nvPr/>
          </p:nvSpPr>
          <p:spPr bwMode="auto">
            <a:xfrm>
              <a:off x="2962275" y="2751138"/>
              <a:ext cx="282575"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9" name="AutoShape 49">
              <a:extLst>
                <a:ext uri="{FF2B5EF4-FFF2-40B4-BE49-F238E27FC236}">
                  <a16:creationId xmlns:a16="http://schemas.microsoft.com/office/drawing/2014/main" id="{3BD3A5AD-C73F-147E-F2A0-706A9BB58A25}"/>
                </a:ext>
              </a:extLst>
            </p:cNvPr>
            <p:cNvSpPr>
              <a:spLocks noChangeArrowheads="1"/>
            </p:cNvSpPr>
            <p:nvPr/>
          </p:nvSpPr>
          <p:spPr bwMode="auto">
            <a:xfrm>
              <a:off x="4211638" y="2751138"/>
              <a:ext cx="280987"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0" name="Text Box 50">
              <a:extLst>
                <a:ext uri="{FF2B5EF4-FFF2-40B4-BE49-F238E27FC236}">
                  <a16:creationId xmlns:a16="http://schemas.microsoft.com/office/drawing/2014/main" id="{D1C37FBF-81E0-D907-0B01-68B4B5F89188}"/>
                </a:ext>
              </a:extLst>
            </p:cNvPr>
            <p:cNvSpPr txBox="1">
              <a:spLocks noChangeArrowheads="1"/>
            </p:cNvSpPr>
            <p:nvPr/>
          </p:nvSpPr>
          <p:spPr bwMode="auto">
            <a:xfrm>
              <a:off x="373063" y="1481138"/>
              <a:ext cx="3055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Level 1 - Customer Inspects</a:t>
              </a:r>
            </a:p>
          </p:txBody>
        </p:sp>
        <p:sp>
          <p:nvSpPr>
            <p:cNvPr id="71" name="Text Box 51">
              <a:extLst>
                <a:ext uri="{FF2B5EF4-FFF2-40B4-BE49-F238E27FC236}">
                  <a16:creationId xmlns:a16="http://schemas.microsoft.com/office/drawing/2014/main" id="{67D40CEE-845F-F4CF-17B7-93EB7A74CDEA}"/>
                </a:ext>
              </a:extLst>
            </p:cNvPr>
            <p:cNvSpPr txBox="1">
              <a:spLocks noChangeArrowheads="1"/>
            </p:cNvSpPr>
            <p:nvPr/>
          </p:nvSpPr>
          <p:spPr bwMode="auto">
            <a:xfrm>
              <a:off x="409575" y="3730625"/>
              <a:ext cx="389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chemeClr val="tx1"/>
                  </a:solidFill>
                  <a:latin typeface="Roboto" panose="02000000000000000000" pitchFamily="2" charset="0"/>
                  <a:ea typeface="Roboto" panose="02000000000000000000" pitchFamily="2" charset="0"/>
                </a:rPr>
                <a:t>Level 3 - End of Process Inspection</a:t>
              </a:r>
            </a:p>
          </p:txBody>
        </p:sp>
      </p:grpSp>
    </p:spTree>
    <p:extLst>
      <p:ext uri="{BB962C8B-B14F-4D97-AF65-F5344CB8AC3E}">
        <p14:creationId xmlns:p14="http://schemas.microsoft.com/office/powerpoint/2010/main" val="3956377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Errors may either be prevented or detected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1129422259"/>
              </p:ext>
            </p:extLst>
          </p:nvPr>
        </p:nvGraphicFramePr>
        <p:xfrm>
          <a:off x="1644905" y="2029550"/>
          <a:ext cx="8902191" cy="3456850"/>
        </p:xfrm>
        <a:graphic>
          <a:graphicData uri="http://schemas.openxmlformats.org/drawingml/2006/table">
            <a:tbl>
              <a:tblPr/>
              <a:tblGrid>
                <a:gridCol w="2967397">
                  <a:extLst>
                    <a:ext uri="{9D8B030D-6E8A-4147-A177-3AD203B41FA5}">
                      <a16:colId xmlns:a16="http://schemas.microsoft.com/office/drawing/2014/main" val="20000"/>
                    </a:ext>
                  </a:extLst>
                </a:gridCol>
                <a:gridCol w="2967397">
                  <a:extLst>
                    <a:ext uri="{9D8B030D-6E8A-4147-A177-3AD203B41FA5}">
                      <a16:colId xmlns:a16="http://schemas.microsoft.com/office/drawing/2014/main" val="20001"/>
                    </a:ext>
                  </a:extLst>
                </a:gridCol>
                <a:gridCol w="2967397">
                  <a:extLst>
                    <a:ext uri="{9D8B030D-6E8A-4147-A177-3AD203B41FA5}">
                      <a16:colId xmlns:a16="http://schemas.microsoft.com/office/drawing/2014/main" val="20002"/>
                    </a:ext>
                  </a:extLst>
                </a:gridCol>
              </a:tblGrid>
              <a:tr h="1081214">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Technique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Prevention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Detection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29629">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0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Control (shut down)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0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 error is impossible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20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Defective item can’t move on to the next step</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46007">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0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Warning</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0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 error is about to be made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20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 error has been made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3" name="Group 12">
            <a:extLst>
              <a:ext uri="{FF2B5EF4-FFF2-40B4-BE49-F238E27FC236}">
                <a16:creationId xmlns:a16="http://schemas.microsoft.com/office/drawing/2014/main" id="{E5E0BAAC-9450-D032-6695-F95109BC1B3A}"/>
              </a:ext>
            </a:extLst>
          </p:cNvPr>
          <p:cNvGrpSpPr/>
          <p:nvPr/>
        </p:nvGrpSpPr>
        <p:grpSpPr>
          <a:xfrm>
            <a:off x="838200" y="297639"/>
            <a:ext cx="4241800" cy="301303"/>
            <a:chOff x="838200" y="297639"/>
            <a:chExt cx="4241800" cy="301303"/>
          </a:xfrm>
        </p:grpSpPr>
        <p:grpSp>
          <p:nvGrpSpPr>
            <p:cNvPr id="14" name="Group 13">
              <a:extLst>
                <a:ext uri="{FF2B5EF4-FFF2-40B4-BE49-F238E27FC236}">
                  <a16:creationId xmlns:a16="http://schemas.microsoft.com/office/drawing/2014/main" id="{9C791414-2ADD-F32D-6B95-B7A9AEB9F6FB}"/>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1B587419-C1F1-B611-A3AD-3A9333EDCFA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E0BEA65A-417C-4DFD-AA08-042982089EEB}"/>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500BA361-0634-38A2-5575-6C9AEA89CCC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BAAE9A9-8F02-CFAE-E4D5-8378605265C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B3E25155-3F31-D08D-7CB7-616F65A3F51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474D47A7-A316-2A55-35FF-2DD2204ABC9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Tree>
    <p:extLst>
      <p:ext uri="{BB962C8B-B14F-4D97-AF65-F5344CB8AC3E}">
        <p14:creationId xmlns:p14="http://schemas.microsoft.com/office/powerpoint/2010/main" val="931126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200" dirty="0"/>
              <a:t>Control (Shutdown)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Access controlled by biometric scan</a:t>
            </a:r>
          </a:p>
          <a:p>
            <a:r>
              <a:rPr lang="en-US" dirty="0"/>
              <a:t>Vehicle won’t start unless in park and brake depressed.</a:t>
            </a:r>
          </a:p>
          <a:p>
            <a:endParaRPr lang="en-US" dirty="0"/>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Laundry dryers that have a device that shuts them down when overheating is detected</a:t>
            </a:r>
          </a:p>
          <a:p>
            <a:r>
              <a:rPr lang="en-US" dirty="0"/>
              <a:t>A computer spell checker</a:t>
            </a:r>
          </a:p>
        </p:txBody>
      </p:sp>
      <p:grpSp>
        <p:nvGrpSpPr>
          <p:cNvPr id="7" name="Group 6">
            <a:extLst>
              <a:ext uri="{FF2B5EF4-FFF2-40B4-BE49-F238E27FC236}">
                <a16:creationId xmlns:a16="http://schemas.microsoft.com/office/drawing/2014/main" id="{42D3BD4A-7139-D6FC-8CE3-CDB38B7EB872}"/>
              </a:ext>
            </a:extLst>
          </p:cNvPr>
          <p:cNvGrpSpPr/>
          <p:nvPr/>
        </p:nvGrpSpPr>
        <p:grpSpPr>
          <a:xfrm>
            <a:off x="838200" y="297639"/>
            <a:ext cx="4241800" cy="301303"/>
            <a:chOff x="838200" y="297639"/>
            <a:chExt cx="4241800" cy="301303"/>
          </a:xfrm>
        </p:grpSpPr>
        <p:grpSp>
          <p:nvGrpSpPr>
            <p:cNvPr id="8" name="Group 7">
              <a:extLst>
                <a:ext uri="{FF2B5EF4-FFF2-40B4-BE49-F238E27FC236}">
                  <a16:creationId xmlns:a16="http://schemas.microsoft.com/office/drawing/2014/main" id="{56B683D8-C29A-BEF8-A9D0-6697B61E893E}"/>
                </a:ext>
              </a:extLst>
            </p:cNvPr>
            <p:cNvGrpSpPr/>
            <p:nvPr/>
          </p:nvGrpSpPr>
          <p:grpSpPr>
            <a:xfrm>
              <a:off x="838200" y="297639"/>
              <a:ext cx="1373842" cy="290657"/>
              <a:chOff x="838200" y="297639"/>
              <a:chExt cx="1373842" cy="290657"/>
            </a:xfrm>
          </p:grpSpPr>
          <p:sp>
            <p:nvSpPr>
              <p:cNvPr id="10" name="AutoShape 9">
                <a:extLst>
                  <a:ext uri="{FF2B5EF4-FFF2-40B4-BE49-F238E27FC236}">
                    <a16:creationId xmlns:a16="http://schemas.microsoft.com/office/drawing/2014/main" id="{ED750259-F54E-EA0B-D877-6E412AD47F9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F7BE396-7F7F-24C7-3837-58F177DBEB59}"/>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98FD92E1-22AD-45F6-6B10-E499017AEC6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7D0483A6-4356-FC8C-E86C-D856B2C1C04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D4F9DAA-502B-640C-3BB5-CDCD9B5E104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9" name="TextBox 8">
              <a:extLst>
                <a:ext uri="{FF2B5EF4-FFF2-40B4-BE49-F238E27FC236}">
                  <a16:creationId xmlns:a16="http://schemas.microsoft.com/office/drawing/2014/main" id="{35BAF462-C453-3FD4-0A3B-CFC47FC713F8}"/>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pic>
        <p:nvPicPr>
          <p:cNvPr id="15" name="Picture 2">
            <a:extLst>
              <a:ext uri="{FF2B5EF4-FFF2-40B4-BE49-F238E27FC236}">
                <a16:creationId xmlns:a16="http://schemas.microsoft.com/office/drawing/2014/main" id="{A5D39454-4C6A-DCC4-C6EE-8A903681B6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608" y="4191844"/>
            <a:ext cx="21939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a:extLst>
              <a:ext uri="{FF2B5EF4-FFF2-40B4-BE49-F238E27FC236}">
                <a16:creationId xmlns:a16="http://schemas.microsoft.com/office/drawing/2014/main" id="{93D81882-5D79-0994-E422-BA847FF163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07047" y="4814214"/>
            <a:ext cx="25050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5" descr="bigstockphoto_Laptop_Keys_10873">
            <a:extLst>
              <a:ext uri="{FF2B5EF4-FFF2-40B4-BE49-F238E27FC236}">
                <a16:creationId xmlns:a16="http://schemas.microsoft.com/office/drawing/2014/main" id="{8B2DD97E-AC4A-23C9-7E9F-B2831E5F81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1397" y="4191844"/>
            <a:ext cx="2339151" cy="155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4" descr="02687572000?rgn=0,0,1534,2500&amp;scl=10&amp;fmt=jpeg">
            <a:extLst>
              <a:ext uri="{FF2B5EF4-FFF2-40B4-BE49-F238E27FC236}">
                <a16:creationId xmlns:a16="http://schemas.microsoft.com/office/drawing/2014/main" id="{D254552E-472C-CBFD-D034-BDCD7B092D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3100" y="4347369"/>
            <a:ext cx="1166973" cy="19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28928370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600" dirty="0"/>
              <a:t>Warning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Warning systems in automobiles to alert driver that not all seatbelts have </a:t>
            </a:r>
            <a:br>
              <a:rPr lang="en-US" dirty="0"/>
            </a:br>
            <a:r>
              <a:rPr lang="en-US" dirty="0"/>
              <a:t>been fastened</a:t>
            </a:r>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Smoke detectors</a:t>
            </a:r>
          </a:p>
        </p:txBody>
      </p:sp>
      <p:grpSp>
        <p:nvGrpSpPr>
          <p:cNvPr id="7" name="Group 6">
            <a:extLst>
              <a:ext uri="{FF2B5EF4-FFF2-40B4-BE49-F238E27FC236}">
                <a16:creationId xmlns:a16="http://schemas.microsoft.com/office/drawing/2014/main" id="{42D3BD4A-7139-D6FC-8CE3-CDB38B7EB872}"/>
              </a:ext>
            </a:extLst>
          </p:cNvPr>
          <p:cNvGrpSpPr/>
          <p:nvPr/>
        </p:nvGrpSpPr>
        <p:grpSpPr>
          <a:xfrm>
            <a:off x="838200" y="297639"/>
            <a:ext cx="4241800" cy="301303"/>
            <a:chOff x="838200" y="297639"/>
            <a:chExt cx="4241800" cy="301303"/>
          </a:xfrm>
        </p:grpSpPr>
        <p:grpSp>
          <p:nvGrpSpPr>
            <p:cNvPr id="8" name="Group 7">
              <a:extLst>
                <a:ext uri="{FF2B5EF4-FFF2-40B4-BE49-F238E27FC236}">
                  <a16:creationId xmlns:a16="http://schemas.microsoft.com/office/drawing/2014/main" id="{56B683D8-C29A-BEF8-A9D0-6697B61E893E}"/>
                </a:ext>
              </a:extLst>
            </p:cNvPr>
            <p:cNvGrpSpPr/>
            <p:nvPr/>
          </p:nvGrpSpPr>
          <p:grpSpPr>
            <a:xfrm>
              <a:off x="838200" y="297639"/>
              <a:ext cx="1373842" cy="290657"/>
              <a:chOff x="838200" y="297639"/>
              <a:chExt cx="1373842" cy="290657"/>
            </a:xfrm>
          </p:grpSpPr>
          <p:sp>
            <p:nvSpPr>
              <p:cNvPr id="10" name="AutoShape 9">
                <a:extLst>
                  <a:ext uri="{FF2B5EF4-FFF2-40B4-BE49-F238E27FC236}">
                    <a16:creationId xmlns:a16="http://schemas.microsoft.com/office/drawing/2014/main" id="{ED750259-F54E-EA0B-D877-6E412AD47F9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F7BE396-7F7F-24C7-3837-58F177DBEB59}"/>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98FD92E1-22AD-45F6-6B10-E499017AEC6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7D0483A6-4356-FC8C-E86C-D856B2C1C04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D4F9DAA-502B-640C-3BB5-CDCD9B5E104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9" name="TextBox 8">
              <a:extLst>
                <a:ext uri="{FF2B5EF4-FFF2-40B4-BE49-F238E27FC236}">
                  <a16:creationId xmlns:a16="http://schemas.microsoft.com/office/drawing/2014/main" id="{35BAF462-C453-3FD4-0A3B-CFC47FC713F8}"/>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pic>
        <p:nvPicPr>
          <p:cNvPr id="20" name="Picture 15" descr="bigstockphoto_Fasten_your_seat_belt__702352">
            <a:extLst>
              <a:ext uri="{FF2B5EF4-FFF2-40B4-BE49-F238E27FC236}">
                <a16:creationId xmlns:a16="http://schemas.microsoft.com/office/drawing/2014/main" id="{70FA2531-AE5B-490E-4F49-420941353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7144" y="4062012"/>
            <a:ext cx="2715037" cy="2035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6" descr="bigstockphoto_Smoke_Detector_1325825">
            <a:extLst>
              <a:ext uri="{FF2B5EF4-FFF2-40B4-BE49-F238E27FC236}">
                <a16:creationId xmlns:a16="http://schemas.microsoft.com/office/drawing/2014/main" id="{1A99BE6D-22A9-B2C0-7C66-78530515E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5176" y="4062012"/>
            <a:ext cx="2722535" cy="203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6669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Contact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r>
              <a:rPr lang="en-US" dirty="0"/>
              <a:t>Electrical outlets assure proper polarity – it is impossible to put a plug in the outlet incorrectly</a:t>
            </a:r>
          </a:p>
          <a:p>
            <a:r>
              <a:rPr lang="en-US" dirty="0"/>
              <a:t>Guide or guide pins that assure proper insertion</a:t>
            </a:r>
          </a:p>
          <a:p>
            <a:r>
              <a:rPr lang="en-US" dirty="0"/>
              <a:t>Magnetic contacts that assure proper positioning</a:t>
            </a:r>
          </a:p>
          <a:p>
            <a:r>
              <a:rPr lang="en-US" dirty="0"/>
              <a:t>Two handed start buttons to avoid hand accidents</a:t>
            </a:r>
          </a:p>
          <a:p>
            <a:r>
              <a:rPr lang="en-US" dirty="0"/>
              <a:t>Pressure sensitive mats that stop dangerous pinching machinery when someone steps onto the mat</a:t>
            </a:r>
          </a:p>
          <a:p>
            <a:r>
              <a:rPr lang="en-US" dirty="0"/>
              <a:t>Limit switches on fork trucks that prevent the truck from moving while the driver’s seat is unoccupied</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fontScale="77500" lnSpcReduction="20000"/>
          </a:bodyPr>
          <a:lstStyle/>
          <a:p>
            <a:pPr marL="0" indent="0">
              <a:buNone/>
            </a:pPr>
            <a:r>
              <a:rPr lang="en-US" dirty="0"/>
              <a:t>Contact Methods</a:t>
            </a:r>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pic>
        <p:nvPicPr>
          <p:cNvPr id="31" name="Picture 11" descr="bigstockphoto_Forklift_Carrying_Boxes_483192">
            <a:extLst>
              <a:ext uri="{FF2B5EF4-FFF2-40B4-BE49-F238E27FC236}">
                <a16:creationId xmlns:a16="http://schemas.microsoft.com/office/drawing/2014/main" id="{613E0C92-59B0-DDDF-5C1C-97330E759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812" y="2473486"/>
            <a:ext cx="468947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34">
            <a:extLst>
              <a:ext uri="{FF2B5EF4-FFF2-40B4-BE49-F238E27FC236}">
                <a16:creationId xmlns:a16="http://schemas.microsoft.com/office/drawing/2014/main" id="{DADE9C6D-AD52-322F-F722-54AA336975AF}"/>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3051828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Fixed Value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85000" lnSpcReduction="10000"/>
          </a:bodyPr>
          <a:lstStyle/>
          <a:p>
            <a:r>
              <a:rPr lang="en-US" dirty="0"/>
              <a:t>If four labels from different rolls are needed on each shipping box, put all the labels on one roll to make it easy to spot missed labels</a:t>
            </a:r>
          </a:p>
          <a:p>
            <a:r>
              <a:rPr lang="en-US" dirty="0"/>
              <a:t>Kitting is having the exact amount of material needed for one unit in one box. Makes it easy to catch missing components</a:t>
            </a:r>
          </a:p>
          <a:p>
            <a:r>
              <a:rPr lang="en-US" dirty="0"/>
              <a:t>Sensors that count parts as they are placed in a box</a:t>
            </a:r>
          </a:p>
          <a:p>
            <a:r>
              <a:rPr lang="en-US" dirty="0"/>
              <a:t>Scales to weigh packaging documentation and alert an operator to a missed document</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fontScale="85000" lnSpcReduction="10000"/>
          </a:bodyPr>
          <a:lstStyle/>
          <a:p>
            <a:pPr marL="0" indent="0">
              <a:buNone/>
            </a:pPr>
            <a:r>
              <a:rPr lang="en-US" dirty="0"/>
              <a:t>Fixed Value Methods</a:t>
            </a:r>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pic>
        <p:nvPicPr>
          <p:cNvPr id="3" name="Picture 10" descr="bigstockphoto_Scale_292520">
            <a:extLst>
              <a:ext uri="{FF2B5EF4-FFF2-40B4-BE49-F238E27FC236}">
                <a16:creationId xmlns:a16="http://schemas.microsoft.com/office/drawing/2014/main" id="{C1BA92A7-1CD8-6256-F5F9-5C631CB92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64624"/>
            <a:ext cx="4664075"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4">
            <a:extLst>
              <a:ext uri="{FF2B5EF4-FFF2-40B4-BE49-F238E27FC236}">
                <a16:creationId xmlns:a16="http://schemas.microsoft.com/office/drawing/2014/main" id="{E517669E-5F4F-EFBF-A783-AF29FC66974E}"/>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22728267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Motion-Step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Place photo-electric switches into each component bin. Beam must be broken on each bin before conveyor will move</a:t>
            </a:r>
          </a:p>
          <a:p>
            <a:r>
              <a:rPr lang="en-US" dirty="0"/>
              <a:t>Motion sensors to stop a machine to prevent safety errors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a:bodyPr>
          <a:lstStyle/>
          <a:p>
            <a:pPr marL="0" indent="0">
              <a:buNone/>
            </a:pPr>
            <a:r>
              <a:rPr lang="en-US" dirty="0"/>
              <a:t>Motion-Step Methods</a:t>
            </a:r>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pic>
        <p:nvPicPr>
          <p:cNvPr id="5" name="Picture 6" descr="f8ed_2">
            <a:hlinkClick r:id="" action="ppaction://noaction"/>
            <a:extLst>
              <a:ext uri="{FF2B5EF4-FFF2-40B4-BE49-F238E27FC236}">
                <a16:creationId xmlns:a16="http://schemas.microsoft.com/office/drawing/2014/main" id="{E4307C9B-5BBA-A749-8CAD-F4ED2636B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55849"/>
            <a:ext cx="5041083" cy="3547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34">
            <a:extLst>
              <a:ext uri="{FF2B5EF4-FFF2-40B4-BE49-F238E27FC236}">
                <a16:creationId xmlns:a16="http://schemas.microsoft.com/office/drawing/2014/main" id="{5FA08002-54EE-0A5B-7F5B-823AA300855C}"/>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22689110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7 Steps to Error-Proofing</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pPr marL="514350" indent="-514350">
              <a:buFont typeface="+mj-lt"/>
              <a:buAutoNum type="arabicPeriod"/>
            </a:pPr>
            <a:r>
              <a:rPr lang="en-US" sz="3200" dirty="0"/>
              <a:t>Create a process map and identify the locations at which the defects are </a:t>
            </a:r>
            <a:br>
              <a:rPr lang="en-US" sz="3200" dirty="0"/>
            </a:br>
            <a:r>
              <a:rPr lang="en-US" sz="3200" dirty="0"/>
              <a:t>found and made</a:t>
            </a:r>
          </a:p>
          <a:p>
            <a:pPr marL="514350" indent="-514350">
              <a:buFont typeface="+mj-lt"/>
              <a:buAutoNum type="arabicPeriod"/>
            </a:pPr>
            <a:r>
              <a:rPr lang="en-US" sz="3200" dirty="0"/>
              <a:t>Evaluate current procedures for adequacy and determine if they are </a:t>
            </a:r>
            <a:br>
              <a:rPr lang="en-US" sz="3200" dirty="0"/>
            </a:br>
            <a:r>
              <a:rPr lang="en-US" sz="3200" dirty="0"/>
              <a:t>being followed</a:t>
            </a:r>
          </a:p>
          <a:p>
            <a:pPr marL="514350" indent="-514350">
              <a:buFont typeface="+mj-lt"/>
              <a:buAutoNum type="arabicPeriod"/>
            </a:pPr>
            <a:r>
              <a:rPr lang="en-US" sz="3200" dirty="0"/>
              <a:t>Identify defect provoking conditions at each process step</a:t>
            </a:r>
          </a:p>
          <a:p>
            <a:pPr marL="514350" indent="-514350">
              <a:buFont typeface="+mj-lt"/>
              <a:buAutoNum type="arabicPeriod"/>
            </a:pPr>
            <a:r>
              <a:rPr lang="en-US" sz="3200" dirty="0"/>
              <a:t>Identify the root cause(s) (error) of each type of defect and in which process step it occurs</a:t>
            </a:r>
          </a:p>
          <a:p>
            <a:pPr marL="514350" indent="-514350">
              <a:buFont typeface="+mj-lt"/>
              <a:buAutoNum type="arabicPeriod"/>
            </a:pPr>
            <a:r>
              <a:rPr lang="en-US" sz="3200" dirty="0"/>
              <a:t>Identify the type of error-proofing device required</a:t>
            </a:r>
          </a:p>
          <a:p>
            <a:pPr marL="514350" indent="-514350">
              <a:buFont typeface="+mj-lt"/>
              <a:buAutoNum type="arabicPeriod"/>
            </a:pPr>
            <a:r>
              <a:rPr lang="en-US" sz="3200" dirty="0"/>
              <a:t>Create the device and try it</a:t>
            </a:r>
          </a:p>
          <a:p>
            <a:pPr marL="514350" indent="-514350">
              <a:buFont typeface="+mj-lt"/>
              <a:buAutoNum type="arabicPeriod"/>
            </a:pPr>
            <a:r>
              <a:rPr lang="en-US" sz="3200" dirty="0"/>
              <a:t>Measure for effectiveness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13" name="Group 12">
            <a:extLst>
              <a:ext uri="{FF2B5EF4-FFF2-40B4-BE49-F238E27FC236}">
                <a16:creationId xmlns:a16="http://schemas.microsoft.com/office/drawing/2014/main" id="{66BAB43A-6387-AF1D-41A3-A1E5007628B9}"/>
              </a:ext>
            </a:extLst>
          </p:cNvPr>
          <p:cNvGrpSpPr/>
          <p:nvPr/>
        </p:nvGrpSpPr>
        <p:grpSpPr>
          <a:xfrm>
            <a:off x="838200" y="297639"/>
            <a:ext cx="4241800" cy="301303"/>
            <a:chOff x="838200" y="297639"/>
            <a:chExt cx="4241800" cy="301303"/>
          </a:xfrm>
        </p:grpSpPr>
        <p:grpSp>
          <p:nvGrpSpPr>
            <p:cNvPr id="14" name="Group 13">
              <a:extLst>
                <a:ext uri="{FF2B5EF4-FFF2-40B4-BE49-F238E27FC236}">
                  <a16:creationId xmlns:a16="http://schemas.microsoft.com/office/drawing/2014/main" id="{0F1C6680-42B7-FCB2-1A7A-889698E74E47}"/>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761DB030-026D-C50E-62E5-638FEFC830B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6EBD3F63-2765-B34E-CAEF-33C5AB6AE9AD}"/>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AB028DAC-B812-8E14-DD25-EE2E3650988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AB256B3-1C97-FF38-1DAB-13190F28281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4FE40FA-6FD7-2F77-39C9-B496A39BD25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8CE03ECB-AD5B-6052-16E3-D46453440D44}"/>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Tree>
    <p:extLst>
      <p:ext uri="{BB962C8B-B14F-4D97-AF65-F5344CB8AC3E}">
        <p14:creationId xmlns:p14="http://schemas.microsoft.com/office/powerpoint/2010/main" val="2445935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Develop a Line-Stop Support Plan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Establish line stop response assignments</a:t>
            </a:r>
          </a:p>
          <a:p>
            <a:r>
              <a:rPr lang="en-US" dirty="0"/>
              <a:t>Identify who does what when the line is stopped</a:t>
            </a:r>
          </a:p>
          <a:p>
            <a:r>
              <a:rPr lang="en-US" dirty="0"/>
              <a:t>Operators, Supervisors, Managers, etc.</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a:bodyPr>
          <a:lstStyle/>
          <a:p>
            <a:pPr marL="0" indent="0">
              <a:buNone/>
            </a:pPr>
            <a:r>
              <a:rPr lang="en-US" dirty="0"/>
              <a:t>Line-Stop Support Plan</a:t>
            </a:r>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pic>
        <p:nvPicPr>
          <p:cNvPr id="3" name="Picture 9" descr="bigstockphoto_Stop_1216501">
            <a:extLst>
              <a:ext uri="{FF2B5EF4-FFF2-40B4-BE49-F238E27FC236}">
                <a16:creationId xmlns:a16="http://schemas.microsoft.com/office/drawing/2014/main" id="{2EB6111C-C2C4-D97A-75F3-979C90C02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93156"/>
            <a:ext cx="4918644" cy="3382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34">
            <a:extLst>
              <a:ext uri="{FF2B5EF4-FFF2-40B4-BE49-F238E27FC236}">
                <a16:creationId xmlns:a16="http://schemas.microsoft.com/office/drawing/2014/main" id="{1E74AAD4-597B-436D-DADF-244CC372BC52}"/>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625125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When you can’t error-proof – </a:t>
            </a:r>
            <a:br>
              <a:rPr lang="en-US" dirty="0"/>
            </a:br>
            <a:r>
              <a:rPr lang="en-US" dirty="0"/>
              <a:t>Improve Visual Management.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10000"/>
          </a:bodyPr>
          <a:lstStyle/>
          <a:p>
            <a:r>
              <a:rPr lang="en-US" dirty="0"/>
              <a:t>Use colors and color-coding</a:t>
            </a:r>
          </a:p>
          <a:p>
            <a:pPr lvl="1"/>
            <a:r>
              <a:rPr lang="en-US" dirty="0"/>
              <a:t>Filing</a:t>
            </a:r>
          </a:p>
          <a:p>
            <a:pPr lvl="1"/>
            <a:r>
              <a:rPr lang="en-US" dirty="0"/>
              <a:t>Credit card receipts</a:t>
            </a:r>
          </a:p>
          <a:p>
            <a:r>
              <a:rPr lang="en-US" dirty="0"/>
              <a:t>Use shapes</a:t>
            </a:r>
          </a:p>
          <a:p>
            <a:pPr lvl="1"/>
            <a:r>
              <a:rPr lang="en-US" dirty="0"/>
              <a:t>Notch a stack of forms so it is easy to tell if forms are out of order</a:t>
            </a:r>
          </a:p>
          <a:p>
            <a:r>
              <a:rPr lang="en-US" dirty="0"/>
              <a:t>Make it easy to do it right</a:t>
            </a:r>
          </a:p>
          <a:p>
            <a:pPr lvl="1"/>
            <a:r>
              <a:rPr lang="en-US" dirty="0"/>
              <a:t>Checklists</a:t>
            </a:r>
          </a:p>
          <a:p>
            <a:pPr lvl="1"/>
            <a:r>
              <a:rPr lang="en-US" dirty="0"/>
              <a:t>Effective data collection formats</a:t>
            </a:r>
          </a:p>
          <a:p>
            <a:pPr lvl="1"/>
            <a:r>
              <a:rPr lang="en-US" dirty="0"/>
              <a:t>Workflow with fewer hand-offs</a:t>
            </a:r>
          </a:p>
          <a:p>
            <a:pPr lvl="1"/>
            <a:r>
              <a:rPr lang="en-US" dirty="0"/>
              <a:t>Symbols</a:t>
            </a:r>
          </a:p>
          <a:p>
            <a:pPr lvl="1"/>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
        <p:nvSpPr>
          <p:cNvPr id="7" name="Text Box 34">
            <a:extLst>
              <a:ext uri="{FF2B5EF4-FFF2-40B4-BE49-F238E27FC236}">
                <a16:creationId xmlns:a16="http://schemas.microsoft.com/office/drawing/2014/main" id="{1E74AAD4-597B-436D-DADF-244CC372BC52}"/>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pic>
        <p:nvPicPr>
          <p:cNvPr id="5" name="Picture 10" descr="bigstockphoto_Office_Files__109130">
            <a:extLst>
              <a:ext uri="{FF2B5EF4-FFF2-40B4-BE49-F238E27FC236}">
                <a16:creationId xmlns:a16="http://schemas.microsoft.com/office/drawing/2014/main" id="{422B00F2-B246-ADF3-E7DF-06EEE62623E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131559"/>
            <a:ext cx="5280002" cy="365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25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Error-Proofing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Error-Proofing devices can</a:t>
            </a:r>
          </a:p>
          <a:p>
            <a:pPr lvl="1"/>
            <a:r>
              <a:rPr lang="en-US" sz="2800" dirty="0"/>
              <a:t>Prevent errors from occurring</a:t>
            </a:r>
          </a:p>
          <a:p>
            <a:pPr lvl="1"/>
            <a:r>
              <a:rPr lang="en-US" sz="2800" dirty="0"/>
              <a:t>Detect the error after it occurred</a:t>
            </a:r>
          </a:p>
          <a:p>
            <a:pPr lvl="1"/>
            <a:r>
              <a:rPr lang="en-US" sz="2800" dirty="0"/>
              <a:t>Detect the defect after it has been made</a:t>
            </a:r>
          </a:p>
          <a:p>
            <a:r>
              <a:rPr lang="en-US" sz="3200" dirty="0"/>
              <a:t>The best error-proofing devices are</a:t>
            </a:r>
          </a:p>
          <a:p>
            <a:pPr lvl="1"/>
            <a:r>
              <a:rPr lang="en-US" sz="2800" dirty="0"/>
              <a:t>Simple and cheap</a:t>
            </a:r>
          </a:p>
          <a:p>
            <a:pPr lvl="1"/>
            <a:r>
              <a:rPr lang="en-US" sz="2800" dirty="0"/>
              <a:t>Part of the regular process</a:t>
            </a:r>
          </a:p>
          <a:p>
            <a:pPr lvl="1"/>
            <a:r>
              <a:rPr lang="en-US" sz="2800" dirty="0"/>
              <a:t>Close to where the error is made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13" name="Group 12">
            <a:extLst>
              <a:ext uri="{FF2B5EF4-FFF2-40B4-BE49-F238E27FC236}">
                <a16:creationId xmlns:a16="http://schemas.microsoft.com/office/drawing/2014/main" id="{66BAB43A-6387-AF1D-41A3-A1E5007628B9}"/>
              </a:ext>
            </a:extLst>
          </p:cNvPr>
          <p:cNvGrpSpPr/>
          <p:nvPr/>
        </p:nvGrpSpPr>
        <p:grpSpPr>
          <a:xfrm>
            <a:off x="838200" y="297639"/>
            <a:ext cx="4241800" cy="301303"/>
            <a:chOff x="838200" y="297639"/>
            <a:chExt cx="4241800" cy="301303"/>
          </a:xfrm>
        </p:grpSpPr>
        <p:grpSp>
          <p:nvGrpSpPr>
            <p:cNvPr id="14" name="Group 13">
              <a:extLst>
                <a:ext uri="{FF2B5EF4-FFF2-40B4-BE49-F238E27FC236}">
                  <a16:creationId xmlns:a16="http://schemas.microsoft.com/office/drawing/2014/main" id="{0F1C6680-42B7-FCB2-1A7A-889698E74E47}"/>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761DB030-026D-C50E-62E5-638FEFC830B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6EBD3F63-2765-B34E-CAEF-33C5AB6AE9AD}"/>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AB028DAC-B812-8E14-DD25-EE2E3650988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AB256B3-1C97-FF38-1DAB-13190F28281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A4FE40FA-6FD7-2F77-39C9-B496A39BD25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8CE03ECB-AD5B-6052-16E3-D46453440D44}"/>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Tree>
    <p:extLst>
      <p:ext uri="{BB962C8B-B14F-4D97-AF65-F5344CB8AC3E}">
        <p14:creationId xmlns:p14="http://schemas.microsoft.com/office/powerpoint/2010/main" val="1257479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The “Do’s and Don’ts” of Cell Design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and discuss each of the Do’s and Don’ts of Cell Design</a:t>
            </a:r>
          </a:p>
          <a:p>
            <a:r>
              <a:rPr lang="en-US" sz="2400" dirty="0"/>
              <a:t>Complete review of key learnings from Cell Design </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Do’s and Don’ts of Cell Design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Building Quality into the Cell</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Steps to  Designing a Cell</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Key Concepts of Cell Design</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6455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The “Do’s and Don’ts” of Cell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842238488"/>
              </p:ext>
            </p:extLst>
          </p:nvPr>
        </p:nvGraphicFramePr>
        <p:xfrm>
          <a:off x="838201" y="1902863"/>
          <a:ext cx="10706100" cy="4228542"/>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Bring the part back to the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operator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Design one-way machines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Keep height of all items in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the workplace very low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Avoid waste of motion and any potentially unsafe reaching</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Ask “why” and challenge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what may have always been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traditionally accepted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Assume that you need to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limited by using</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 certain machines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Use ideas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Unnecessarily use money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086985" y="285032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086984" y="3835204"/>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6" name="AutoShape 30">
            <a:extLst>
              <a:ext uri="{FF2B5EF4-FFF2-40B4-BE49-F238E27FC236}">
                <a16:creationId xmlns:a16="http://schemas.microsoft.com/office/drawing/2014/main" id="{4234F59D-A9E3-626E-8425-C27FC7C0B770}"/>
              </a:ext>
            </a:extLst>
          </p:cNvPr>
          <p:cNvSpPr>
            <a:spLocks noChangeArrowheads="1"/>
          </p:cNvSpPr>
          <p:nvPr/>
        </p:nvSpPr>
        <p:spPr bwMode="auto">
          <a:xfrm>
            <a:off x="5086983" y="4820086"/>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7" name="AutoShape 30">
            <a:extLst>
              <a:ext uri="{FF2B5EF4-FFF2-40B4-BE49-F238E27FC236}">
                <a16:creationId xmlns:a16="http://schemas.microsoft.com/office/drawing/2014/main" id="{DED2207C-EC56-5DDF-3C58-E6613FD00987}"/>
              </a:ext>
            </a:extLst>
          </p:cNvPr>
          <p:cNvSpPr>
            <a:spLocks noChangeArrowheads="1"/>
          </p:cNvSpPr>
          <p:nvPr/>
        </p:nvSpPr>
        <p:spPr bwMode="auto">
          <a:xfrm>
            <a:off x="5087300" y="5804968"/>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nvGrpSpPr>
          <p:cNvPr id="18" name="Group 17">
            <a:extLst>
              <a:ext uri="{FF2B5EF4-FFF2-40B4-BE49-F238E27FC236}">
                <a16:creationId xmlns:a16="http://schemas.microsoft.com/office/drawing/2014/main" id="{21D392CD-11BE-E69C-47CF-B5FEA28B8243}"/>
              </a:ext>
            </a:extLst>
          </p:cNvPr>
          <p:cNvGrpSpPr/>
          <p:nvPr/>
        </p:nvGrpSpPr>
        <p:grpSpPr>
          <a:xfrm>
            <a:off x="838200" y="297639"/>
            <a:ext cx="4567176" cy="301303"/>
            <a:chOff x="838200" y="297639"/>
            <a:chExt cx="4567176" cy="301303"/>
          </a:xfrm>
        </p:grpSpPr>
        <p:grpSp>
          <p:nvGrpSpPr>
            <p:cNvPr id="19" name="Group 18">
              <a:extLst>
                <a:ext uri="{FF2B5EF4-FFF2-40B4-BE49-F238E27FC236}">
                  <a16:creationId xmlns:a16="http://schemas.microsoft.com/office/drawing/2014/main" id="{D0D914EE-8E38-2996-EA45-6CB86555E06D}"/>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BE92DEA9-5322-4297-A535-F1C71EAEDC91}"/>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2" name="Group 21">
                <a:extLst>
                  <a:ext uri="{FF2B5EF4-FFF2-40B4-BE49-F238E27FC236}">
                    <a16:creationId xmlns:a16="http://schemas.microsoft.com/office/drawing/2014/main" id="{A5C9E55C-3343-2E7F-BD51-068DFED94F4E}"/>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4EAEC50-57F0-68F9-D38A-536B1B3ABC6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53F7E29D-3643-62DC-192A-42B5A6EFDC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3ADD2EE3-ECEF-A21E-F3B5-E31C67F538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3FA1FCE6-21A3-156D-709D-9428E6B18918}"/>
                </a:ext>
              </a:extLst>
            </p:cNvPr>
            <p:cNvSpPr txBox="1"/>
            <p:nvPr/>
          </p:nvSpPr>
          <p:spPr>
            <a:xfrm>
              <a:off x="2212041" y="307580"/>
              <a:ext cx="3193335"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spTree>
    <p:extLst>
      <p:ext uri="{BB962C8B-B14F-4D97-AF65-F5344CB8AC3E}">
        <p14:creationId xmlns:p14="http://schemas.microsoft.com/office/powerpoint/2010/main" val="37255897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The “Do’s and Don’ts” of Cell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845570667"/>
              </p:ext>
            </p:extLst>
          </p:nvPr>
        </p:nvGraphicFramePr>
        <p:xfrm>
          <a:off x="838201" y="1902863"/>
          <a:ext cx="10706100" cy="4092906"/>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Use equipment to permit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one unit flow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in terms of batching</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Utilize safe and easy-to-</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service machines and equipment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Utilize old, outdated machines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that may be potentially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unsafe or difficult to service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“flexible” and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“responsible” machines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Don’t think “super-machines”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or “all-in-one machines”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one-piece flow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Think batch production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561547" y="285032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561546" y="3796621"/>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6" name="AutoShape 30">
            <a:extLst>
              <a:ext uri="{FF2B5EF4-FFF2-40B4-BE49-F238E27FC236}">
                <a16:creationId xmlns:a16="http://schemas.microsoft.com/office/drawing/2014/main" id="{4234F59D-A9E3-626E-8425-C27FC7C0B770}"/>
              </a:ext>
            </a:extLst>
          </p:cNvPr>
          <p:cNvSpPr>
            <a:spLocks noChangeArrowheads="1"/>
          </p:cNvSpPr>
          <p:nvPr/>
        </p:nvSpPr>
        <p:spPr bwMode="auto">
          <a:xfrm>
            <a:off x="5561545" y="4742920"/>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7" name="AutoShape 30">
            <a:extLst>
              <a:ext uri="{FF2B5EF4-FFF2-40B4-BE49-F238E27FC236}">
                <a16:creationId xmlns:a16="http://schemas.microsoft.com/office/drawing/2014/main" id="{DED2207C-EC56-5DDF-3C58-E6613FD00987}"/>
              </a:ext>
            </a:extLst>
          </p:cNvPr>
          <p:cNvSpPr>
            <a:spLocks noChangeArrowheads="1"/>
          </p:cNvSpPr>
          <p:nvPr/>
        </p:nvSpPr>
        <p:spPr bwMode="auto">
          <a:xfrm>
            <a:off x="5561862" y="5689219"/>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nvGrpSpPr>
          <p:cNvPr id="18" name="Group 17">
            <a:extLst>
              <a:ext uri="{FF2B5EF4-FFF2-40B4-BE49-F238E27FC236}">
                <a16:creationId xmlns:a16="http://schemas.microsoft.com/office/drawing/2014/main" id="{21D392CD-11BE-E69C-47CF-B5FEA28B8243}"/>
              </a:ext>
            </a:extLst>
          </p:cNvPr>
          <p:cNvGrpSpPr/>
          <p:nvPr/>
        </p:nvGrpSpPr>
        <p:grpSpPr>
          <a:xfrm>
            <a:off x="838200" y="297639"/>
            <a:ext cx="4567176" cy="301303"/>
            <a:chOff x="838200" y="297639"/>
            <a:chExt cx="4567176" cy="301303"/>
          </a:xfrm>
        </p:grpSpPr>
        <p:grpSp>
          <p:nvGrpSpPr>
            <p:cNvPr id="19" name="Group 18">
              <a:extLst>
                <a:ext uri="{FF2B5EF4-FFF2-40B4-BE49-F238E27FC236}">
                  <a16:creationId xmlns:a16="http://schemas.microsoft.com/office/drawing/2014/main" id="{D0D914EE-8E38-2996-EA45-6CB86555E06D}"/>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BE92DEA9-5322-4297-A535-F1C71EAEDC91}"/>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2" name="Group 21">
                <a:extLst>
                  <a:ext uri="{FF2B5EF4-FFF2-40B4-BE49-F238E27FC236}">
                    <a16:creationId xmlns:a16="http://schemas.microsoft.com/office/drawing/2014/main" id="{A5C9E55C-3343-2E7F-BD51-068DFED94F4E}"/>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4EAEC50-57F0-68F9-D38A-536B1B3ABC6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53F7E29D-3643-62DC-192A-42B5A6EFDC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3ADD2EE3-ECEF-A21E-F3B5-E31C67F538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3FA1FCE6-21A3-156D-709D-9428E6B18918}"/>
                </a:ext>
              </a:extLst>
            </p:cNvPr>
            <p:cNvSpPr txBox="1"/>
            <p:nvPr/>
          </p:nvSpPr>
          <p:spPr>
            <a:xfrm>
              <a:off x="2212041" y="307580"/>
              <a:ext cx="3193335"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spTree>
    <p:extLst>
      <p:ext uri="{BB962C8B-B14F-4D97-AF65-F5344CB8AC3E}">
        <p14:creationId xmlns:p14="http://schemas.microsoft.com/office/powerpoint/2010/main" val="683149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The “Do’s and Don’ts” of Cell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1900605925"/>
              </p:ext>
            </p:extLst>
          </p:nvPr>
        </p:nvGraphicFramePr>
        <p:xfrm>
          <a:off x="838201" y="1902863"/>
          <a:ext cx="10706100" cy="4228542"/>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Add value to the product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continuously through the process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Incorporate waste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into the process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“bare bones” and add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options when necessary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Incorporate machines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with unneeded accessories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Get your hands dirty!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Be a catalog engineer!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Design machines to be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narrow, deep and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closely spaced together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Design machines </a:t>
                      </a:r>
                      <a:b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with wide frontages </a:t>
                      </a:r>
                      <a:b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24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spread far apart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827765" y="285032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827764" y="3677014"/>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6" name="AutoShape 30">
            <a:extLst>
              <a:ext uri="{FF2B5EF4-FFF2-40B4-BE49-F238E27FC236}">
                <a16:creationId xmlns:a16="http://schemas.microsoft.com/office/drawing/2014/main" id="{4234F59D-A9E3-626E-8425-C27FC7C0B770}"/>
              </a:ext>
            </a:extLst>
          </p:cNvPr>
          <p:cNvSpPr>
            <a:spLocks noChangeArrowheads="1"/>
          </p:cNvSpPr>
          <p:nvPr/>
        </p:nvSpPr>
        <p:spPr bwMode="auto">
          <a:xfrm>
            <a:off x="5827763" y="4503706"/>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7" name="AutoShape 30">
            <a:extLst>
              <a:ext uri="{FF2B5EF4-FFF2-40B4-BE49-F238E27FC236}">
                <a16:creationId xmlns:a16="http://schemas.microsoft.com/office/drawing/2014/main" id="{DED2207C-EC56-5DDF-3C58-E6613FD00987}"/>
              </a:ext>
            </a:extLst>
          </p:cNvPr>
          <p:cNvSpPr>
            <a:spLocks noChangeArrowheads="1"/>
          </p:cNvSpPr>
          <p:nvPr/>
        </p:nvSpPr>
        <p:spPr bwMode="auto">
          <a:xfrm>
            <a:off x="5828080" y="5330399"/>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nvGrpSpPr>
          <p:cNvPr id="18" name="Group 17">
            <a:extLst>
              <a:ext uri="{FF2B5EF4-FFF2-40B4-BE49-F238E27FC236}">
                <a16:creationId xmlns:a16="http://schemas.microsoft.com/office/drawing/2014/main" id="{21D392CD-11BE-E69C-47CF-B5FEA28B8243}"/>
              </a:ext>
            </a:extLst>
          </p:cNvPr>
          <p:cNvGrpSpPr/>
          <p:nvPr/>
        </p:nvGrpSpPr>
        <p:grpSpPr>
          <a:xfrm>
            <a:off x="838200" y="297639"/>
            <a:ext cx="4567176" cy="301303"/>
            <a:chOff x="838200" y="297639"/>
            <a:chExt cx="4567176" cy="301303"/>
          </a:xfrm>
        </p:grpSpPr>
        <p:grpSp>
          <p:nvGrpSpPr>
            <p:cNvPr id="19" name="Group 18">
              <a:extLst>
                <a:ext uri="{FF2B5EF4-FFF2-40B4-BE49-F238E27FC236}">
                  <a16:creationId xmlns:a16="http://schemas.microsoft.com/office/drawing/2014/main" id="{D0D914EE-8E38-2996-EA45-6CB86555E06D}"/>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BE92DEA9-5322-4297-A535-F1C71EAEDC91}"/>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2" name="Group 21">
                <a:extLst>
                  <a:ext uri="{FF2B5EF4-FFF2-40B4-BE49-F238E27FC236}">
                    <a16:creationId xmlns:a16="http://schemas.microsoft.com/office/drawing/2014/main" id="{A5C9E55C-3343-2E7F-BD51-068DFED94F4E}"/>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4EAEC50-57F0-68F9-D38A-536B1B3ABC6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53F7E29D-3643-62DC-192A-42B5A6EFDC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3ADD2EE3-ECEF-A21E-F3B5-E31C67F538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3FA1FCE6-21A3-156D-709D-9428E6B18918}"/>
                </a:ext>
              </a:extLst>
            </p:cNvPr>
            <p:cNvSpPr txBox="1"/>
            <p:nvPr/>
          </p:nvSpPr>
          <p:spPr>
            <a:xfrm>
              <a:off x="2212041" y="307580"/>
              <a:ext cx="3193335"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spTree>
    <p:extLst>
      <p:ext uri="{BB962C8B-B14F-4D97-AF65-F5344CB8AC3E}">
        <p14:creationId xmlns:p14="http://schemas.microsoft.com/office/powerpoint/2010/main" val="10132434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The “Do’s and Don’ts” of Cell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961097087"/>
              </p:ext>
            </p:extLst>
          </p:nvPr>
        </p:nvGraphicFramePr>
        <p:xfrm>
          <a:off x="838201" y="1902863"/>
          <a:ext cx="10706100" cy="2841722"/>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DON’T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Make machines easy to detach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and relocate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Do not design machines with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“roots and vines”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Use shuttles to allow throw-in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loading with auto-ejection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t>
                      </a:r>
                      <a:r>
                        <a:rPr kumimoji="0" lang="en-US" sz="2400" b="0" i="0" u="none" strike="noStrike" kern="1200" cap="none" normalizeH="0" baseline="0" dirty="0" err="1">
                          <a:ln>
                            <a:noFill/>
                          </a:ln>
                          <a:solidFill>
                            <a:schemeClr val="tx1"/>
                          </a:solidFill>
                          <a:effectLst/>
                          <a:latin typeface="Roboto" panose="02000000000000000000" pitchFamily="2" charset="0"/>
                          <a:ea typeface="Roboto" panose="02000000000000000000" pitchFamily="2" charset="0"/>
                          <a:cs typeface="+mn-cs"/>
                        </a:rPr>
                        <a:t>hanedashi</a:t>
                      </a: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Loose sight of opportunities </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to eliminate non-value added</a:t>
                      </a:r>
                      <a:b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br>
                      <a:r>
                        <a:rPr kumimoji="0" lang="en-US" sz="2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activities for the operator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827765" y="285032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827764" y="3931660"/>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nvGrpSpPr>
          <p:cNvPr id="18" name="Group 17">
            <a:extLst>
              <a:ext uri="{FF2B5EF4-FFF2-40B4-BE49-F238E27FC236}">
                <a16:creationId xmlns:a16="http://schemas.microsoft.com/office/drawing/2014/main" id="{21D392CD-11BE-E69C-47CF-B5FEA28B8243}"/>
              </a:ext>
            </a:extLst>
          </p:cNvPr>
          <p:cNvGrpSpPr/>
          <p:nvPr/>
        </p:nvGrpSpPr>
        <p:grpSpPr>
          <a:xfrm>
            <a:off x="838200" y="297639"/>
            <a:ext cx="4567176" cy="301303"/>
            <a:chOff x="838200" y="297639"/>
            <a:chExt cx="4567176" cy="301303"/>
          </a:xfrm>
        </p:grpSpPr>
        <p:grpSp>
          <p:nvGrpSpPr>
            <p:cNvPr id="19" name="Group 18">
              <a:extLst>
                <a:ext uri="{FF2B5EF4-FFF2-40B4-BE49-F238E27FC236}">
                  <a16:creationId xmlns:a16="http://schemas.microsoft.com/office/drawing/2014/main" id="{D0D914EE-8E38-2996-EA45-6CB86555E06D}"/>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BE92DEA9-5322-4297-A535-F1C71EAEDC91}"/>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2" name="Group 21">
                <a:extLst>
                  <a:ext uri="{FF2B5EF4-FFF2-40B4-BE49-F238E27FC236}">
                    <a16:creationId xmlns:a16="http://schemas.microsoft.com/office/drawing/2014/main" id="{A5C9E55C-3343-2E7F-BD51-068DFED94F4E}"/>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4EAEC50-57F0-68F9-D38A-536B1B3ABC6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53F7E29D-3643-62DC-192A-42B5A6EFDC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3ADD2EE3-ECEF-A21E-F3B5-E31C67F538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3FA1FCE6-21A3-156D-709D-9428E6B18918}"/>
                </a:ext>
              </a:extLst>
            </p:cNvPr>
            <p:cNvSpPr txBox="1"/>
            <p:nvPr/>
          </p:nvSpPr>
          <p:spPr>
            <a:xfrm>
              <a:off x="2212041" y="307580"/>
              <a:ext cx="3193335"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spTree>
    <p:extLst>
      <p:ext uri="{BB962C8B-B14F-4D97-AF65-F5344CB8AC3E}">
        <p14:creationId xmlns:p14="http://schemas.microsoft.com/office/powerpoint/2010/main" val="38883005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2 Minute Review</a:t>
            </a:r>
          </a:p>
          <a:p>
            <a:r>
              <a:rPr lang="en-US" sz="3200" dirty="0"/>
              <a:t>In pairs, or in small groups, spend 5 minutes discussing key learnings and take-aways from this Cell Design Event thus far</a:t>
            </a:r>
          </a:p>
          <a:p>
            <a:r>
              <a:rPr lang="en-US" sz="3200"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4" name="Group 3">
            <a:extLst>
              <a:ext uri="{FF2B5EF4-FFF2-40B4-BE49-F238E27FC236}">
                <a16:creationId xmlns:a16="http://schemas.microsoft.com/office/drawing/2014/main" id="{DA1BB675-6F83-6E76-93AE-06EE04708AC6}"/>
              </a:ext>
            </a:extLst>
          </p:cNvPr>
          <p:cNvGrpSpPr/>
          <p:nvPr/>
        </p:nvGrpSpPr>
        <p:grpSpPr>
          <a:xfrm>
            <a:off x="838200" y="297639"/>
            <a:ext cx="4567176" cy="301303"/>
            <a:chOff x="838200" y="297639"/>
            <a:chExt cx="4567176" cy="301303"/>
          </a:xfrm>
        </p:grpSpPr>
        <p:grpSp>
          <p:nvGrpSpPr>
            <p:cNvPr id="6" name="Group 5">
              <a:extLst>
                <a:ext uri="{FF2B5EF4-FFF2-40B4-BE49-F238E27FC236}">
                  <a16:creationId xmlns:a16="http://schemas.microsoft.com/office/drawing/2014/main" id="{FE049F51-B7D1-8C93-A658-F0926BA401EF}"/>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26D813E6-0D07-C063-446C-E5DDF2C0921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5F044BCD-C1EA-E0B0-B59A-B3B19495F940}"/>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215BF2B-5EC4-2867-64C8-5071A9B0347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7B0B240-2B85-03BD-B30C-0DFA1CA4650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58CA9066-5F7B-B772-4D20-F17323759DF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ECC59EB-BF5E-F1B7-EC8E-6675D5A6C598}"/>
                </a:ext>
              </a:extLst>
            </p:cNvPr>
            <p:cNvSpPr txBox="1"/>
            <p:nvPr/>
          </p:nvSpPr>
          <p:spPr>
            <a:xfrm>
              <a:off x="2212041" y="307580"/>
              <a:ext cx="3193335"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Do’s and Don’ts of Cell Design</a:t>
              </a:r>
            </a:p>
          </p:txBody>
        </p:sp>
      </p:grpSp>
    </p:spTree>
    <p:extLst>
      <p:ext uri="{BB962C8B-B14F-4D97-AF65-F5344CB8AC3E}">
        <p14:creationId xmlns:p14="http://schemas.microsoft.com/office/powerpoint/2010/main" val="38971479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59</a:t>
            </a:fld>
            <a:endParaRPr lang="en-US" dirty="0"/>
          </a:p>
        </p:txBody>
      </p:sp>
    </p:spTree>
    <p:extLst>
      <p:ext uri="{BB962C8B-B14F-4D97-AF65-F5344CB8AC3E}">
        <p14:creationId xmlns:p14="http://schemas.microsoft.com/office/powerpoint/2010/main" val="271100507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14152</TotalTime>
  <Words>5088</Words>
  <Application>Microsoft Office PowerPoint</Application>
  <PresentationFormat>Widescreen</PresentationFormat>
  <Paragraphs>921</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Arial Narrow</vt:lpstr>
      <vt:lpstr>Baskerville</vt:lpstr>
      <vt:lpstr>Calibri</vt:lpstr>
      <vt:lpstr>Roboto</vt:lpstr>
      <vt:lpstr>Roboto Medium</vt:lpstr>
      <vt:lpstr>Wingdings</vt:lpstr>
      <vt:lpstr>Office Theme</vt:lpstr>
      <vt:lpstr>PowerPoint Presentation</vt:lpstr>
      <vt:lpstr>PowerPoint Presentation</vt:lpstr>
      <vt:lpstr>PowerPoint Presentation</vt:lpstr>
      <vt:lpstr>Ground Rules for Event</vt:lpstr>
      <vt:lpstr>Goal of Cell Design Module</vt:lpstr>
      <vt:lpstr>Cellularization</vt:lpstr>
      <vt:lpstr>Cellularization fundamentally reduces all of the 8 wastes</vt:lpstr>
      <vt:lpstr>Exercise: Cell Design Charter Review</vt:lpstr>
      <vt:lpstr>Key Concepts of Cell Design</vt:lpstr>
      <vt:lpstr>One Piece Flow Production in a Cellular Layout</vt:lpstr>
      <vt:lpstr>Batch Production</vt:lpstr>
      <vt:lpstr>Flow Production</vt:lpstr>
      <vt:lpstr>Fake Flow Production</vt:lpstr>
      <vt:lpstr>Example of Cellular Flow</vt:lpstr>
      <vt:lpstr>Why Counterclockwise?</vt:lpstr>
      <vt:lpstr>Machines in Close Proximity</vt:lpstr>
      <vt:lpstr>Cellular Flow</vt:lpstr>
      <vt:lpstr>Cellular Flow</vt:lpstr>
      <vt:lpstr>Cellular Flow: Separate Operator from Machine</vt:lpstr>
      <vt:lpstr>To Automate or Not to Automate?</vt:lpstr>
      <vt:lpstr>Chaku-Chaku</vt:lpstr>
      <vt:lpstr>Steps to Designing a Cell</vt:lpstr>
      <vt:lpstr>Steps to Designing a Cell</vt:lpstr>
      <vt:lpstr>Steps to Designing a Cell</vt:lpstr>
      <vt:lpstr>Determine What the Cell is to Produce</vt:lpstr>
      <vt:lpstr>Product Family Matrix</vt:lpstr>
      <vt:lpstr>Steps to Designing a Cell</vt:lpstr>
      <vt:lpstr>Creating Cardboard Cut-Outs</vt:lpstr>
      <vt:lpstr>Cardboard Cut-Out Method</vt:lpstr>
      <vt:lpstr>Example of a Cell Using Cardboard Cut-Outs</vt:lpstr>
      <vt:lpstr>Steps to Designing a Cell</vt:lpstr>
      <vt:lpstr>Work Station Design</vt:lpstr>
      <vt:lpstr>Steps to Designing a Cell</vt:lpstr>
      <vt:lpstr>Tool and Material Presentation</vt:lpstr>
      <vt:lpstr>Material and Tool Presentation Examples</vt:lpstr>
      <vt:lpstr>Steps to Designing a Cell</vt:lpstr>
      <vt:lpstr>Material Supply Principles</vt:lpstr>
      <vt:lpstr>Supermarkets</vt:lpstr>
      <vt:lpstr>Water Spider Characteristics</vt:lpstr>
      <vt:lpstr>Building Quality into the Cell</vt:lpstr>
      <vt:lpstr>Error-Proofing</vt:lpstr>
      <vt:lpstr>Error-Proofing</vt:lpstr>
      <vt:lpstr>Errors may either be prevented or detected</vt:lpstr>
      <vt:lpstr>Control (Shutdown) Prevention and Detection Examples</vt:lpstr>
      <vt:lpstr>Warning Prevention and Detection Examples</vt:lpstr>
      <vt:lpstr>Error-Proofing Contact Methods</vt:lpstr>
      <vt:lpstr>Error-Proofing Fixed Value Methods</vt:lpstr>
      <vt:lpstr>Error-Proofing Motion-Step Methods</vt:lpstr>
      <vt:lpstr>7 Steps to Error-Proofing</vt:lpstr>
      <vt:lpstr>Develop a Line-Stop Support Plan</vt:lpstr>
      <vt:lpstr>When you can’t error-proof –  Improve Visual Management.</vt:lpstr>
      <vt:lpstr>Error-Proofing Summary</vt:lpstr>
      <vt:lpstr>The “Do’s and Don’ts” of Cell Design</vt:lpstr>
      <vt:lpstr>The “Do’s and Don’ts” of Cell Design</vt:lpstr>
      <vt:lpstr>The “Do’s and Don’ts” of Cell Design</vt:lpstr>
      <vt:lpstr>The “Do’s and Don’ts” of Cell Design</vt:lpstr>
      <vt:lpstr>The “Do’s and Don’ts” of Cell Design</vt:lpstr>
      <vt:lpstr>Review 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407</cp:revision>
  <dcterms:created xsi:type="dcterms:W3CDTF">2023-02-08T22:10:20Z</dcterms:created>
  <dcterms:modified xsi:type="dcterms:W3CDTF">2023-10-10T22:13:50Z</dcterms:modified>
</cp:coreProperties>
</file>