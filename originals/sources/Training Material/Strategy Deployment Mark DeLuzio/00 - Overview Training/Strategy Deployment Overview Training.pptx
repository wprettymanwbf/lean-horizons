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notesSlides/notesSlide4.xml" ContentType="application/vnd.openxmlformats-officedocument.presentationml.notesSlide+xml"/>
  <Override PartName="/ppt/tags/tag11.xml" ContentType="application/vnd.openxmlformats-officedocument.presentationml.tags+xml"/>
  <Override PartName="/ppt/notesSlides/notesSlide5.xml" ContentType="application/vnd.openxmlformats-officedocument.presentationml.notesSlide+xml"/>
  <Override PartName="/ppt/tags/tag12.xml" ContentType="application/vnd.openxmlformats-officedocument.presentationml.tags+xml"/>
  <Override PartName="/ppt/notesSlides/notesSlide6.xml" ContentType="application/vnd.openxmlformats-officedocument.presentationml.notesSlide+xml"/>
  <Override PartName="/ppt/tags/tag13.xml" ContentType="application/vnd.openxmlformats-officedocument.presentationml.tags+xml"/>
  <Override PartName="/ppt/notesSlides/notesSlide7.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8.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9.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31.xml" ContentType="application/vnd.openxmlformats-officedocument.presentationml.tags+xml"/>
  <Override PartName="/ppt/tags/tag32.xml" ContentType="application/vnd.openxmlformats-officedocument.presentationml.tags+xml"/>
  <Override PartName="/ppt/notesSlides/notesSlide11.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2"/>
  </p:notesMasterIdLst>
  <p:sldIdLst>
    <p:sldId id="258" r:id="rId2"/>
    <p:sldId id="351" r:id="rId3"/>
    <p:sldId id="353" r:id="rId4"/>
    <p:sldId id="354" r:id="rId5"/>
    <p:sldId id="355" r:id="rId6"/>
    <p:sldId id="356" r:id="rId7"/>
    <p:sldId id="357" r:id="rId8"/>
    <p:sldId id="358" r:id="rId9"/>
    <p:sldId id="359" r:id="rId10"/>
    <p:sldId id="360" r:id="rId11"/>
    <p:sldId id="361" r:id="rId12"/>
    <p:sldId id="362" r:id="rId13"/>
    <p:sldId id="363" r:id="rId14"/>
    <p:sldId id="364" r:id="rId15"/>
    <p:sldId id="365" r:id="rId16"/>
    <p:sldId id="366" r:id="rId17"/>
    <p:sldId id="367" r:id="rId18"/>
    <p:sldId id="368" r:id="rId19"/>
    <p:sldId id="369" r:id="rId20"/>
    <p:sldId id="370" r:id="rId21"/>
    <p:sldId id="371" r:id="rId22"/>
    <p:sldId id="372" r:id="rId23"/>
    <p:sldId id="373" r:id="rId24"/>
    <p:sldId id="374" r:id="rId25"/>
    <p:sldId id="375" r:id="rId26"/>
    <p:sldId id="376" r:id="rId27"/>
    <p:sldId id="377" r:id="rId28"/>
    <p:sldId id="378" r:id="rId29"/>
    <p:sldId id="379" r:id="rId30"/>
    <p:sldId id="380" r:id="rId31"/>
    <p:sldId id="381" r:id="rId32"/>
    <p:sldId id="382" r:id="rId33"/>
    <p:sldId id="383" r:id="rId34"/>
    <p:sldId id="384" r:id="rId35"/>
    <p:sldId id="385" r:id="rId36"/>
    <p:sldId id="386" r:id="rId37"/>
    <p:sldId id="387" r:id="rId38"/>
    <p:sldId id="388" r:id="rId39"/>
    <p:sldId id="389" r:id="rId40"/>
    <p:sldId id="390" r:id="rId41"/>
  </p:sldIdLst>
  <p:sldSz cx="12192000" cy="6858000"/>
  <p:notesSz cx="6858000" cy="9144000"/>
  <p:custDataLst>
    <p:tags r:id="rId4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3BB3E73-66A2-459D-B8FB-21C7347B6A86}">
          <p14:sldIdLst>
            <p14:sldId id="258"/>
            <p14:sldId id="351"/>
            <p14:sldId id="353"/>
            <p14:sldId id="354"/>
            <p14:sldId id="355"/>
            <p14:sldId id="356"/>
            <p14:sldId id="357"/>
            <p14:sldId id="358"/>
            <p14:sldId id="359"/>
            <p14:sldId id="360"/>
            <p14:sldId id="361"/>
            <p14:sldId id="362"/>
            <p14:sldId id="363"/>
            <p14:sldId id="364"/>
            <p14:sldId id="365"/>
            <p14:sldId id="366"/>
            <p14:sldId id="367"/>
            <p14:sldId id="368"/>
            <p14:sldId id="369"/>
            <p14:sldId id="370"/>
            <p14:sldId id="371"/>
            <p14:sldId id="372"/>
            <p14:sldId id="373"/>
            <p14:sldId id="374"/>
            <p14:sldId id="375"/>
            <p14:sldId id="376"/>
            <p14:sldId id="377"/>
            <p14:sldId id="378"/>
            <p14:sldId id="379"/>
            <p14:sldId id="380"/>
            <p14:sldId id="381"/>
            <p14:sldId id="382"/>
            <p14:sldId id="383"/>
            <p14:sldId id="384"/>
            <p14:sldId id="385"/>
            <p14:sldId id="386"/>
            <p14:sldId id="387"/>
            <p14:sldId id="388"/>
            <p14:sldId id="389"/>
            <p14:sldId id="390"/>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8300"/>
    <a:srgbClr val="222222"/>
    <a:srgbClr val="FFB627"/>
    <a:srgbClr val="177E89"/>
    <a:srgbClr val="8EDCE6"/>
    <a:srgbClr val="F1BF98"/>
    <a:srgbClr val="2EC4B6"/>
    <a:srgbClr val="BDDBD0"/>
    <a:srgbClr val="2D7DD2"/>
    <a:srgbClr val="6292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36" autoAdjust="0"/>
    <p:restoredTop sz="81849" autoAdjust="0"/>
  </p:normalViewPr>
  <p:slideViewPr>
    <p:cSldViewPr snapToGrid="0">
      <p:cViewPr varScale="1">
        <p:scale>
          <a:sx n="69" d="100"/>
          <a:sy n="69" d="100"/>
        </p:scale>
        <p:origin x="774" y="72"/>
      </p:cViewPr>
      <p:guideLst/>
    </p:cSldViewPr>
  </p:slideViewPr>
  <p:notesTextViewPr>
    <p:cViewPr>
      <p:scale>
        <a:sx n="3" d="2"/>
        <a:sy n="3" d="2"/>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gs" Target="tags/tag1.xml"/><Relationship Id="rId48" Type="http://schemas.microsoft.com/office/2018/10/relationships/authors" Targe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22299270495599816"/>
          <c:y val="0"/>
        </c:manualLayout>
      </c:layout>
      <c:overlay val="0"/>
      <c:spPr>
        <a:noFill/>
        <a:ln>
          <a:noFill/>
        </a:ln>
        <a:effectLst/>
      </c:spPr>
      <c:txPr>
        <a:bodyPr rot="0" spcFirstLastPara="1" vertOverflow="ellipsis" vert="horz" wrap="square" anchor="ctr" anchorCtr="1"/>
        <a:lstStyle/>
        <a:p>
          <a:pPr>
            <a:defRPr sz="2000" b="1" i="0" u="none" strike="noStrike" kern="1200" spc="0" baseline="0">
              <a:solidFill>
                <a:schemeClr val="tx1"/>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Strategy Integration</c:v>
                </c:pt>
              </c:strCache>
            </c:strRef>
          </c:tx>
          <c:dPt>
            <c:idx val="0"/>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1-A7FC-4E77-8EE3-8A3AB1BFC5C7}"/>
              </c:ext>
            </c:extLst>
          </c:dPt>
          <c:dPt>
            <c:idx val="1"/>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3-A7FC-4E77-8EE3-8A3AB1BFC5C7}"/>
              </c:ext>
            </c:extLst>
          </c:dPt>
          <c:dPt>
            <c:idx val="2"/>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05-A7FC-4E77-8EE3-8A3AB1BFC5C7}"/>
              </c:ext>
            </c:extLst>
          </c:dPt>
          <c:dPt>
            <c:idx val="3"/>
            <c:bubble3D val="0"/>
            <c:spPr>
              <a:solidFill>
                <a:schemeClr val="accent2">
                  <a:lumMod val="6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7-A7FC-4E77-8EE3-8A3AB1BFC5C7}"/>
              </c:ext>
            </c:extLst>
          </c:dPt>
          <c:dLbls>
            <c:dLbl>
              <c:idx val="3"/>
              <c:layout>
                <c:manualLayout>
                  <c:x val="0.34106433534033692"/>
                  <c:y val="-6.9565808527858625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A7FC-4E77-8EE3-8A3AB1BFC5C7}"/>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Macro Only</c:v>
                </c:pt>
                <c:pt idx="1">
                  <c:v>Fully Integrated</c:v>
                </c:pt>
                <c:pt idx="2">
                  <c:v>Financials Only</c:v>
                </c:pt>
                <c:pt idx="3">
                  <c:v>Not at All</c:v>
                </c:pt>
              </c:strCache>
            </c:strRef>
          </c:cat>
          <c:val>
            <c:numRef>
              <c:f>Sheet1!$B$2:$B$5</c:f>
              <c:numCache>
                <c:formatCode>0%</c:formatCode>
                <c:ptCount val="4"/>
                <c:pt idx="0">
                  <c:v>0.57999999999999996</c:v>
                </c:pt>
                <c:pt idx="1">
                  <c:v>0.27</c:v>
                </c:pt>
                <c:pt idx="2">
                  <c:v>0.12</c:v>
                </c:pt>
                <c:pt idx="3">
                  <c:v>0.03</c:v>
                </c:pt>
              </c:numCache>
            </c:numRef>
          </c:val>
          <c:extLst>
            <c:ext xmlns:c16="http://schemas.microsoft.com/office/drawing/2014/chart" uri="{C3380CC4-5D6E-409C-BE32-E72D297353CC}">
              <c16:uniqueId val="{00000008-A7FC-4E77-8EE3-8A3AB1BFC5C7}"/>
            </c:ext>
          </c:extLst>
        </c:ser>
        <c:dLbls>
          <c:showLegendKey val="0"/>
          <c:showVal val="0"/>
          <c:showCatName val="1"/>
          <c:showSerName val="0"/>
          <c:showPercent val="1"/>
          <c:showBubbleSize val="0"/>
          <c:showLeaderLines val="1"/>
        </c:dLbls>
      </c:pie3D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1.1793275597538382E-2"/>
          <c:y val="0.14461159641031754"/>
        </c:manualLayout>
      </c:layout>
      <c:overlay val="0"/>
      <c:spPr>
        <a:noFill/>
        <a:ln>
          <a:noFill/>
        </a:ln>
        <a:effectLst/>
      </c:spPr>
      <c:txPr>
        <a:bodyPr rot="0" spcFirstLastPara="1" vertOverflow="ellipsis" vert="horz" wrap="square" anchor="ctr" anchorCtr="1"/>
        <a:lstStyle/>
        <a:p>
          <a:pPr>
            <a:defRPr sz="2000" b="1" i="0" u="none" strike="noStrike" kern="1200" baseline="0">
              <a:solidFill>
                <a:schemeClr val="tx1"/>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2322154779241476"/>
          <c:y val="0.19126157407407407"/>
          <c:w val="0.53389715976722019"/>
          <c:h val="0.51001863699329253"/>
        </c:manualLayout>
      </c:layout>
      <c:bar3DChart>
        <c:barDir val="col"/>
        <c:grouping val="standard"/>
        <c:varyColors val="0"/>
        <c:ser>
          <c:idx val="0"/>
          <c:order val="0"/>
          <c:tx>
            <c:strRef>
              <c:f>Sheet1!$B$1</c:f>
              <c:strCache>
                <c:ptCount val="1"/>
                <c:pt idx="0">
                  <c:v>% Who Understand the Strategy</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3"/>
                <c:pt idx="0">
                  <c:v>Executives</c:v>
                </c:pt>
                <c:pt idx="1">
                  <c:v>Middle Management</c:v>
                </c:pt>
                <c:pt idx="2">
                  <c:v>Line Associates</c:v>
                </c:pt>
              </c:strCache>
            </c:strRef>
          </c:cat>
          <c:val>
            <c:numRef>
              <c:f>Sheet1!$B$2:$B$5</c:f>
              <c:numCache>
                <c:formatCode>0%</c:formatCode>
                <c:ptCount val="4"/>
                <c:pt idx="0">
                  <c:v>0.71</c:v>
                </c:pt>
                <c:pt idx="1">
                  <c:v>0.4</c:v>
                </c:pt>
                <c:pt idx="2">
                  <c:v>0.03</c:v>
                </c:pt>
              </c:numCache>
            </c:numRef>
          </c:val>
          <c:extLst>
            <c:ext xmlns:c16="http://schemas.microsoft.com/office/drawing/2014/chart" uri="{C3380CC4-5D6E-409C-BE32-E72D297353CC}">
              <c16:uniqueId val="{00000000-8181-43C5-82D6-894ED51C63D8}"/>
            </c:ext>
          </c:extLst>
        </c:ser>
        <c:dLbls>
          <c:showLegendKey val="0"/>
          <c:showVal val="1"/>
          <c:showCatName val="0"/>
          <c:showSerName val="0"/>
          <c:showPercent val="0"/>
          <c:showBubbleSize val="0"/>
        </c:dLbls>
        <c:gapWidth val="150"/>
        <c:shape val="box"/>
        <c:axId val="1871209871"/>
        <c:axId val="1871211519"/>
        <c:axId val="1871318463"/>
      </c:bar3DChart>
      <c:catAx>
        <c:axId val="1871209871"/>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71211519"/>
        <c:crosses val="autoZero"/>
        <c:auto val="1"/>
        <c:lblAlgn val="ctr"/>
        <c:lblOffset val="100"/>
        <c:noMultiLvlLbl val="0"/>
      </c:catAx>
      <c:valAx>
        <c:axId val="1871211519"/>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71209871"/>
        <c:crosses val="autoZero"/>
        <c:crossBetween val="between"/>
      </c:valAx>
      <c:serAx>
        <c:axId val="1871318463"/>
        <c:scaling>
          <c:orientation val="minMax"/>
        </c:scaling>
        <c:delete val="1"/>
        <c:axPos val="b"/>
        <c:majorTickMark val="none"/>
        <c:minorTickMark val="none"/>
        <c:tickLblPos val="nextTo"/>
        <c:crossAx val="1871211519"/>
        <c:crosses val="autoZero"/>
      </c:ser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47">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5E0B08-ED37-E446-9133-12AADCF2224B}" type="doc">
      <dgm:prSet loTypeId="urn:microsoft.com/office/officeart/2005/8/layout/orgChart1" loCatId="" qsTypeId="urn:microsoft.com/office/officeart/2005/8/quickstyle/simple1" qsCatId="simple" csTypeId="urn:microsoft.com/office/officeart/2005/8/colors/accent2_2" csCatId="accent2" phldr="1"/>
      <dgm:spPr/>
      <dgm:t>
        <a:bodyPr/>
        <a:lstStyle/>
        <a:p>
          <a:endParaRPr lang="en-US"/>
        </a:p>
      </dgm:t>
    </dgm:pt>
    <dgm:pt modelId="{8586DC78-A412-CF4D-98B8-5CE54452C647}">
      <dgm:prSet phldrT="[Text]"/>
      <dgm:spPr/>
      <dgm:t>
        <a:bodyPr/>
        <a:lstStyle/>
        <a:p>
          <a:r>
            <a:rPr lang="en-US" dirty="0"/>
            <a:t>President</a:t>
          </a:r>
        </a:p>
      </dgm:t>
    </dgm:pt>
    <dgm:pt modelId="{0ED2C19C-C760-9847-A637-54C9ED35CD7E}" type="parTrans" cxnId="{483C6F3D-ADB8-374B-8649-39C5173C8876}">
      <dgm:prSet/>
      <dgm:spPr/>
      <dgm:t>
        <a:bodyPr/>
        <a:lstStyle/>
        <a:p>
          <a:endParaRPr lang="en-US"/>
        </a:p>
      </dgm:t>
    </dgm:pt>
    <dgm:pt modelId="{3AC0EAC6-03DA-2146-98FE-B47B100EE7BA}" type="sibTrans" cxnId="{483C6F3D-ADB8-374B-8649-39C5173C8876}">
      <dgm:prSet/>
      <dgm:spPr/>
      <dgm:t>
        <a:bodyPr/>
        <a:lstStyle/>
        <a:p>
          <a:endParaRPr lang="en-US"/>
        </a:p>
      </dgm:t>
    </dgm:pt>
    <dgm:pt modelId="{A823E2FE-A7A8-C84B-8EE2-73140ED5E2D2}">
      <dgm:prSet phldrT="[Text]"/>
      <dgm:spPr/>
      <dgm:t>
        <a:bodyPr/>
        <a:lstStyle/>
        <a:p>
          <a:r>
            <a:rPr lang="en-US" dirty="0"/>
            <a:t>Manufacturing</a:t>
          </a:r>
        </a:p>
      </dgm:t>
    </dgm:pt>
    <dgm:pt modelId="{8B9D55D8-CAAC-6D48-85AA-22FD2A042D1C}" type="parTrans" cxnId="{6AB404AC-0110-C042-A792-7DB7DB164EA5}">
      <dgm:prSet/>
      <dgm:spPr/>
      <dgm:t>
        <a:bodyPr/>
        <a:lstStyle/>
        <a:p>
          <a:endParaRPr lang="en-US"/>
        </a:p>
      </dgm:t>
    </dgm:pt>
    <dgm:pt modelId="{E1D89B5E-AC7B-754D-BFE4-D0EFA345667E}" type="sibTrans" cxnId="{6AB404AC-0110-C042-A792-7DB7DB164EA5}">
      <dgm:prSet/>
      <dgm:spPr/>
      <dgm:t>
        <a:bodyPr/>
        <a:lstStyle/>
        <a:p>
          <a:endParaRPr lang="en-US"/>
        </a:p>
      </dgm:t>
    </dgm:pt>
    <dgm:pt modelId="{C8B59993-4106-6242-B756-4CFA01B8B15C}">
      <dgm:prSet phldrT="[Text]"/>
      <dgm:spPr/>
      <dgm:t>
        <a:bodyPr/>
        <a:lstStyle/>
        <a:p>
          <a:r>
            <a:rPr lang="en-US" dirty="0"/>
            <a:t>Sales</a:t>
          </a:r>
        </a:p>
      </dgm:t>
    </dgm:pt>
    <dgm:pt modelId="{C7C95A15-08C2-9848-A19B-168613A48997}" type="parTrans" cxnId="{C5E6480C-29C7-F340-8FBF-CA696B8EDCA5}">
      <dgm:prSet/>
      <dgm:spPr/>
      <dgm:t>
        <a:bodyPr/>
        <a:lstStyle/>
        <a:p>
          <a:endParaRPr lang="en-US"/>
        </a:p>
      </dgm:t>
    </dgm:pt>
    <dgm:pt modelId="{A6ACEB22-5272-9D41-BB2E-CF7B23D0694D}" type="sibTrans" cxnId="{C5E6480C-29C7-F340-8FBF-CA696B8EDCA5}">
      <dgm:prSet/>
      <dgm:spPr/>
      <dgm:t>
        <a:bodyPr/>
        <a:lstStyle/>
        <a:p>
          <a:endParaRPr lang="en-US"/>
        </a:p>
      </dgm:t>
    </dgm:pt>
    <dgm:pt modelId="{2FD47FAD-D9A6-2641-B42B-C7EF9240E94C}">
      <dgm:prSet phldrT="[Text]"/>
      <dgm:spPr/>
      <dgm:t>
        <a:bodyPr/>
        <a:lstStyle/>
        <a:p>
          <a:endParaRPr lang="en-US" dirty="0"/>
        </a:p>
      </dgm:t>
    </dgm:pt>
    <dgm:pt modelId="{9E54E051-9686-0745-9857-2A47FE3A751A}" type="parTrans" cxnId="{8D758AEB-CE00-A246-A74B-0353B5F19ECF}">
      <dgm:prSet/>
      <dgm:spPr/>
      <dgm:t>
        <a:bodyPr/>
        <a:lstStyle/>
        <a:p>
          <a:endParaRPr lang="en-US"/>
        </a:p>
      </dgm:t>
    </dgm:pt>
    <dgm:pt modelId="{2B452E81-6E2B-0F4E-BEFE-6914D77D1A76}" type="sibTrans" cxnId="{8D758AEB-CE00-A246-A74B-0353B5F19ECF}">
      <dgm:prSet/>
      <dgm:spPr/>
      <dgm:t>
        <a:bodyPr/>
        <a:lstStyle/>
        <a:p>
          <a:endParaRPr lang="en-US"/>
        </a:p>
      </dgm:t>
    </dgm:pt>
    <dgm:pt modelId="{A77EE98D-CB0A-2C4B-94CF-8446E5459A55}">
      <dgm:prSet/>
      <dgm:spPr/>
      <dgm:t>
        <a:bodyPr/>
        <a:lstStyle/>
        <a:p>
          <a:r>
            <a:rPr lang="en-US" dirty="0"/>
            <a:t>Engineering</a:t>
          </a:r>
        </a:p>
      </dgm:t>
    </dgm:pt>
    <dgm:pt modelId="{73B1487F-7AE2-F44C-B368-14B7B0E28802}" type="parTrans" cxnId="{BA10B961-7088-0C48-A750-B671909C9EFB}">
      <dgm:prSet/>
      <dgm:spPr/>
      <dgm:t>
        <a:bodyPr/>
        <a:lstStyle/>
        <a:p>
          <a:endParaRPr lang="en-US"/>
        </a:p>
      </dgm:t>
    </dgm:pt>
    <dgm:pt modelId="{71B7E3D6-D462-0344-B092-E0B9A81D134E}" type="sibTrans" cxnId="{BA10B961-7088-0C48-A750-B671909C9EFB}">
      <dgm:prSet/>
      <dgm:spPr/>
      <dgm:t>
        <a:bodyPr/>
        <a:lstStyle/>
        <a:p>
          <a:endParaRPr lang="en-US"/>
        </a:p>
      </dgm:t>
    </dgm:pt>
    <dgm:pt modelId="{D616452C-DE83-1047-A3B5-F0B408F7EB44}">
      <dgm:prSet/>
      <dgm:spPr/>
      <dgm:t>
        <a:bodyPr/>
        <a:lstStyle/>
        <a:p>
          <a:r>
            <a:rPr lang="en-US" dirty="0"/>
            <a:t>Finance</a:t>
          </a:r>
        </a:p>
      </dgm:t>
    </dgm:pt>
    <dgm:pt modelId="{CD4421BC-6E95-7E49-BB7D-F24BD071FFE1}" type="parTrans" cxnId="{9F994E95-D211-0E45-99EF-19030B696AE7}">
      <dgm:prSet/>
      <dgm:spPr/>
      <dgm:t>
        <a:bodyPr/>
        <a:lstStyle/>
        <a:p>
          <a:endParaRPr lang="en-US"/>
        </a:p>
      </dgm:t>
    </dgm:pt>
    <dgm:pt modelId="{DCF52948-16B8-1F43-A14B-AC92E0ED3C1E}" type="sibTrans" cxnId="{9F994E95-D211-0E45-99EF-19030B696AE7}">
      <dgm:prSet/>
      <dgm:spPr/>
      <dgm:t>
        <a:bodyPr/>
        <a:lstStyle/>
        <a:p>
          <a:endParaRPr lang="en-US"/>
        </a:p>
      </dgm:t>
    </dgm:pt>
    <dgm:pt modelId="{400BECDF-BFA8-3B4C-A50F-B2E61748DC68}">
      <dgm:prSet/>
      <dgm:spPr/>
      <dgm:t>
        <a:bodyPr/>
        <a:lstStyle/>
        <a:p>
          <a:endParaRPr lang="en-US" dirty="0"/>
        </a:p>
      </dgm:t>
    </dgm:pt>
    <dgm:pt modelId="{E8D97437-DB8E-9448-9CE3-542CCC6F51C4}" type="parTrans" cxnId="{B14F9BC4-E1BD-2D41-A667-8C06AF25A339}">
      <dgm:prSet/>
      <dgm:spPr/>
      <dgm:t>
        <a:bodyPr/>
        <a:lstStyle/>
        <a:p>
          <a:endParaRPr lang="en-US"/>
        </a:p>
      </dgm:t>
    </dgm:pt>
    <dgm:pt modelId="{BC459A87-1FD0-F842-B59E-E9A5CB33DBB8}" type="sibTrans" cxnId="{B14F9BC4-E1BD-2D41-A667-8C06AF25A339}">
      <dgm:prSet/>
      <dgm:spPr/>
      <dgm:t>
        <a:bodyPr/>
        <a:lstStyle/>
        <a:p>
          <a:endParaRPr lang="en-US"/>
        </a:p>
      </dgm:t>
    </dgm:pt>
    <dgm:pt modelId="{27B2EE16-CEB1-5746-922F-B70B78BC38D9}">
      <dgm:prSet/>
      <dgm:spPr/>
      <dgm:t>
        <a:bodyPr/>
        <a:lstStyle/>
        <a:p>
          <a:endParaRPr lang="en-US" dirty="0"/>
        </a:p>
      </dgm:t>
    </dgm:pt>
    <dgm:pt modelId="{E65F9BC0-D34A-AA43-817B-F7636086D356}" type="parTrans" cxnId="{D5821E57-7D48-7D44-9921-A1F68C1C3A17}">
      <dgm:prSet/>
      <dgm:spPr/>
      <dgm:t>
        <a:bodyPr/>
        <a:lstStyle/>
        <a:p>
          <a:endParaRPr lang="en-US"/>
        </a:p>
      </dgm:t>
    </dgm:pt>
    <dgm:pt modelId="{7EF2232B-3508-4043-9F41-A5E5C704D8E8}" type="sibTrans" cxnId="{D5821E57-7D48-7D44-9921-A1F68C1C3A17}">
      <dgm:prSet/>
      <dgm:spPr/>
      <dgm:t>
        <a:bodyPr/>
        <a:lstStyle/>
        <a:p>
          <a:endParaRPr lang="en-US"/>
        </a:p>
      </dgm:t>
    </dgm:pt>
    <dgm:pt modelId="{86849877-1478-404C-B59F-CC624495BF8B}">
      <dgm:prSet/>
      <dgm:spPr/>
      <dgm:t>
        <a:bodyPr/>
        <a:lstStyle/>
        <a:p>
          <a:endParaRPr lang="en-US" dirty="0"/>
        </a:p>
      </dgm:t>
    </dgm:pt>
    <dgm:pt modelId="{828CBDBC-ECD0-E647-9A4A-DDAD063AF71D}" type="parTrans" cxnId="{71B4C9B6-5EB4-8B46-A509-ECE816CF3C74}">
      <dgm:prSet/>
      <dgm:spPr/>
      <dgm:t>
        <a:bodyPr/>
        <a:lstStyle/>
        <a:p>
          <a:endParaRPr lang="en-US"/>
        </a:p>
      </dgm:t>
    </dgm:pt>
    <dgm:pt modelId="{136A083B-0DD7-074D-92ED-DC22C37F5EBE}" type="sibTrans" cxnId="{71B4C9B6-5EB4-8B46-A509-ECE816CF3C74}">
      <dgm:prSet/>
      <dgm:spPr/>
      <dgm:t>
        <a:bodyPr/>
        <a:lstStyle/>
        <a:p>
          <a:endParaRPr lang="en-US"/>
        </a:p>
      </dgm:t>
    </dgm:pt>
    <dgm:pt modelId="{0A30FED4-ACDF-E64A-BC87-63F0BFB2167F}">
      <dgm:prSet/>
      <dgm:spPr/>
      <dgm:t>
        <a:bodyPr/>
        <a:lstStyle/>
        <a:p>
          <a:endParaRPr lang="en-US" dirty="0"/>
        </a:p>
      </dgm:t>
    </dgm:pt>
    <dgm:pt modelId="{01F3DAD9-F61F-DB47-9FA8-BC5A2E6FCD9F}" type="parTrans" cxnId="{1FE429A7-F5F3-7844-9631-A3337A243615}">
      <dgm:prSet/>
      <dgm:spPr/>
      <dgm:t>
        <a:bodyPr/>
        <a:lstStyle/>
        <a:p>
          <a:endParaRPr lang="en-US"/>
        </a:p>
      </dgm:t>
    </dgm:pt>
    <dgm:pt modelId="{4B0980C9-1B3B-3A46-8C60-E6C2F9824E23}" type="sibTrans" cxnId="{1FE429A7-F5F3-7844-9631-A3337A243615}">
      <dgm:prSet/>
      <dgm:spPr/>
      <dgm:t>
        <a:bodyPr/>
        <a:lstStyle/>
        <a:p>
          <a:endParaRPr lang="en-US"/>
        </a:p>
      </dgm:t>
    </dgm:pt>
    <dgm:pt modelId="{D3FA29ED-FFD4-0146-9B33-D70FA40EBAC5}">
      <dgm:prSet/>
      <dgm:spPr/>
      <dgm:t>
        <a:bodyPr/>
        <a:lstStyle/>
        <a:p>
          <a:endParaRPr lang="en-US" dirty="0"/>
        </a:p>
      </dgm:t>
    </dgm:pt>
    <dgm:pt modelId="{9119C3DD-BE71-4F44-AD3F-499BDDAE64A4}" type="parTrans" cxnId="{0C64A755-2A89-9A4E-AE1C-025BAAB09AC9}">
      <dgm:prSet/>
      <dgm:spPr/>
      <dgm:t>
        <a:bodyPr/>
        <a:lstStyle/>
        <a:p>
          <a:endParaRPr lang="en-US"/>
        </a:p>
      </dgm:t>
    </dgm:pt>
    <dgm:pt modelId="{A0EB15AC-3F50-DF45-A447-C7FC466BDCEA}" type="sibTrans" cxnId="{0C64A755-2A89-9A4E-AE1C-025BAAB09AC9}">
      <dgm:prSet/>
      <dgm:spPr/>
      <dgm:t>
        <a:bodyPr/>
        <a:lstStyle/>
        <a:p>
          <a:endParaRPr lang="en-US"/>
        </a:p>
      </dgm:t>
    </dgm:pt>
    <dgm:pt modelId="{A987E472-9607-5149-93FA-66D62272AA18}">
      <dgm:prSet/>
      <dgm:spPr/>
      <dgm:t>
        <a:bodyPr/>
        <a:lstStyle/>
        <a:p>
          <a:endParaRPr lang="en-US" dirty="0"/>
        </a:p>
      </dgm:t>
    </dgm:pt>
    <dgm:pt modelId="{F41CA354-B906-F544-A5E3-58206EBBD70E}" type="parTrans" cxnId="{BB260F65-C730-A248-AAA6-A182A3A6C929}">
      <dgm:prSet/>
      <dgm:spPr/>
      <dgm:t>
        <a:bodyPr/>
        <a:lstStyle/>
        <a:p>
          <a:endParaRPr lang="en-US"/>
        </a:p>
      </dgm:t>
    </dgm:pt>
    <dgm:pt modelId="{E6DAB46F-085C-DB45-9666-DE44C1BE29D3}" type="sibTrans" cxnId="{BB260F65-C730-A248-AAA6-A182A3A6C929}">
      <dgm:prSet/>
      <dgm:spPr/>
      <dgm:t>
        <a:bodyPr/>
        <a:lstStyle/>
        <a:p>
          <a:endParaRPr lang="en-US"/>
        </a:p>
      </dgm:t>
    </dgm:pt>
    <dgm:pt modelId="{CADE2FE1-9EEB-3B42-965D-E2C00BC20A5B}">
      <dgm:prSet/>
      <dgm:spPr/>
      <dgm:t>
        <a:bodyPr/>
        <a:lstStyle/>
        <a:p>
          <a:endParaRPr lang="en-US" dirty="0"/>
        </a:p>
      </dgm:t>
    </dgm:pt>
    <dgm:pt modelId="{A5D6FF7D-B46D-DC4E-8939-9D1753E16858}" type="parTrans" cxnId="{CF41CC30-7743-4348-BDB1-31C5ABB610A8}">
      <dgm:prSet/>
      <dgm:spPr/>
      <dgm:t>
        <a:bodyPr/>
        <a:lstStyle/>
        <a:p>
          <a:endParaRPr lang="en-US"/>
        </a:p>
      </dgm:t>
    </dgm:pt>
    <dgm:pt modelId="{E50B8F02-4798-1E48-A85F-3B8E7CB49208}" type="sibTrans" cxnId="{CF41CC30-7743-4348-BDB1-31C5ABB610A8}">
      <dgm:prSet/>
      <dgm:spPr/>
      <dgm:t>
        <a:bodyPr/>
        <a:lstStyle/>
        <a:p>
          <a:endParaRPr lang="en-US"/>
        </a:p>
      </dgm:t>
    </dgm:pt>
    <dgm:pt modelId="{24AC4A1E-2628-3141-BC3E-72A1A93E50D7}">
      <dgm:prSet/>
      <dgm:spPr/>
      <dgm:t>
        <a:bodyPr/>
        <a:lstStyle/>
        <a:p>
          <a:endParaRPr lang="en-US" dirty="0"/>
        </a:p>
      </dgm:t>
    </dgm:pt>
    <dgm:pt modelId="{6646FE27-BB09-8A47-81AE-D140E2561F65}" type="parTrans" cxnId="{16C578B4-A830-1D4A-919E-93E481BCFFCF}">
      <dgm:prSet/>
      <dgm:spPr/>
      <dgm:t>
        <a:bodyPr/>
        <a:lstStyle/>
        <a:p>
          <a:endParaRPr lang="en-US"/>
        </a:p>
      </dgm:t>
    </dgm:pt>
    <dgm:pt modelId="{195DBB54-1CA7-9A43-826D-E4F7F3E0F1D0}" type="sibTrans" cxnId="{16C578B4-A830-1D4A-919E-93E481BCFFCF}">
      <dgm:prSet/>
      <dgm:spPr/>
      <dgm:t>
        <a:bodyPr/>
        <a:lstStyle/>
        <a:p>
          <a:endParaRPr lang="en-US"/>
        </a:p>
      </dgm:t>
    </dgm:pt>
    <dgm:pt modelId="{A4D95912-AEEA-864A-9869-DACF0F0FFDDA}">
      <dgm:prSet/>
      <dgm:spPr/>
      <dgm:t>
        <a:bodyPr/>
        <a:lstStyle/>
        <a:p>
          <a:endParaRPr lang="en-US" dirty="0"/>
        </a:p>
      </dgm:t>
    </dgm:pt>
    <dgm:pt modelId="{3B115BD1-3FF7-5046-96C1-D3AB0257E500}" type="parTrans" cxnId="{15F4C99D-E0E2-1F42-B34B-EB3D0FBFDD0C}">
      <dgm:prSet/>
      <dgm:spPr/>
      <dgm:t>
        <a:bodyPr/>
        <a:lstStyle/>
        <a:p>
          <a:endParaRPr lang="en-US"/>
        </a:p>
      </dgm:t>
    </dgm:pt>
    <dgm:pt modelId="{E40B910E-99D1-6E43-B60C-D4CEAE033CC3}" type="sibTrans" cxnId="{15F4C99D-E0E2-1F42-B34B-EB3D0FBFDD0C}">
      <dgm:prSet/>
      <dgm:spPr/>
      <dgm:t>
        <a:bodyPr/>
        <a:lstStyle/>
        <a:p>
          <a:endParaRPr lang="en-US"/>
        </a:p>
      </dgm:t>
    </dgm:pt>
    <dgm:pt modelId="{BCF82DD9-7DF9-5847-8583-3E6BA9B58472}">
      <dgm:prSet/>
      <dgm:spPr/>
      <dgm:t>
        <a:bodyPr/>
        <a:lstStyle/>
        <a:p>
          <a:endParaRPr lang="en-US" dirty="0"/>
        </a:p>
      </dgm:t>
    </dgm:pt>
    <dgm:pt modelId="{2B1AA084-29FB-E941-B0B8-FF98BB71AC27}" type="parTrans" cxnId="{D415A5C9-2E7B-B04D-9677-55B41ECF08B5}">
      <dgm:prSet/>
      <dgm:spPr/>
      <dgm:t>
        <a:bodyPr/>
        <a:lstStyle/>
        <a:p>
          <a:endParaRPr lang="en-US"/>
        </a:p>
      </dgm:t>
    </dgm:pt>
    <dgm:pt modelId="{6068D9A3-CBAE-9E49-8B44-4C31616773A3}" type="sibTrans" cxnId="{D415A5C9-2E7B-B04D-9677-55B41ECF08B5}">
      <dgm:prSet/>
      <dgm:spPr/>
      <dgm:t>
        <a:bodyPr/>
        <a:lstStyle/>
        <a:p>
          <a:endParaRPr lang="en-US"/>
        </a:p>
      </dgm:t>
    </dgm:pt>
    <dgm:pt modelId="{CAB8E6C0-7A0A-0A4B-A67A-7051306D106D}">
      <dgm:prSet/>
      <dgm:spPr/>
      <dgm:t>
        <a:bodyPr/>
        <a:lstStyle/>
        <a:p>
          <a:endParaRPr lang="en-US" dirty="0"/>
        </a:p>
      </dgm:t>
    </dgm:pt>
    <dgm:pt modelId="{9752FC99-3337-BB48-A592-E43F34C894EB}" type="parTrans" cxnId="{DC3E49FD-9B73-3448-9876-D19B61022DB1}">
      <dgm:prSet/>
      <dgm:spPr/>
      <dgm:t>
        <a:bodyPr/>
        <a:lstStyle/>
        <a:p>
          <a:endParaRPr lang="en-US"/>
        </a:p>
      </dgm:t>
    </dgm:pt>
    <dgm:pt modelId="{BC14E1EF-0144-CE44-BD26-77F20F2AA915}" type="sibTrans" cxnId="{DC3E49FD-9B73-3448-9876-D19B61022DB1}">
      <dgm:prSet/>
      <dgm:spPr/>
      <dgm:t>
        <a:bodyPr/>
        <a:lstStyle/>
        <a:p>
          <a:endParaRPr lang="en-US"/>
        </a:p>
      </dgm:t>
    </dgm:pt>
    <dgm:pt modelId="{44C3F61F-7ADB-C544-BD71-DCC7891C42E1}" type="pres">
      <dgm:prSet presAssocID="{AA5E0B08-ED37-E446-9133-12AADCF2224B}" presName="hierChild1" presStyleCnt="0">
        <dgm:presLayoutVars>
          <dgm:orgChart val="1"/>
          <dgm:chPref val="1"/>
          <dgm:dir/>
          <dgm:animOne val="branch"/>
          <dgm:animLvl val="lvl"/>
          <dgm:resizeHandles/>
        </dgm:presLayoutVars>
      </dgm:prSet>
      <dgm:spPr/>
    </dgm:pt>
    <dgm:pt modelId="{1E25BB10-0D00-5A42-8C90-B5D3CBAF1906}" type="pres">
      <dgm:prSet presAssocID="{8586DC78-A412-CF4D-98B8-5CE54452C647}" presName="hierRoot1" presStyleCnt="0">
        <dgm:presLayoutVars>
          <dgm:hierBranch val="init"/>
        </dgm:presLayoutVars>
      </dgm:prSet>
      <dgm:spPr/>
    </dgm:pt>
    <dgm:pt modelId="{D153FEBB-BCBD-D844-A0D5-C1FD2ECCCB3B}" type="pres">
      <dgm:prSet presAssocID="{8586DC78-A412-CF4D-98B8-5CE54452C647}" presName="rootComposite1" presStyleCnt="0"/>
      <dgm:spPr/>
    </dgm:pt>
    <dgm:pt modelId="{AA475619-E8D2-FB45-92F2-F57D2DFBD771}" type="pres">
      <dgm:prSet presAssocID="{8586DC78-A412-CF4D-98B8-5CE54452C647}" presName="rootText1" presStyleLbl="node0" presStyleIdx="0" presStyleCnt="1">
        <dgm:presLayoutVars>
          <dgm:chPref val="3"/>
        </dgm:presLayoutVars>
      </dgm:prSet>
      <dgm:spPr/>
    </dgm:pt>
    <dgm:pt modelId="{F9A589C5-9698-A140-8DB0-18F4DA12743B}" type="pres">
      <dgm:prSet presAssocID="{8586DC78-A412-CF4D-98B8-5CE54452C647}" presName="rootConnector1" presStyleLbl="node1" presStyleIdx="0" presStyleCnt="0"/>
      <dgm:spPr/>
    </dgm:pt>
    <dgm:pt modelId="{8840AE1E-DE79-0645-B628-CCFCC5322F84}" type="pres">
      <dgm:prSet presAssocID="{8586DC78-A412-CF4D-98B8-5CE54452C647}" presName="hierChild2" presStyleCnt="0"/>
      <dgm:spPr/>
    </dgm:pt>
    <dgm:pt modelId="{1EE56942-8CC2-2C4F-A5D6-3BFCE42A5A12}" type="pres">
      <dgm:prSet presAssocID="{8B9D55D8-CAAC-6D48-85AA-22FD2A042D1C}" presName="Name37" presStyleLbl="parChTrans1D2" presStyleIdx="0" presStyleCnt="4"/>
      <dgm:spPr/>
    </dgm:pt>
    <dgm:pt modelId="{99FC2BB1-0FFA-684E-99B4-2715FB00EFA3}" type="pres">
      <dgm:prSet presAssocID="{A823E2FE-A7A8-C84B-8EE2-73140ED5E2D2}" presName="hierRoot2" presStyleCnt="0">
        <dgm:presLayoutVars>
          <dgm:hierBranch val="init"/>
        </dgm:presLayoutVars>
      </dgm:prSet>
      <dgm:spPr/>
    </dgm:pt>
    <dgm:pt modelId="{800B9ED3-0237-0D42-B612-D041315E5A46}" type="pres">
      <dgm:prSet presAssocID="{A823E2FE-A7A8-C84B-8EE2-73140ED5E2D2}" presName="rootComposite" presStyleCnt="0"/>
      <dgm:spPr/>
    </dgm:pt>
    <dgm:pt modelId="{F1E444B3-2622-5F4C-8AD5-41067DB42589}" type="pres">
      <dgm:prSet presAssocID="{A823E2FE-A7A8-C84B-8EE2-73140ED5E2D2}" presName="rootText" presStyleLbl="node2" presStyleIdx="0" presStyleCnt="4">
        <dgm:presLayoutVars>
          <dgm:chPref val="3"/>
        </dgm:presLayoutVars>
      </dgm:prSet>
      <dgm:spPr/>
    </dgm:pt>
    <dgm:pt modelId="{DA8F2CB1-D158-3948-9C2D-9C4D9E31CD5D}" type="pres">
      <dgm:prSet presAssocID="{A823E2FE-A7A8-C84B-8EE2-73140ED5E2D2}" presName="rootConnector" presStyleLbl="node2" presStyleIdx="0" presStyleCnt="4"/>
      <dgm:spPr/>
    </dgm:pt>
    <dgm:pt modelId="{CF53E73B-D5A0-7A42-BE08-44FC1B598D0A}" type="pres">
      <dgm:prSet presAssocID="{A823E2FE-A7A8-C84B-8EE2-73140ED5E2D2}" presName="hierChild4" presStyleCnt="0"/>
      <dgm:spPr/>
    </dgm:pt>
    <dgm:pt modelId="{27D680F4-7C88-A44A-9BB2-A8E438E6B6A4}" type="pres">
      <dgm:prSet presAssocID="{3B115BD1-3FF7-5046-96C1-D3AB0257E500}" presName="Name37" presStyleLbl="parChTrans1D3" presStyleIdx="0" presStyleCnt="12"/>
      <dgm:spPr/>
    </dgm:pt>
    <dgm:pt modelId="{CFF814DA-A1FE-164F-9FE7-2C05B5CAE934}" type="pres">
      <dgm:prSet presAssocID="{A4D95912-AEEA-864A-9869-DACF0F0FFDDA}" presName="hierRoot2" presStyleCnt="0">
        <dgm:presLayoutVars>
          <dgm:hierBranch val="init"/>
        </dgm:presLayoutVars>
      </dgm:prSet>
      <dgm:spPr/>
    </dgm:pt>
    <dgm:pt modelId="{C11EAB1D-19C5-F64D-93B0-839923B0654A}" type="pres">
      <dgm:prSet presAssocID="{A4D95912-AEEA-864A-9869-DACF0F0FFDDA}" presName="rootComposite" presStyleCnt="0"/>
      <dgm:spPr/>
    </dgm:pt>
    <dgm:pt modelId="{4A9AB7C7-7D91-6B41-80EA-9D53714E47BB}" type="pres">
      <dgm:prSet presAssocID="{A4D95912-AEEA-864A-9869-DACF0F0FFDDA}" presName="rootText" presStyleLbl="node3" presStyleIdx="0" presStyleCnt="12">
        <dgm:presLayoutVars>
          <dgm:chPref val="3"/>
        </dgm:presLayoutVars>
      </dgm:prSet>
      <dgm:spPr/>
    </dgm:pt>
    <dgm:pt modelId="{955E23D1-BCC0-294B-BA19-4DF4E429142A}" type="pres">
      <dgm:prSet presAssocID="{A4D95912-AEEA-864A-9869-DACF0F0FFDDA}" presName="rootConnector" presStyleLbl="node3" presStyleIdx="0" presStyleCnt="12"/>
      <dgm:spPr/>
    </dgm:pt>
    <dgm:pt modelId="{E3332BA1-549A-B044-ACC5-BC7102FEE648}" type="pres">
      <dgm:prSet presAssocID="{A4D95912-AEEA-864A-9869-DACF0F0FFDDA}" presName="hierChild4" presStyleCnt="0"/>
      <dgm:spPr/>
    </dgm:pt>
    <dgm:pt modelId="{C9E74A6F-B508-664B-A182-D78ED5653B35}" type="pres">
      <dgm:prSet presAssocID="{A4D95912-AEEA-864A-9869-DACF0F0FFDDA}" presName="hierChild5" presStyleCnt="0"/>
      <dgm:spPr/>
    </dgm:pt>
    <dgm:pt modelId="{A6166DA2-DE45-E749-B55D-1479A20D11E1}" type="pres">
      <dgm:prSet presAssocID="{2B1AA084-29FB-E941-B0B8-FF98BB71AC27}" presName="Name37" presStyleLbl="parChTrans1D3" presStyleIdx="1" presStyleCnt="12"/>
      <dgm:spPr/>
    </dgm:pt>
    <dgm:pt modelId="{59BB3127-13C2-C940-BE2B-505404872772}" type="pres">
      <dgm:prSet presAssocID="{BCF82DD9-7DF9-5847-8583-3E6BA9B58472}" presName="hierRoot2" presStyleCnt="0">
        <dgm:presLayoutVars>
          <dgm:hierBranch val="init"/>
        </dgm:presLayoutVars>
      </dgm:prSet>
      <dgm:spPr/>
    </dgm:pt>
    <dgm:pt modelId="{23FD35BD-C23C-DE44-BA43-5CE5AF145F81}" type="pres">
      <dgm:prSet presAssocID="{BCF82DD9-7DF9-5847-8583-3E6BA9B58472}" presName="rootComposite" presStyleCnt="0"/>
      <dgm:spPr/>
    </dgm:pt>
    <dgm:pt modelId="{D3586F14-6BBD-CB42-AE24-A1B240E7A8C2}" type="pres">
      <dgm:prSet presAssocID="{BCF82DD9-7DF9-5847-8583-3E6BA9B58472}" presName="rootText" presStyleLbl="node3" presStyleIdx="1" presStyleCnt="12">
        <dgm:presLayoutVars>
          <dgm:chPref val="3"/>
        </dgm:presLayoutVars>
      </dgm:prSet>
      <dgm:spPr/>
    </dgm:pt>
    <dgm:pt modelId="{CB436C7E-AA3F-EF44-BB20-7BFC36DB783A}" type="pres">
      <dgm:prSet presAssocID="{BCF82DD9-7DF9-5847-8583-3E6BA9B58472}" presName="rootConnector" presStyleLbl="node3" presStyleIdx="1" presStyleCnt="12"/>
      <dgm:spPr/>
    </dgm:pt>
    <dgm:pt modelId="{443B6E2D-C698-0740-A666-053074B2AD29}" type="pres">
      <dgm:prSet presAssocID="{BCF82DD9-7DF9-5847-8583-3E6BA9B58472}" presName="hierChild4" presStyleCnt="0"/>
      <dgm:spPr/>
    </dgm:pt>
    <dgm:pt modelId="{C3C4A85D-4120-B547-9D3D-DC91FE3311D4}" type="pres">
      <dgm:prSet presAssocID="{BCF82DD9-7DF9-5847-8583-3E6BA9B58472}" presName="hierChild5" presStyleCnt="0"/>
      <dgm:spPr/>
    </dgm:pt>
    <dgm:pt modelId="{97E87D59-4A43-2E44-91E1-1FB003C97860}" type="pres">
      <dgm:prSet presAssocID="{9752FC99-3337-BB48-A592-E43F34C894EB}" presName="Name37" presStyleLbl="parChTrans1D3" presStyleIdx="2" presStyleCnt="12"/>
      <dgm:spPr/>
    </dgm:pt>
    <dgm:pt modelId="{2226CE3F-ADBE-7147-946A-22738C3963DA}" type="pres">
      <dgm:prSet presAssocID="{CAB8E6C0-7A0A-0A4B-A67A-7051306D106D}" presName="hierRoot2" presStyleCnt="0">
        <dgm:presLayoutVars>
          <dgm:hierBranch val="init"/>
        </dgm:presLayoutVars>
      </dgm:prSet>
      <dgm:spPr/>
    </dgm:pt>
    <dgm:pt modelId="{74BBDF81-AD7C-364F-9DF9-9825461E35DE}" type="pres">
      <dgm:prSet presAssocID="{CAB8E6C0-7A0A-0A4B-A67A-7051306D106D}" presName="rootComposite" presStyleCnt="0"/>
      <dgm:spPr/>
    </dgm:pt>
    <dgm:pt modelId="{8FD48F09-58E3-4A47-B8E4-71DD35B9D83E}" type="pres">
      <dgm:prSet presAssocID="{CAB8E6C0-7A0A-0A4B-A67A-7051306D106D}" presName="rootText" presStyleLbl="node3" presStyleIdx="2" presStyleCnt="12">
        <dgm:presLayoutVars>
          <dgm:chPref val="3"/>
        </dgm:presLayoutVars>
      </dgm:prSet>
      <dgm:spPr/>
    </dgm:pt>
    <dgm:pt modelId="{15C85C70-F904-6744-B26E-D28CD7D5E29E}" type="pres">
      <dgm:prSet presAssocID="{CAB8E6C0-7A0A-0A4B-A67A-7051306D106D}" presName="rootConnector" presStyleLbl="node3" presStyleIdx="2" presStyleCnt="12"/>
      <dgm:spPr/>
    </dgm:pt>
    <dgm:pt modelId="{F6FE4AE4-6839-3644-BE93-E9337A94B33D}" type="pres">
      <dgm:prSet presAssocID="{CAB8E6C0-7A0A-0A4B-A67A-7051306D106D}" presName="hierChild4" presStyleCnt="0"/>
      <dgm:spPr/>
    </dgm:pt>
    <dgm:pt modelId="{3F8E029F-3156-0A49-9B62-C139C4CDACB1}" type="pres">
      <dgm:prSet presAssocID="{CAB8E6C0-7A0A-0A4B-A67A-7051306D106D}" presName="hierChild5" presStyleCnt="0"/>
      <dgm:spPr/>
    </dgm:pt>
    <dgm:pt modelId="{1386A19C-9249-8940-A0EA-10E0375EA3A2}" type="pres">
      <dgm:prSet presAssocID="{A823E2FE-A7A8-C84B-8EE2-73140ED5E2D2}" presName="hierChild5" presStyleCnt="0"/>
      <dgm:spPr/>
    </dgm:pt>
    <dgm:pt modelId="{10C83114-CD4B-4543-B4D5-CE8F99347AC2}" type="pres">
      <dgm:prSet presAssocID="{C7C95A15-08C2-9848-A19B-168613A48997}" presName="Name37" presStyleLbl="parChTrans1D2" presStyleIdx="1" presStyleCnt="4"/>
      <dgm:spPr/>
    </dgm:pt>
    <dgm:pt modelId="{8AE99E7A-EF6B-914F-A2D8-6B969FB7A492}" type="pres">
      <dgm:prSet presAssocID="{C8B59993-4106-6242-B756-4CFA01B8B15C}" presName="hierRoot2" presStyleCnt="0">
        <dgm:presLayoutVars>
          <dgm:hierBranch val="init"/>
        </dgm:presLayoutVars>
      </dgm:prSet>
      <dgm:spPr/>
    </dgm:pt>
    <dgm:pt modelId="{A848C9D6-3C40-4342-9AA6-F20C01DC09FB}" type="pres">
      <dgm:prSet presAssocID="{C8B59993-4106-6242-B756-4CFA01B8B15C}" presName="rootComposite" presStyleCnt="0"/>
      <dgm:spPr/>
    </dgm:pt>
    <dgm:pt modelId="{FCB403E8-7CD0-2F4B-ADF8-2C0A8AA1E754}" type="pres">
      <dgm:prSet presAssocID="{C8B59993-4106-6242-B756-4CFA01B8B15C}" presName="rootText" presStyleLbl="node2" presStyleIdx="1" presStyleCnt="4">
        <dgm:presLayoutVars>
          <dgm:chPref val="3"/>
        </dgm:presLayoutVars>
      </dgm:prSet>
      <dgm:spPr/>
    </dgm:pt>
    <dgm:pt modelId="{BBF89D95-CE4B-4F4E-ADD2-CE9025CEBEA5}" type="pres">
      <dgm:prSet presAssocID="{C8B59993-4106-6242-B756-4CFA01B8B15C}" presName="rootConnector" presStyleLbl="node2" presStyleIdx="1" presStyleCnt="4"/>
      <dgm:spPr/>
    </dgm:pt>
    <dgm:pt modelId="{7324EA8C-6ADC-DE41-BCFD-910290073208}" type="pres">
      <dgm:prSet presAssocID="{C8B59993-4106-6242-B756-4CFA01B8B15C}" presName="hierChild4" presStyleCnt="0"/>
      <dgm:spPr/>
    </dgm:pt>
    <dgm:pt modelId="{9348D0BB-3743-1449-8E67-19A34975A0F8}" type="pres">
      <dgm:prSet presAssocID="{A5D6FF7D-B46D-DC4E-8939-9D1753E16858}" presName="Name37" presStyleLbl="parChTrans1D3" presStyleIdx="3" presStyleCnt="12"/>
      <dgm:spPr/>
    </dgm:pt>
    <dgm:pt modelId="{2D8F9B87-73C1-2045-ADE9-B5793548BCA4}" type="pres">
      <dgm:prSet presAssocID="{CADE2FE1-9EEB-3B42-965D-E2C00BC20A5B}" presName="hierRoot2" presStyleCnt="0">
        <dgm:presLayoutVars>
          <dgm:hierBranch val="init"/>
        </dgm:presLayoutVars>
      </dgm:prSet>
      <dgm:spPr/>
    </dgm:pt>
    <dgm:pt modelId="{625A1705-F2E4-9144-9D47-6867BBD9E668}" type="pres">
      <dgm:prSet presAssocID="{CADE2FE1-9EEB-3B42-965D-E2C00BC20A5B}" presName="rootComposite" presStyleCnt="0"/>
      <dgm:spPr/>
    </dgm:pt>
    <dgm:pt modelId="{26433F28-69B9-4D48-813F-355000119E6E}" type="pres">
      <dgm:prSet presAssocID="{CADE2FE1-9EEB-3B42-965D-E2C00BC20A5B}" presName="rootText" presStyleLbl="node3" presStyleIdx="3" presStyleCnt="12">
        <dgm:presLayoutVars>
          <dgm:chPref val="3"/>
        </dgm:presLayoutVars>
      </dgm:prSet>
      <dgm:spPr/>
    </dgm:pt>
    <dgm:pt modelId="{38B05DD5-B2F5-1440-97F0-73BB671B27A5}" type="pres">
      <dgm:prSet presAssocID="{CADE2FE1-9EEB-3B42-965D-E2C00BC20A5B}" presName="rootConnector" presStyleLbl="node3" presStyleIdx="3" presStyleCnt="12"/>
      <dgm:spPr/>
    </dgm:pt>
    <dgm:pt modelId="{62BACFA9-0AE6-4546-9021-4A6684B869BB}" type="pres">
      <dgm:prSet presAssocID="{CADE2FE1-9EEB-3B42-965D-E2C00BC20A5B}" presName="hierChild4" presStyleCnt="0"/>
      <dgm:spPr/>
    </dgm:pt>
    <dgm:pt modelId="{A308209E-DD55-B44E-BCAB-EDEA598BD21E}" type="pres">
      <dgm:prSet presAssocID="{CADE2FE1-9EEB-3B42-965D-E2C00BC20A5B}" presName="hierChild5" presStyleCnt="0"/>
      <dgm:spPr/>
    </dgm:pt>
    <dgm:pt modelId="{8E149C36-054E-E64F-AC3B-74A2A06B483C}" type="pres">
      <dgm:prSet presAssocID="{6646FE27-BB09-8A47-81AE-D140E2561F65}" presName="Name37" presStyleLbl="parChTrans1D3" presStyleIdx="4" presStyleCnt="12"/>
      <dgm:spPr/>
    </dgm:pt>
    <dgm:pt modelId="{FBBD1010-99A5-974B-8EF0-7873C7E187E0}" type="pres">
      <dgm:prSet presAssocID="{24AC4A1E-2628-3141-BC3E-72A1A93E50D7}" presName="hierRoot2" presStyleCnt="0">
        <dgm:presLayoutVars>
          <dgm:hierBranch val="init"/>
        </dgm:presLayoutVars>
      </dgm:prSet>
      <dgm:spPr/>
    </dgm:pt>
    <dgm:pt modelId="{70EF60C4-A18E-9D4C-B428-3A5EE33131DC}" type="pres">
      <dgm:prSet presAssocID="{24AC4A1E-2628-3141-BC3E-72A1A93E50D7}" presName="rootComposite" presStyleCnt="0"/>
      <dgm:spPr/>
    </dgm:pt>
    <dgm:pt modelId="{3BEB5611-F1FB-FD4F-9135-7ACC3894D3A4}" type="pres">
      <dgm:prSet presAssocID="{24AC4A1E-2628-3141-BC3E-72A1A93E50D7}" presName="rootText" presStyleLbl="node3" presStyleIdx="4" presStyleCnt="12">
        <dgm:presLayoutVars>
          <dgm:chPref val="3"/>
        </dgm:presLayoutVars>
      </dgm:prSet>
      <dgm:spPr/>
    </dgm:pt>
    <dgm:pt modelId="{F13156D7-7702-8543-89F3-C57AED27789A}" type="pres">
      <dgm:prSet presAssocID="{24AC4A1E-2628-3141-BC3E-72A1A93E50D7}" presName="rootConnector" presStyleLbl="node3" presStyleIdx="4" presStyleCnt="12"/>
      <dgm:spPr/>
    </dgm:pt>
    <dgm:pt modelId="{81CF8B26-EE69-F345-89F4-42C1E7F792D0}" type="pres">
      <dgm:prSet presAssocID="{24AC4A1E-2628-3141-BC3E-72A1A93E50D7}" presName="hierChild4" presStyleCnt="0"/>
      <dgm:spPr/>
    </dgm:pt>
    <dgm:pt modelId="{83D3648D-1E98-E04A-BB14-F252D1B4B1D3}" type="pres">
      <dgm:prSet presAssocID="{24AC4A1E-2628-3141-BC3E-72A1A93E50D7}" presName="hierChild5" presStyleCnt="0"/>
      <dgm:spPr/>
    </dgm:pt>
    <dgm:pt modelId="{A39F84AE-CB8E-B84F-8B36-02BC5B63E070}" type="pres">
      <dgm:prSet presAssocID="{9E54E051-9686-0745-9857-2A47FE3A751A}" presName="Name37" presStyleLbl="parChTrans1D3" presStyleIdx="5" presStyleCnt="12"/>
      <dgm:spPr/>
    </dgm:pt>
    <dgm:pt modelId="{BE070C63-10A1-DE44-AAEA-4D57E9228C13}" type="pres">
      <dgm:prSet presAssocID="{2FD47FAD-D9A6-2641-B42B-C7EF9240E94C}" presName="hierRoot2" presStyleCnt="0">
        <dgm:presLayoutVars>
          <dgm:hierBranch val="init"/>
        </dgm:presLayoutVars>
      </dgm:prSet>
      <dgm:spPr/>
    </dgm:pt>
    <dgm:pt modelId="{55700D1A-0D07-2C4A-A5ED-F10B4385DD0C}" type="pres">
      <dgm:prSet presAssocID="{2FD47FAD-D9A6-2641-B42B-C7EF9240E94C}" presName="rootComposite" presStyleCnt="0"/>
      <dgm:spPr/>
    </dgm:pt>
    <dgm:pt modelId="{C920E83D-8B77-524D-B23D-ED4576BBC3AE}" type="pres">
      <dgm:prSet presAssocID="{2FD47FAD-D9A6-2641-B42B-C7EF9240E94C}" presName="rootText" presStyleLbl="node3" presStyleIdx="5" presStyleCnt="12">
        <dgm:presLayoutVars>
          <dgm:chPref val="3"/>
        </dgm:presLayoutVars>
      </dgm:prSet>
      <dgm:spPr/>
    </dgm:pt>
    <dgm:pt modelId="{F0B21BCA-892A-3F49-B241-ACAC02384793}" type="pres">
      <dgm:prSet presAssocID="{2FD47FAD-D9A6-2641-B42B-C7EF9240E94C}" presName="rootConnector" presStyleLbl="node3" presStyleIdx="5" presStyleCnt="12"/>
      <dgm:spPr/>
    </dgm:pt>
    <dgm:pt modelId="{A444C827-08EC-F94F-9B1C-CA2FAA75CD08}" type="pres">
      <dgm:prSet presAssocID="{2FD47FAD-D9A6-2641-B42B-C7EF9240E94C}" presName="hierChild4" presStyleCnt="0"/>
      <dgm:spPr/>
    </dgm:pt>
    <dgm:pt modelId="{8D352827-C6D8-DC4B-BD40-E182C5015E39}" type="pres">
      <dgm:prSet presAssocID="{2FD47FAD-D9A6-2641-B42B-C7EF9240E94C}" presName="hierChild5" presStyleCnt="0"/>
      <dgm:spPr/>
    </dgm:pt>
    <dgm:pt modelId="{EC018A30-067A-A643-AC22-D4A63DD8624D}" type="pres">
      <dgm:prSet presAssocID="{C8B59993-4106-6242-B756-4CFA01B8B15C}" presName="hierChild5" presStyleCnt="0"/>
      <dgm:spPr/>
    </dgm:pt>
    <dgm:pt modelId="{C81CE094-E691-5648-8E6D-E097627A8C36}" type="pres">
      <dgm:prSet presAssocID="{73B1487F-7AE2-F44C-B368-14B7B0E28802}" presName="Name37" presStyleLbl="parChTrans1D2" presStyleIdx="2" presStyleCnt="4"/>
      <dgm:spPr/>
    </dgm:pt>
    <dgm:pt modelId="{65A8E0D3-B7C4-D440-8B77-7C21CDA3B6C1}" type="pres">
      <dgm:prSet presAssocID="{A77EE98D-CB0A-2C4B-94CF-8446E5459A55}" presName="hierRoot2" presStyleCnt="0">
        <dgm:presLayoutVars>
          <dgm:hierBranch val="init"/>
        </dgm:presLayoutVars>
      </dgm:prSet>
      <dgm:spPr/>
    </dgm:pt>
    <dgm:pt modelId="{46C8CF5A-B914-4949-A2FB-F542A361DE45}" type="pres">
      <dgm:prSet presAssocID="{A77EE98D-CB0A-2C4B-94CF-8446E5459A55}" presName="rootComposite" presStyleCnt="0"/>
      <dgm:spPr/>
    </dgm:pt>
    <dgm:pt modelId="{701B193D-17E5-5B4F-93AA-6941E4DD257A}" type="pres">
      <dgm:prSet presAssocID="{A77EE98D-CB0A-2C4B-94CF-8446E5459A55}" presName="rootText" presStyleLbl="node2" presStyleIdx="2" presStyleCnt="4">
        <dgm:presLayoutVars>
          <dgm:chPref val="3"/>
        </dgm:presLayoutVars>
      </dgm:prSet>
      <dgm:spPr/>
    </dgm:pt>
    <dgm:pt modelId="{13FDE00A-DC4F-F44B-B610-36D582A3303F}" type="pres">
      <dgm:prSet presAssocID="{A77EE98D-CB0A-2C4B-94CF-8446E5459A55}" presName="rootConnector" presStyleLbl="node2" presStyleIdx="2" presStyleCnt="4"/>
      <dgm:spPr/>
    </dgm:pt>
    <dgm:pt modelId="{C2BD8944-6E93-CF49-9C69-6AAAF857C9E6}" type="pres">
      <dgm:prSet presAssocID="{A77EE98D-CB0A-2C4B-94CF-8446E5459A55}" presName="hierChild4" presStyleCnt="0"/>
      <dgm:spPr/>
    </dgm:pt>
    <dgm:pt modelId="{617089B0-AFD4-5D42-85FB-D1CED29EB92C}" type="pres">
      <dgm:prSet presAssocID="{828CBDBC-ECD0-E647-9A4A-DDAD063AF71D}" presName="Name37" presStyleLbl="parChTrans1D3" presStyleIdx="6" presStyleCnt="12"/>
      <dgm:spPr/>
    </dgm:pt>
    <dgm:pt modelId="{4671AF82-AA43-994C-996E-FC08CC86CF2C}" type="pres">
      <dgm:prSet presAssocID="{86849877-1478-404C-B59F-CC624495BF8B}" presName="hierRoot2" presStyleCnt="0">
        <dgm:presLayoutVars>
          <dgm:hierBranch val="init"/>
        </dgm:presLayoutVars>
      </dgm:prSet>
      <dgm:spPr/>
    </dgm:pt>
    <dgm:pt modelId="{BF729D70-9721-3F43-8A33-72C72D51C29C}" type="pres">
      <dgm:prSet presAssocID="{86849877-1478-404C-B59F-CC624495BF8B}" presName="rootComposite" presStyleCnt="0"/>
      <dgm:spPr/>
    </dgm:pt>
    <dgm:pt modelId="{FC4A473B-1FD5-3A43-A59A-5239A808BCA6}" type="pres">
      <dgm:prSet presAssocID="{86849877-1478-404C-B59F-CC624495BF8B}" presName="rootText" presStyleLbl="node3" presStyleIdx="6" presStyleCnt="12">
        <dgm:presLayoutVars>
          <dgm:chPref val="3"/>
        </dgm:presLayoutVars>
      </dgm:prSet>
      <dgm:spPr/>
    </dgm:pt>
    <dgm:pt modelId="{A2A93165-E3BB-2147-8A4E-401628C597EB}" type="pres">
      <dgm:prSet presAssocID="{86849877-1478-404C-B59F-CC624495BF8B}" presName="rootConnector" presStyleLbl="node3" presStyleIdx="6" presStyleCnt="12"/>
      <dgm:spPr/>
    </dgm:pt>
    <dgm:pt modelId="{2773F97F-ADE8-E84E-AA7E-C428046184AE}" type="pres">
      <dgm:prSet presAssocID="{86849877-1478-404C-B59F-CC624495BF8B}" presName="hierChild4" presStyleCnt="0"/>
      <dgm:spPr/>
    </dgm:pt>
    <dgm:pt modelId="{9A9F0CC4-EFE7-F54E-902C-0D1E7229ED35}" type="pres">
      <dgm:prSet presAssocID="{86849877-1478-404C-B59F-CC624495BF8B}" presName="hierChild5" presStyleCnt="0"/>
      <dgm:spPr/>
    </dgm:pt>
    <dgm:pt modelId="{FD8493D4-DFDC-AA40-99CC-CE8581EBCC48}" type="pres">
      <dgm:prSet presAssocID="{01F3DAD9-F61F-DB47-9FA8-BC5A2E6FCD9F}" presName="Name37" presStyleLbl="parChTrans1D3" presStyleIdx="7" presStyleCnt="12"/>
      <dgm:spPr/>
    </dgm:pt>
    <dgm:pt modelId="{B711476B-D7D3-7D4D-9165-4F161705FAB0}" type="pres">
      <dgm:prSet presAssocID="{0A30FED4-ACDF-E64A-BC87-63F0BFB2167F}" presName="hierRoot2" presStyleCnt="0">
        <dgm:presLayoutVars>
          <dgm:hierBranch val="init"/>
        </dgm:presLayoutVars>
      </dgm:prSet>
      <dgm:spPr/>
    </dgm:pt>
    <dgm:pt modelId="{C46307BE-1C2F-8846-BF53-B82CDCDE06D2}" type="pres">
      <dgm:prSet presAssocID="{0A30FED4-ACDF-E64A-BC87-63F0BFB2167F}" presName="rootComposite" presStyleCnt="0"/>
      <dgm:spPr/>
    </dgm:pt>
    <dgm:pt modelId="{BAAAC9D1-9CD4-7841-BBAA-408D131693E5}" type="pres">
      <dgm:prSet presAssocID="{0A30FED4-ACDF-E64A-BC87-63F0BFB2167F}" presName="rootText" presStyleLbl="node3" presStyleIdx="7" presStyleCnt="12">
        <dgm:presLayoutVars>
          <dgm:chPref val="3"/>
        </dgm:presLayoutVars>
      </dgm:prSet>
      <dgm:spPr/>
    </dgm:pt>
    <dgm:pt modelId="{42DB8B19-54E7-6A49-9982-2E888FA69F98}" type="pres">
      <dgm:prSet presAssocID="{0A30FED4-ACDF-E64A-BC87-63F0BFB2167F}" presName="rootConnector" presStyleLbl="node3" presStyleIdx="7" presStyleCnt="12"/>
      <dgm:spPr/>
    </dgm:pt>
    <dgm:pt modelId="{4A0692C0-8977-3C41-B856-F8FC46A69DF7}" type="pres">
      <dgm:prSet presAssocID="{0A30FED4-ACDF-E64A-BC87-63F0BFB2167F}" presName="hierChild4" presStyleCnt="0"/>
      <dgm:spPr/>
    </dgm:pt>
    <dgm:pt modelId="{ABBD719D-68B8-9D4F-8CEC-EBB220C89E48}" type="pres">
      <dgm:prSet presAssocID="{0A30FED4-ACDF-E64A-BC87-63F0BFB2167F}" presName="hierChild5" presStyleCnt="0"/>
      <dgm:spPr/>
    </dgm:pt>
    <dgm:pt modelId="{9B6F8AAA-508F-9845-B76D-3F87F2B7DD02}" type="pres">
      <dgm:prSet presAssocID="{9119C3DD-BE71-4F44-AD3F-499BDDAE64A4}" presName="Name37" presStyleLbl="parChTrans1D3" presStyleIdx="8" presStyleCnt="12"/>
      <dgm:spPr/>
    </dgm:pt>
    <dgm:pt modelId="{46B4F5B0-9DC6-3741-BBF9-36E1123B4F16}" type="pres">
      <dgm:prSet presAssocID="{D3FA29ED-FFD4-0146-9B33-D70FA40EBAC5}" presName="hierRoot2" presStyleCnt="0">
        <dgm:presLayoutVars>
          <dgm:hierBranch val="init"/>
        </dgm:presLayoutVars>
      </dgm:prSet>
      <dgm:spPr/>
    </dgm:pt>
    <dgm:pt modelId="{6325F0B4-F0BE-9348-93D9-D8BD8F32F9C2}" type="pres">
      <dgm:prSet presAssocID="{D3FA29ED-FFD4-0146-9B33-D70FA40EBAC5}" presName="rootComposite" presStyleCnt="0"/>
      <dgm:spPr/>
    </dgm:pt>
    <dgm:pt modelId="{6556FEED-BD6A-BC4E-8669-2D312B697D5C}" type="pres">
      <dgm:prSet presAssocID="{D3FA29ED-FFD4-0146-9B33-D70FA40EBAC5}" presName="rootText" presStyleLbl="node3" presStyleIdx="8" presStyleCnt="12">
        <dgm:presLayoutVars>
          <dgm:chPref val="3"/>
        </dgm:presLayoutVars>
      </dgm:prSet>
      <dgm:spPr/>
    </dgm:pt>
    <dgm:pt modelId="{D23E8BF1-0014-D24A-BFE5-55542476B27C}" type="pres">
      <dgm:prSet presAssocID="{D3FA29ED-FFD4-0146-9B33-D70FA40EBAC5}" presName="rootConnector" presStyleLbl="node3" presStyleIdx="8" presStyleCnt="12"/>
      <dgm:spPr/>
    </dgm:pt>
    <dgm:pt modelId="{12B8B2F6-6290-394F-81F3-642FEC9E6B8A}" type="pres">
      <dgm:prSet presAssocID="{D3FA29ED-FFD4-0146-9B33-D70FA40EBAC5}" presName="hierChild4" presStyleCnt="0"/>
      <dgm:spPr/>
    </dgm:pt>
    <dgm:pt modelId="{5FA5C37C-992A-0747-A975-5C5CAC4C8F43}" type="pres">
      <dgm:prSet presAssocID="{D3FA29ED-FFD4-0146-9B33-D70FA40EBAC5}" presName="hierChild5" presStyleCnt="0"/>
      <dgm:spPr/>
    </dgm:pt>
    <dgm:pt modelId="{A407AEA8-C902-A740-B17D-98099A03737C}" type="pres">
      <dgm:prSet presAssocID="{A77EE98D-CB0A-2C4B-94CF-8446E5459A55}" presName="hierChild5" presStyleCnt="0"/>
      <dgm:spPr/>
    </dgm:pt>
    <dgm:pt modelId="{904AB00F-AD33-724E-9E07-9F61E51E40D5}" type="pres">
      <dgm:prSet presAssocID="{CD4421BC-6E95-7E49-BB7D-F24BD071FFE1}" presName="Name37" presStyleLbl="parChTrans1D2" presStyleIdx="3" presStyleCnt="4"/>
      <dgm:spPr/>
    </dgm:pt>
    <dgm:pt modelId="{8D3DA520-83B0-5340-A7E9-C184642FF6F5}" type="pres">
      <dgm:prSet presAssocID="{D616452C-DE83-1047-A3B5-F0B408F7EB44}" presName="hierRoot2" presStyleCnt="0">
        <dgm:presLayoutVars>
          <dgm:hierBranch val="init"/>
        </dgm:presLayoutVars>
      </dgm:prSet>
      <dgm:spPr/>
    </dgm:pt>
    <dgm:pt modelId="{88120285-B4BE-BF48-BF9F-13B52A328713}" type="pres">
      <dgm:prSet presAssocID="{D616452C-DE83-1047-A3B5-F0B408F7EB44}" presName="rootComposite" presStyleCnt="0"/>
      <dgm:spPr/>
    </dgm:pt>
    <dgm:pt modelId="{0DAB1D9E-05CD-8848-BFEE-0FA3AFD7217D}" type="pres">
      <dgm:prSet presAssocID="{D616452C-DE83-1047-A3B5-F0B408F7EB44}" presName="rootText" presStyleLbl="node2" presStyleIdx="3" presStyleCnt="4">
        <dgm:presLayoutVars>
          <dgm:chPref val="3"/>
        </dgm:presLayoutVars>
      </dgm:prSet>
      <dgm:spPr/>
    </dgm:pt>
    <dgm:pt modelId="{ED8EDA4B-D798-4F4D-B5E3-57942137A98C}" type="pres">
      <dgm:prSet presAssocID="{D616452C-DE83-1047-A3B5-F0B408F7EB44}" presName="rootConnector" presStyleLbl="node2" presStyleIdx="3" presStyleCnt="4"/>
      <dgm:spPr/>
    </dgm:pt>
    <dgm:pt modelId="{CCA84547-B53D-E04E-9A96-A0B3400092B8}" type="pres">
      <dgm:prSet presAssocID="{D616452C-DE83-1047-A3B5-F0B408F7EB44}" presName="hierChild4" presStyleCnt="0"/>
      <dgm:spPr/>
    </dgm:pt>
    <dgm:pt modelId="{82039E1D-F222-D840-8679-EDAF196011AE}" type="pres">
      <dgm:prSet presAssocID="{E8D97437-DB8E-9448-9CE3-542CCC6F51C4}" presName="Name37" presStyleLbl="parChTrans1D3" presStyleIdx="9" presStyleCnt="12"/>
      <dgm:spPr/>
    </dgm:pt>
    <dgm:pt modelId="{FDA6DC96-9C60-C347-AB68-E27A43B17ED1}" type="pres">
      <dgm:prSet presAssocID="{400BECDF-BFA8-3B4C-A50F-B2E61748DC68}" presName="hierRoot2" presStyleCnt="0">
        <dgm:presLayoutVars>
          <dgm:hierBranch val="init"/>
        </dgm:presLayoutVars>
      </dgm:prSet>
      <dgm:spPr/>
    </dgm:pt>
    <dgm:pt modelId="{4FC46FE2-25BB-694B-8669-3667B3ACD2F7}" type="pres">
      <dgm:prSet presAssocID="{400BECDF-BFA8-3B4C-A50F-B2E61748DC68}" presName="rootComposite" presStyleCnt="0"/>
      <dgm:spPr/>
    </dgm:pt>
    <dgm:pt modelId="{815F693B-0782-AF40-826F-2E86A78D4088}" type="pres">
      <dgm:prSet presAssocID="{400BECDF-BFA8-3B4C-A50F-B2E61748DC68}" presName="rootText" presStyleLbl="node3" presStyleIdx="9" presStyleCnt="12">
        <dgm:presLayoutVars>
          <dgm:chPref val="3"/>
        </dgm:presLayoutVars>
      </dgm:prSet>
      <dgm:spPr/>
    </dgm:pt>
    <dgm:pt modelId="{35466260-4911-3147-B21B-77E67991CE0B}" type="pres">
      <dgm:prSet presAssocID="{400BECDF-BFA8-3B4C-A50F-B2E61748DC68}" presName="rootConnector" presStyleLbl="node3" presStyleIdx="9" presStyleCnt="12"/>
      <dgm:spPr/>
    </dgm:pt>
    <dgm:pt modelId="{9B7B3F30-34AD-E647-963F-4EA9653CE29F}" type="pres">
      <dgm:prSet presAssocID="{400BECDF-BFA8-3B4C-A50F-B2E61748DC68}" presName="hierChild4" presStyleCnt="0"/>
      <dgm:spPr/>
    </dgm:pt>
    <dgm:pt modelId="{5985D58E-CDD2-9845-B181-3755C67C380D}" type="pres">
      <dgm:prSet presAssocID="{400BECDF-BFA8-3B4C-A50F-B2E61748DC68}" presName="hierChild5" presStyleCnt="0"/>
      <dgm:spPr/>
    </dgm:pt>
    <dgm:pt modelId="{453760F8-EA0D-8341-8FEA-46D443DC57C5}" type="pres">
      <dgm:prSet presAssocID="{E65F9BC0-D34A-AA43-817B-F7636086D356}" presName="Name37" presStyleLbl="parChTrans1D3" presStyleIdx="10" presStyleCnt="12"/>
      <dgm:spPr/>
    </dgm:pt>
    <dgm:pt modelId="{D8C5D195-FDE0-EB4B-B632-12E44C291D68}" type="pres">
      <dgm:prSet presAssocID="{27B2EE16-CEB1-5746-922F-B70B78BC38D9}" presName="hierRoot2" presStyleCnt="0">
        <dgm:presLayoutVars>
          <dgm:hierBranch val="init"/>
        </dgm:presLayoutVars>
      </dgm:prSet>
      <dgm:spPr/>
    </dgm:pt>
    <dgm:pt modelId="{53B439C3-2D98-F340-ACF2-635D4860ADB4}" type="pres">
      <dgm:prSet presAssocID="{27B2EE16-CEB1-5746-922F-B70B78BC38D9}" presName="rootComposite" presStyleCnt="0"/>
      <dgm:spPr/>
    </dgm:pt>
    <dgm:pt modelId="{005083D2-0AD8-344D-B1B3-32776343855E}" type="pres">
      <dgm:prSet presAssocID="{27B2EE16-CEB1-5746-922F-B70B78BC38D9}" presName="rootText" presStyleLbl="node3" presStyleIdx="10" presStyleCnt="12">
        <dgm:presLayoutVars>
          <dgm:chPref val="3"/>
        </dgm:presLayoutVars>
      </dgm:prSet>
      <dgm:spPr/>
    </dgm:pt>
    <dgm:pt modelId="{7BACAC16-7E07-3B4D-A8AA-C9EF394D9835}" type="pres">
      <dgm:prSet presAssocID="{27B2EE16-CEB1-5746-922F-B70B78BC38D9}" presName="rootConnector" presStyleLbl="node3" presStyleIdx="10" presStyleCnt="12"/>
      <dgm:spPr/>
    </dgm:pt>
    <dgm:pt modelId="{E49B4324-55BC-8845-9299-D63575A2B622}" type="pres">
      <dgm:prSet presAssocID="{27B2EE16-CEB1-5746-922F-B70B78BC38D9}" presName="hierChild4" presStyleCnt="0"/>
      <dgm:spPr/>
    </dgm:pt>
    <dgm:pt modelId="{5ECD5F75-5D38-3644-AB8C-47E21A5B6109}" type="pres">
      <dgm:prSet presAssocID="{27B2EE16-CEB1-5746-922F-B70B78BC38D9}" presName="hierChild5" presStyleCnt="0"/>
      <dgm:spPr/>
    </dgm:pt>
    <dgm:pt modelId="{2B3C6845-C751-1E42-BBAD-633E3B976132}" type="pres">
      <dgm:prSet presAssocID="{F41CA354-B906-F544-A5E3-58206EBBD70E}" presName="Name37" presStyleLbl="parChTrans1D3" presStyleIdx="11" presStyleCnt="12"/>
      <dgm:spPr/>
    </dgm:pt>
    <dgm:pt modelId="{E1849F6B-0CA2-8643-8252-DFCFB115B64C}" type="pres">
      <dgm:prSet presAssocID="{A987E472-9607-5149-93FA-66D62272AA18}" presName="hierRoot2" presStyleCnt="0">
        <dgm:presLayoutVars>
          <dgm:hierBranch val="init"/>
        </dgm:presLayoutVars>
      </dgm:prSet>
      <dgm:spPr/>
    </dgm:pt>
    <dgm:pt modelId="{C7EDA50B-7661-0443-8B34-469753159976}" type="pres">
      <dgm:prSet presAssocID="{A987E472-9607-5149-93FA-66D62272AA18}" presName="rootComposite" presStyleCnt="0"/>
      <dgm:spPr/>
    </dgm:pt>
    <dgm:pt modelId="{9256BF15-6A0B-6F42-88BF-CEA5F120C84D}" type="pres">
      <dgm:prSet presAssocID="{A987E472-9607-5149-93FA-66D62272AA18}" presName="rootText" presStyleLbl="node3" presStyleIdx="11" presStyleCnt="12">
        <dgm:presLayoutVars>
          <dgm:chPref val="3"/>
        </dgm:presLayoutVars>
      </dgm:prSet>
      <dgm:spPr/>
    </dgm:pt>
    <dgm:pt modelId="{4E7CE398-AB5C-5F43-8F79-0E4B51AF71AB}" type="pres">
      <dgm:prSet presAssocID="{A987E472-9607-5149-93FA-66D62272AA18}" presName="rootConnector" presStyleLbl="node3" presStyleIdx="11" presStyleCnt="12"/>
      <dgm:spPr/>
    </dgm:pt>
    <dgm:pt modelId="{A79F0AC6-530A-1340-BDB7-9CE637367D6C}" type="pres">
      <dgm:prSet presAssocID="{A987E472-9607-5149-93FA-66D62272AA18}" presName="hierChild4" presStyleCnt="0"/>
      <dgm:spPr/>
    </dgm:pt>
    <dgm:pt modelId="{396BC0F9-66EC-5947-B785-5636A2F355D4}" type="pres">
      <dgm:prSet presAssocID="{A987E472-9607-5149-93FA-66D62272AA18}" presName="hierChild5" presStyleCnt="0"/>
      <dgm:spPr/>
    </dgm:pt>
    <dgm:pt modelId="{0782CD29-FC07-A24A-A812-E12DE481D86C}" type="pres">
      <dgm:prSet presAssocID="{D616452C-DE83-1047-A3B5-F0B408F7EB44}" presName="hierChild5" presStyleCnt="0"/>
      <dgm:spPr/>
    </dgm:pt>
    <dgm:pt modelId="{051FC122-56FE-164C-A941-F67854B59E8F}" type="pres">
      <dgm:prSet presAssocID="{8586DC78-A412-CF4D-98B8-5CE54452C647}" presName="hierChild3" presStyleCnt="0"/>
      <dgm:spPr/>
    </dgm:pt>
  </dgm:ptLst>
  <dgm:cxnLst>
    <dgm:cxn modelId="{B4DAD402-B829-684C-A7D9-F697F5E9131F}" type="presOf" srcId="{9119C3DD-BE71-4F44-AD3F-499BDDAE64A4}" destId="{9B6F8AAA-508F-9845-B76D-3F87F2B7DD02}" srcOrd="0" destOrd="0" presId="urn:microsoft.com/office/officeart/2005/8/layout/orgChart1"/>
    <dgm:cxn modelId="{BB03FD04-9DF9-1A44-AEA6-85C07888F99F}" type="presOf" srcId="{3B115BD1-3FF7-5046-96C1-D3AB0257E500}" destId="{27D680F4-7C88-A44A-9BB2-A8E438E6B6A4}" srcOrd="0" destOrd="0" presId="urn:microsoft.com/office/officeart/2005/8/layout/orgChart1"/>
    <dgm:cxn modelId="{C5E6480C-29C7-F340-8FBF-CA696B8EDCA5}" srcId="{8586DC78-A412-CF4D-98B8-5CE54452C647}" destId="{C8B59993-4106-6242-B756-4CFA01B8B15C}" srcOrd="1" destOrd="0" parTransId="{C7C95A15-08C2-9848-A19B-168613A48997}" sibTransId="{A6ACEB22-5272-9D41-BB2E-CF7B23D0694D}"/>
    <dgm:cxn modelId="{C1818112-E538-4648-882E-D46711A023A2}" type="presOf" srcId="{86849877-1478-404C-B59F-CC624495BF8B}" destId="{FC4A473B-1FD5-3A43-A59A-5239A808BCA6}" srcOrd="0" destOrd="0" presId="urn:microsoft.com/office/officeart/2005/8/layout/orgChart1"/>
    <dgm:cxn modelId="{F9902F1C-0837-8448-A805-04EDE148A6C2}" type="presOf" srcId="{D616452C-DE83-1047-A3B5-F0B408F7EB44}" destId="{ED8EDA4B-D798-4F4D-B5E3-57942137A98C}" srcOrd="1" destOrd="0" presId="urn:microsoft.com/office/officeart/2005/8/layout/orgChart1"/>
    <dgm:cxn modelId="{2093C41F-C49C-4C4D-B2D3-7ECEA99BE35A}" type="presOf" srcId="{0A30FED4-ACDF-E64A-BC87-63F0BFB2167F}" destId="{BAAAC9D1-9CD4-7841-BBAA-408D131693E5}" srcOrd="0" destOrd="0" presId="urn:microsoft.com/office/officeart/2005/8/layout/orgChart1"/>
    <dgm:cxn modelId="{71A62725-4854-4442-95FA-94CA9C4C8DF0}" type="presOf" srcId="{BCF82DD9-7DF9-5847-8583-3E6BA9B58472}" destId="{CB436C7E-AA3F-EF44-BB20-7BFC36DB783A}" srcOrd="1" destOrd="0" presId="urn:microsoft.com/office/officeart/2005/8/layout/orgChart1"/>
    <dgm:cxn modelId="{56329B26-2CF5-FA47-A0DA-EBDB42755421}" type="presOf" srcId="{86849877-1478-404C-B59F-CC624495BF8B}" destId="{A2A93165-E3BB-2147-8A4E-401628C597EB}" srcOrd="1" destOrd="0" presId="urn:microsoft.com/office/officeart/2005/8/layout/orgChart1"/>
    <dgm:cxn modelId="{105A9227-33DA-A64F-BEB1-C3F22A91A73E}" type="presOf" srcId="{CADE2FE1-9EEB-3B42-965D-E2C00BC20A5B}" destId="{38B05DD5-B2F5-1440-97F0-73BB671B27A5}" srcOrd="1" destOrd="0" presId="urn:microsoft.com/office/officeart/2005/8/layout/orgChart1"/>
    <dgm:cxn modelId="{36F5512B-FF93-AF4E-A164-4DC4AAA0005E}" type="presOf" srcId="{828CBDBC-ECD0-E647-9A4A-DDAD063AF71D}" destId="{617089B0-AFD4-5D42-85FB-D1CED29EB92C}" srcOrd="0" destOrd="0" presId="urn:microsoft.com/office/officeart/2005/8/layout/orgChart1"/>
    <dgm:cxn modelId="{CF41CC30-7743-4348-BDB1-31C5ABB610A8}" srcId="{C8B59993-4106-6242-B756-4CFA01B8B15C}" destId="{CADE2FE1-9EEB-3B42-965D-E2C00BC20A5B}" srcOrd="0" destOrd="0" parTransId="{A5D6FF7D-B46D-DC4E-8939-9D1753E16858}" sibTransId="{E50B8F02-4798-1E48-A85F-3B8E7CB49208}"/>
    <dgm:cxn modelId="{571B6533-A180-1449-B2C7-8BA8A20F0ECD}" type="presOf" srcId="{D616452C-DE83-1047-A3B5-F0B408F7EB44}" destId="{0DAB1D9E-05CD-8848-BFEE-0FA3AFD7217D}" srcOrd="0" destOrd="0" presId="urn:microsoft.com/office/officeart/2005/8/layout/orgChart1"/>
    <dgm:cxn modelId="{56F2533C-016C-D64E-A812-830F839E8FCA}" type="presOf" srcId="{A987E472-9607-5149-93FA-66D62272AA18}" destId="{4E7CE398-AB5C-5F43-8F79-0E4B51AF71AB}" srcOrd="1" destOrd="0" presId="urn:microsoft.com/office/officeart/2005/8/layout/orgChart1"/>
    <dgm:cxn modelId="{483C6F3D-ADB8-374B-8649-39C5173C8876}" srcId="{AA5E0B08-ED37-E446-9133-12AADCF2224B}" destId="{8586DC78-A412-CF4D-98B8-5CE54452C647}" srcOrd="0" destOrd="0" parTransId="{0ED2C19C-C760-9847-A637-54C9ED35CD7E}" sibTransId="{3AC0EAC6-03DA-2146-98FE-B47B100EE7BA}"/>
    <dgm:cxn modelId="{33E7045C-1A60-D049-9F48-60D3F147D1DA}" type="presOf" srcId="{0A30FED4-ACDF-E64A-BC87-63F0BFB2167F}" destId="{42DB8B19-54E7-6A49-9982-2E888FA69F98}" srcOrd="1" destOrd="0" presId="urn:microsoft.com/office/officeart/2005/8/layout/orgChart1"/>
    <dgm:cxn modelId="{37741C5D-0CB9-D845-94C4-3E5967AFCC72}" type="presOf" srcId="{A77EE98D-CB0A-2C4B-94CF-8446E5459A55}" destId="{701B193D-17E5-5B4F-93AA-6941E4DD257A}" srcOrd="0" destOrd="0" presId="urn:microsoft.com/office/officeart/2005/8/layout/orgChart1"/>
    <dgm:cxn modelId="{BA10B961-7088-0C48-A750-B671909C9EFB}" srcId="{8586DC78-A412-CF4D-98B8-5CE54452C647}" destId="{A77EE98D-CB0A-2C4B-94CF-8446E5459A55}" srcOrd="2" destOrd="0" parTransId="{73B1487F-7AE2-F44C-B368-14B7B0E28802}" sibTransId="{71B7E3D6-D462-0344-B092-E0B9A81D134E}"/>
    <dgm:cxn modelId="{4EBDDB62-981D-BB43-8B6C-8EDC494CBE79}" type="presOf" srcId="{CAB8E6C0-7A0A-0A4B-A67A-7051306D106D}" destId="{8FD48F09-58E3-4A47-B8E4-71DD35B9D83E}" srcOrd="0" destOrd="0" presId="urn:microsoft.com/office/officeart/2005/8/layout/orgChart1"/>
    <dgm:cxn modelId="{BB260F65-C730-A248-AAA6-A182A3A6C929}" srcId="{D616452C-DE83-1047-A3B5-F0B408F7EB44}" destId="{A987E472-9607-5149-93FA-66D62272AA18}" srcOrd="2" destOrd="0" parTransId="{F41CA354-B906-F544-A5E3-58206EBBD70E}" sibTransId="{E6DAB46F-085C-DB45-9666-DE44C1BE29D3}"/>
    <dgm:cxn modelId="{E6524D46-4387-1148-93E2-2A826AC7E599}" type="presOf" srcId="{A77EE98D-CB0A-2C4B-94CF-8446E5459A55}" destId="{13FDE00A-DC4F-F44B-B610-36D582A3303F}" srcOrd="1" destOrd="0" presId="urn:microsoft.com/office/officeart/2005/8/layout/orgChart1"/>
    <dgm:cxn modelId="{D1F68848-368E-0C41-AA39-7912BDB6C679}" type="presOf" srcId="{9752FC99-3337-BB48-A592-E43F34C894EB}" destId="{97E87D59-4A43-2E44-91E1-1FB003C97860}" srcOrd="0" destOrd="0" presId="urn:microsoft.com/office/officeart/2005/8/layout/orgChart1"/>
    <dgm:cxn modelId="{F89A7452-EB34-A847-9C6F-530C2D3712C5}" type="presOf" srcId="{A823E2FE-A7A8-C84B-8EE2-73140ED5E2D2}" destId="{DA8F2CB1-D158-3948-9C2D-9C4D9E31CD5D}" srcOrd="1" destOrd="0" presId="urn:microsoft.com/office/officeart/2005/8/layout/orgChart1"/>
    <dgm:cxn modelId="{0C64A755-2A89-9A4E-AE1C-025BAAB09AC9}" srcId="{A77EE98D-CB0A-2C4B-94CF-8446E5459A55}" destId="{D3FA29ED-FFD4-0146-9B33-D70FA40EBAC5}" srcOrd="2" destOrd="0" parTransId="{9119C3DD-BE71-4F44-AD3F-499BDDAE64A4}" sibTransId="{A0EB15AC-3F50-DF45-A447-C7FC466BDCEA}"/>
    <dgm:cxn modelId="{35DFDD56-9787-844E-A8AA-9AC0CB3D7F7F}" type="presOf" srcId="{AA5E0B08-ED37-E446-9133-12AADCF2224B}" destId="{44C3F61F-7ADB-C544-BD71-DCC7891C42E1}" srcOrd="0" destOrd="0" presId="urn:microsoft.com/office/officeart/2005/8/layout/orgChart1"/>
    <dgm:cxn modelId="{D5821E57-7D48-7D44-9921-A1F68C1C3A17}" srcId="{D616452C-DE83-1047-A3B5-F0B408F7EB44}" destId="{27B2EE16-CEB1-5746-922F-B70B78BC38D9}" srcOrd="1" destOrd="0" parTransId="{E65F9BC0-D34A-AA43-817B-F7636086D356}" sibTransId="{7EF2232B-3508-4043-9F41-A5E5C704D8E8}"/>
    <dgm:cxn modelId="{68265177-07B6-154B-819F-BC5BB75BBA3B}" type="presOf" srcId="{A823E2FE-A7A8-C84B-8EE2-73140ED5E2D2}" destId="{F1E444B3-2622-5F4C-8AD5-41067DB42589}" srcOrd="0" destOrd="0" presId="urn:microsoft.com/office/officeart/2005/8/layout/orgChart1"/>
    <dgm:cxn modelId="{2596E65A-31E0-2848-8BCC-DF0A7D11EED6}" type="presOf" srcId="{400BECDF-BFA8-3B4C-A50F-B2E61748DC68}" destId="{35466260-4911-3147-B21B-77E67991CE0B}" srcOrd="1" destOrd="0" presId="urn:microsoft.com/office/officeart/2005/8/layout/orgChart1"/>
    <dgm:cxn modelId="{8543857C-29E4-4944-A939-6AF2E950B16B}" type="presOf" srcId="{6646FE27-BB09-8A47-81AE-D140E2561F65}" destId="{8E149C36-054E-E64F-AC3B-74A2A06B483C}" srcOrd="0" destOrd="0" presId="urn:microsoft.com/office/officeart/2005/8/layout/orgChart1"/>
    <dgm:cxn modelId="{DB17B77D-03B4-8A46-9307-0B263DF074CB}" type="presOf" srcId="{400BECDF-BFA8-3B4C-A50F-B2E61748DC68}" destId="{815F693B-0782-AF40-826F-2E86A78D4088}" srcOrd="0" destOrd="0" presId="urn:microsoft.com/office/officeart/2005/8/layout/orgChart1"/>
    <dgm:cxn modelId="{6A1B5F82-A7B0-A04B-B8E9-8845D7B458AA}" type="presOf" srcId="{A4D95912-AEEA-864A-9869-DACF0F0FFDDA}" destId="{955E23D1-BCC0-294B-BA19-4DF4E429142A}" srcOrd="1" destOrd="0" presId="urn:microsoft.com/office/officeart/2005/8/layout/orgChart1"/>
    <dgm:cxn modelId="{5DEB8285-0F72-954E-A6BD-CB03B45307F8}" type="presOf" srcId="{C7C95A15-08C2-9848-A19B-168613A48997}" destId="{10C83114-CD4B-4543-B4D5-CE8F99347AC2}" srcOrd="0" destOrd="0" presId="urn:microsoft.com/office/officeart/2005/8/layout/orgChart1"/>
    <dgm:cxn modelId="{9C06F589-246C-E74A-9757-0DCACDAB2979}" type="presOf" srcId="{2FD47FAD-D9A6-2641-B42B-C7EF9240E94C}" destId="{C920E83D-8B77-524D-B23D-ED4576BBC3AE}" srcOrd="0" destOrd="0" presId="urn:microsoft.com/office/officeart/2005/8/layout/orgChart1"/>
    <dgm:cxn modelId="{8238498A-FFB7-2040-84F6-0348912946FF}" type="presOf" srcId="{CADE2FE1-9EEB-3B42-965D-E2C00BC20A5B}" destId="{26433F28-69B9-4D48-813F-355000119E6E}" srcOrd="0" destOrd="0" presId="urn:microsoft.com/office/officeart/2005/8/layout/orgChart1"/>
    <dgm:cxn modelId="{50F1BC8B-95FB-714C-9E3D-5E9B244AF34C}" type="presOf" srcId="{D3FA29ED-FFD4-0146-9B33-D70FA40EBAC5}" destId="{D23E8BF1-0014-D24A-BFE5-55542476B27C}" srcOrd="1" destOrd="0" presId="urn:microsoft.com/office/officeart/2005/8/layout/orgChart1"/>
    <dgm:cxn modelId="{1B876C8E-8259-5F44-A652-DA0A8623D4D8}" type="presOf" srcId="{24AC4A1E-2628-3141-BC3E-72A1A93E50D7}" destId="{3BEB5611-F1FB-FD4F-9135-7ACC3894D3A4}" srcOrd="0" destOrd="0" presId="urn:microsoft.com/office/officeart/2005/8/layout/orgChart1"/>
    <dgm:cxn modelId="{EFE0BC8F-D8EE-5844-8E8E-0FB1940CC666}" type="presOf" srcId="{27B2EE16-CEB1-5746-922F-B70B78BC38D9}" destId="{7BACAC16-7E07-3B4D-A8AA-C9EF394D9835}" srcOrd="1" destOrd="0" presId="urn:microsoft.com/office/officeart/2005/8/layout/orgChart1"/>
    <dgm:cxn modelId="{AB643393-911A-1644-8FB6-0A9F4DD01B7D}" type="presOf" srcId="{A987E472-9607-5149-93FA-66D62272AA18}" destId="{9256BF15-6A0B-6F42-88BF-CEA5F120C84D}" srcOrd="0" destOrd="0" presId="urn:microsoft.com/office/officeart/2005/8/layout/orgChart1"/>
    <dgm:cxn modelId="{9F994E95-D211-0E45-99EF-19030B696AE7}" srcId="{8586DC78-A412-CF4D-98B8-5CE54452C647}" destId="{D616452C-DE83-1047-A3B5-F0B408F7EB44}" srcOrd="3" destOrd="0" parTransId="{CD4421BC-6E95-7E49-BB7D-F24BD071FFE1}" sibTransId="{DCF52948-16B8-1F43-A14B-AC92E0ED3C1E}"/>
    <dgm:cxn modelId="{7B8C5A95-9765-5C4B-8843-AB6F9B31B69F}" type="presOf" srcId="{BCF82DD9-7DF9-5847-8583-3E6BA9B58472}" destId="{D3586F14-6BBD-CB42-AE24-A1B240E7A8C2}" srcOrd="0" destOrd="0" presId="urn:microsoft.com/office/officeart/2005/8/layout/orgChart1"/>
    <dgm:cxn modelId="{15F4C99D-E0E2-1F42-B34B-EB3D0FBFDD0C}" srcId="{A823E2FE-A7A8-C84B-8EE2-73140ED5E2D2}" destId="{A4D95912-AEEA-864A-9869-DACF0F0FFDDA}" srcOrd="0" destOrd="0" parTransId="{3B115BD1-3FF7-5046-96C1-D3AB0257E500}" sibTransId="{E40B910E-99D1-6E43-B60C-D4CEAE033CC3}"/>
    <dgm:cxn modelId="{F0D3EDA0-5639-3E4C-B167-892956EB0D13}" type="presOf" srcId="{73B1487F-7AE2-F44C-B368-14B7B0E28802}" destId="{C81CE094-E691-5648-8E6D-E097627A8C36}" srcOrd="0" destOrd="0" presId="urn:microsoft.com/office/officeart/2005/8/layout/orgChart1"/>
    <dgm:cxn modelId="{1FE429A7-F5F3-7844-9631-A3337A243615}" srcId="{A77EE98D-CB0A-2C4B-94CF-8446E5459A55}" destId="{0A30FED4-ACDF-E64A-BC87-63F0BFB2167F}" srcOrd="1" destOrd="0" parTransId="{01F3DAD9-F61F-DB47-9FA8-BC5A2E6FCD9F}" sibTransId="{4B0980C9-1B3B-3A46-8C60-E6C2F9824E23}"/>
    <dgm:cxn modelId="{9864E7A8-CEEB-534B-A001-723F79EEE17D}" type="presOf" srcId="{9E54E051-9686-0745-9857-2A47FE3A751A}" destId="{A39F84AE-CB8E-B84F-8B36-02BC5B63E070}" srcOrd="0" destOrd="0" presId="urn:microsoft.com/office/officeart/2005/8/layout/orgChart1"/>
    <dgm:cxn modelId="{4B2C6BA9-91F6-E44D-A14D-3D840B6ECF10}" type="presOf" srcId="{2B1AA084-29FB-E941-B0B8-FF98BB71AC27}" destId="{A6166DA2-DE45-E749-B55D-1479A20D11E1}" srcOrd="0" destOrd="0" presId="urn:microsoft.com/office/officeart/2005/8/layout/orgChart1"/>
    <dgm:cxn modelId="{6AB404AC-0110-C042-A792-7DB7DB164EA5}" srcId="{8586DC78-A412-CF4D-98B8-5CE54452C647}" destId="{A823E2FE-A7A8-C84B-8EE2-73140ED5E2D2}" srcOrd="0" destOrd="0" parTransId="{8B9D55D8-CAAC-6D48-85AA-22FD2A042D1C}" sibTransId="{E1D89B5E-AC7B-754D-BFE4-D0EFA345667E}"/>
    <dgm:cxn modelId="{26A913AD-40E3-F94D-AB14-696656923110}" type="presOf" srcId="{CD4421BC-6E95-7E49-BB7D-F24BD071FFE1}" destId="{904AB00F-AD33-724E-9E07-9F61E51E40D5}" srcOrd="0" destOrd="0" presId="urn:microsoft.com/office/officeart/2005/8/layout/orgChart1"/>
    <dgm:cxn modelId="{7AF64DAF-706D-D14D-8A1C-E0D189BF3E9A}" type="presOf" srcId="{2FD47FAD-D9A6-2641-B42B-C7EF9240E94C}" destId="{F0B21BCA-892A-3F49-B241-ACAC02384793}" srcOrd="1" destOrd="0" presId="urn:microsoft.com/office/officeart/2005/8/layout/orgChart1"/>
    <dgm:cxn modelId="{D424CFAF-6B6E-4F47-B723-B1C545F7AD1C}" type="presOf" srcId="{A5D6FF7D-B46D-DC4E-8939-9D1753E16858}" destId="{9348D0BB-3743-1449-8E67-19A34975A0F8}" srcOrd="0" destOrd="0" presId="urn:microsoft.com/office/officeart/2005/8/layout/orgChart1"/>
    <dgm:cxn modelId="{16C578B4-A830-1D4A-919E-93E481BCFFCF}" srcId="{C8B59993-4106-6242-B756-4CFA01B8B15C}" destId="{24AC4A1E-2628-3141-BC3E-72A1A93E50D7}" srcOrd="1" destOrd="0" parTransId="{6646FE27-BB09-8A47-81AE-D140E2561F65}" sibTransId="{195DBB54-1CA7-9A43-826D-E4F7F3E0F1D0}"/>
    <dgm:cxn modelId="{8C40B6B5-38F3-B448-9F3E-B9A204513BA0}" type="presOf" srcId="{8586DC78-A412-CF4D-98B8-5CE54452C647}" destId="{AA475619-E8D2-FB45-92F2-F57D2DFBD771}" srcOrd="0" destOrd="0" presId="urn:microsoft.com/office/officeart/2005/8/layout/orgChart1"/>
    <dgm:cxn modelId="{67F305B6-F481-D549-983B-E1BF3D2C2742}" type="presOf" srcId="{24AC4A1E-2628-3141-BC3E-72A1A93E50D7}" destId="{F13156D7-7702-8543-89F3-C57AED27789A}" srcOrd="1" destOrd="0" presId="urn:microsoft.com/office/officeart/2005/8/layout/orgChart1"/>
    <dgm:cxn modelId="{B3E87CB6-E20C-F145-B0CE-5CC2A6BCCCC2}" type="presOf" srcId="{E8D97437-DB8E-9448-9CE3-542CCC6F51C4}" destId="{82039E1D-F222-D840-8679-EDAF196011AE}" srcOrd="0" destOrd="0" presId="urn:microsoft.com/office/officeart/2005/8/layout/orgChart1"/>
    <dgm:cxn modelId="{71B4C9B6-5EB4-8B46-A509-ECE816CF3C74}" srcId="{A77EE98D-CB0A-2C4B-94CF-8446E5459A55}" destId="{86849877-1478-404C-B59F-CC624495BF8B}" srcOrd="0" destOrd="0" parTransId="{828CBDBC-ECD0-E647-9A4A-DDAD063AF71D}" sibTransId="{136A083B-0DD7-074D-92ED-DC22C37F5EBE}"/>
    <dgm:cxn modelId="{AD8D2CBC-8486-264E-AC5E-0DDD760F4198}" type="presOf" srcId="{C8B59993-4106-6242-B756-4CFA01B8B15C}" destId="{BBF89D95-CE4B-4F4E-ADD2-CE9025CEBEA5}" srcOrd="1" destOrd="0" presId="urn:microsoft.com/office/officeart/2005/8/layout/orgChart1"/>
    <dgm:cxn modelId="{9A9963BE-025F-854D-90A0-5813E27137BE}" type="presOf" srcId="{D3FA29ED-FFD4-0146-9B33-D70FA40EBAC5}" destId="{6556FEED-BD6A-BC4E-8669-2D312B697D5C}" srcOrd="0" destOrd="0" presId="urn:microsoft.com/office/officeart/2005/8/layout/orgChart1"/>
    <dgm:cxn modelId="{B14F9BC4-E1BD-2D41-A667-8C06AF25A339}" srcId="{D616452C-DE83-1047-A3B5-F0B408F7EB44}" destId="{400BECDF-BFA8-3B4C-A50F-B2E61748DC68}" srcOrd="0" destOrd="0" parTransId="{E8D97437-DB8E-9448-9CE3-542CCC6F51C4}" sibTransId="{BC459A87-1FD0-F842-B59E-E9A5CB33DBB8}"/>
    <dgm:cxn modelId="{260857C6-8010-5C48-A8C5-2E30F6C285C6}" type="presOf" srcId="{C8B59993-4106-6242-B756-4CFA01B8B15C}" destId="{FCB403E8-7CD0-2F4B-ADF8-2C0A8AA1E754}" srcOrd="0" destOrd="0" presId="urn:microsoft.com/office/officeart/2005/8/layout/orgChart1"/>
    <dgm:cxn modelId="{D415A5C9-2E7B-B04D-9677-55B41ECF08B5}" srcId="{A823E2FE-A7A8-C84B-8EE2-73140ED5E2D2}" destId="{BCF82DD9-7DF9-5847-8583-3E6BA9B58472}" srcOrd="1" destOrd="0" parTransId="{2B1AA084-29FB-E941-B0B8-FF98BB71AC27}" sibTransId="{6068D9A3-CBAE-9E49-8B44-4C31616773A3}"/>
    <dgm:cxn modelId="{538028D1-C7A4-9049-864A-844B317B4585}" type="presOf" srcId="{CAB8E6C0-7A0A-0A4B-A67A-7051306D106D}" destId="{15C85C70-F904-6744-B26E-D28CD7D5E29E}" srcOrd="1" destOrd="0" presId="urn:microsoft.com/office/officeart/2005/8/layout/orgChart1"/>
    <dgm:cxn modelId="{B40116D3-C75C-7440-8D69-A3F6D8CADF62}" type="presOf" srcId="{F41CA354-B906-F544-A5E3-58206EBBD70E}" destId="{2B3C6845-C751-1E42-BBAD-633E3B976132}" srcOrd="0" destOrd="0" presId="urn:microsoft.com/office/officeart/2005/8/layout/orgChart1"/>
    <dgm:cxn modelId="{923D19D8-9D0E-404B-984A-0D1CCBFA3733}" type="presOf" srcId="{E65F9BC0-D34A-AA43-817B-F7636086D356}" destId="{453760F8-EA0D-8341-8FEA-46D443DC57C5}" srcOrd="0" destOrd="0" presId="urn:microsoft.com/office/officeart/2005/8/layout/orgChart1"/>
    <dgm:cxn modelId="{56B1BFDE-5FEA-CC41-B5F8-3A7909717000}" type="presOf" srcId="{27B2EE16-CEB1-5746-922F-B70B78BC38D9}" destId="{005083D2-0AD8-344D-B1B3-32776343855E}" srcOrd="0" destOrd="0" presId="urn:microsoft.com/office/officeart/2005/8/layout/orgChart1"/>
    <dgm:cxn modelId="{8D758AEB-CE00-A246-A74B-0353B5F19ECF}" srcId="{C8B59993-4106-6242-B756-4CFA01B8B15C}" destId="{2FD47FAD-D9A6-2641-B42B-C7EF9240E94C}" srcOrd="2" destOrd="0" parTransId="{9E54E051-9686-0745-9857-2A47FE3A751A}" sibTransId="{2B452E81-6E2B-0F4E-BEFE-6914D77D1A76}"/>
    <dgm:cxn modelId="{571F50F1-82A2-7544-8058-2EB5D949DD56}" type="presOf" srcId="{8586DC78-A412-CF4D-98B8-5CE54452C647}" destId="{F9A589C5-9698-A140-8DB0-18F4DA12743B}" srcOrd="1" destOrd="0" presId="urn:microsoft.com/office/officeart/2005/8/layout/orgChart1"/>
    <dgm:cxn modelId="{E8D544F2-72D7-4D4F-8B75-6C602120FFA8}" type="presOf" srcId="{01F3DAD9-F61F-DB47-9FA8-BC5A2E6FCD9F}" destId="{FD8493D4-DFDC-AA40-99CC-CE8581EBCC48}" srcOrd="0" destOrd="0" presId="urn:microsoft.com/office/officeart/2005/8/layout/orgChart1"/>
    <dgm:cxn modelId="{82F91FF9-B6D5-D240-A6E2-5948426B2218}" type="presOf" srcId="{A4D95912-AEEA-864A-9869-DACF0F0FFDDA}" destId="{4A9AB7C7-7D91-6B41-80EA-9D53714E47BB}" srcOrd="0" destOrd="0" presId="urn:microsoft.com/office/officeart/2005/8/layout/orgChart1"/>
    <dgm:cxn modelId="{666FD0FB-2D98-F643-B5BB-371ADB7D7500}" type="presOf" srcId="{8B9D55D8-CAAC-6D48-85AA-22FD2A042D1C}" destId="{1EE56942-8CC2-2C4F-A5D6-3BFCE42A5A12}" srcOrd="0" destOrd="0" presId="urn:microsoft.com/office/officeart/2005/8/layout/orgChart1"/>
    <dgm:cxn modelId="{DC3E49FD-9B73-3448-9876-D19B61022DB1}" srcId="{A823E2FE-A7A8-C84B-8EE2-73140ED5E2D2}" destId="{CAB8E6C0-7A0A-0A4B-A67A-7051306D106D}" srcOrd="2" destOrd="0" parTransId="{9752FC99-3337-BB48-A592-E43F34C894EB}" sibTransId="{BC14E1EF-0144-CE44-BD26-77F20F2AA915}"/>
    <dgm:cxn modelId="{904AB4F1-3603-F242-89BE-3E39D144F7F8}" type="presParOf" srcId="{44C3F61F-7ADB-C544-BD71-DCC7891C42E1}" destId="{1E25BB10-0D00-5A42-8C90-B5D3CBAF1906}" srcOrd="0" destOrd="0" presId="urn:microsoft.com/office/officeart/2005/8/layout/orgChart1"/>
    <dgm:cxn modelId="{E31484A3-1717-0D4D-869D-F094CBFC5AE7}" type="presParOf" srcId="{1E25BB10-0D00-5A42-8C90-B5D3CBAF1906}" destId="{D153FEBB-BCBD-D844-A0D5-C1FD2ECCCB3B}" srcOrd="0" destOrd="0" presId="urn:microsoft.com/office/officeart/2005/8/layout/orgChart1"/>
    <dgm:cxn modelId="{957BE0F4-FE74-804D-9737-E77BC3C77FF8}" type="presParOf" srcId="{D153FEBB-BCBD-D844-A0D5-C1FD2ECCCB3B}" destId="{AA475619-E8D2-FB45-92F2-F57D2DFBD771}" srcOrd="0" destOrd="0" presId="urn:microsoft.com/office/officeart/2005/8/layout/orgChart1"/>
    <dgm:cxn modelId="{B4E2A020-96F7-5440-9BEC-6C8224734D05}" type="presParOf" srcId="{D153FEBB-BCBD-D844-A0D5-C1FD2ECCCB3B}" destId="{F9A589C5-9698-A140-8DB0-18F4DA12743B}" srcOrd="1" destOrd="0" presId="urn:microsoft.com/office/officeart/2005/8/layout/orgChart1"/>
    <dgm:cxn modelId="{948CDD41-7890-F04A-9BCA-81DCE755454C}" type="presParOf" srcId="{1E25BB10-0D00-5A42-8C90-B5D3CBAF1906}" destId="{8840AE1E-DE79-0645-B628-CCFCC5322F84}" srcOrd="1" destOrd="0" presId="urn:microsoft.com/office/officeart/2005/8/layout/orgChart1"/>
    <dgm:cxn modelId="{6057D193-DAFB-9741-8106-FDD31AF8C120}" type="presParOf" srcId="{8840AE1E-DE79-0645-B628-CCFCC5322F84}" destId="{1EE56942-8CC2-2C4F-A5D6-3BFCE42A5A12}" srcOrd="0" destOrd="0" presId="urn:microsoft.com/office/officeart/2005/8/layout/orgChart1"/>
    <dgm:cxn modelId="{57710C90-3A9D-8F4B-8695-1C1ECA9082D6}" type="presParOf" srcId="{8840AE1E-DE79-0645-B628-CCFCC5322F84}" destId="{99FC2BB1-0FFA-684E-99B4-2715FB00EFA3}" srcOrd="1" destOrd="0" presId="urn:microsoft.com/office/officeart/2005/8/layout/orgChart1"/>
    <dgm:cxn modelId="{3DC2BA4F-8110-FE4A-AB9D-BEF5AE270EDB}" type="presParOf" srcId="{99FC2BB1-0FFA-684E-99B4-2715FB00EFA3}" destId="{800B9ED3-0237-0D42-B612-D041315E5A46}" srcOrd="0" destOrd="0" presId="urn:microsoft.com/office/officeart/2005/8/layout/orgChart1"/>
    <dgm:cxn modelId="{4F82F50E-0245-3C43-AF8A-A054BA87BDF2}" type="presParOf" srcId="{800B9ED3-0237-0D42-B612-D041315E5A46}" destId="{F1E444B3-2622-5F4C-8AD5-41067DB42589}" srcOrd="0" destOrd="0" presId="urn:microsoft.com/office/officeart/2005/8/layout/orgChart1"/>
    <dgm:cxn modelId="{784D2BAC-2FAE-C74C-A5BC-F9819E41DD9E}" type="presParOf" srcId="{800B9ED3-0237-0D42-B612-D041315E5A46}" destId="{DA8F2CB1-D158-3948-9C2D-9C4D9E31CD5D}" srcOrd="1" destOrd="0" presId="urn:microsoft.com/office/officeart/2005/8/layout/orgChart1"/>
    <dgm:cxn modelId="{73E3CCE8-4D6D-3648-A90F-02B422266A55}" type="presParOf" srcId="{99FC2BB1-0FFA-684E-99B4-2715FB00EFA3}" destId="{CF53E73B-D5A0-7A42-BE08-44FC1B598D0A}" srcOrd="1" destOrd="0" presId="urn:microsoft.com/office/officeart/2005/8/layout/orgChart1"/>
    <dgm:cxn modelId="{33715972-59A0-8E41-A078-7FA221742A43}" type="presParOf" srcId="{CF53E73B-D5A0-7A42-BE08-44FC1B598D0A}" destId="{27D680F4-7C88-A44A-9BB2-A8E438E6B6A4}" srcOrd="0" destOrd="0" presId="urn:microsoft.com/office/officeart/2005/8/layout/orgChart1"/>
    <dgm:cxn modelId="{7239C847-24F1-AE4F-B5A7-69CA05B4AD75}" type="presParOf" srcId="{CF53E73B-D5A0-7A42-BE08-44FC1B598D0A}" destId="{CFF814DA-A1FE-164F-9FE7-2C05B5CAE934}" srcOrd="1" destOrd="0" presId="urn:microsoft.com/office/officeart/2005/8/layout/orgChart1"/>
    <dgm:cxn modelId="{C8C44087-284E-3146-8D0B-0A8357A6EDAD}" type="presParOf" srcId="{CFF814DA-A1FE-164F-9FE7-2C05B5CAE934}" destId="{C11EAB1D-19C5-F64D-93B0-839923B0654A}" srcOrd="0" destOrd="0" presId="urn:microsoft.com/office/officeart/2005/8/layout/orgChart1"/>
    <dgm:cxn modelId="{1FECA489-9E18-BC4C-B969-B56B3F9E6C30}" type="presParOf" srcId="{C11EAB1D-19C5-F64D-93B0-839923B0654A}" destId="{4A9AB7C7-7D91-6B41-80EA-9D53714E47BB}" srcOrd="0" destOrd="0" presId="urn:microsoft.com/office/officeart/2005/8/layout/orgChart1"/>
    <dgm:cxn modelId="{AF195181-0923-DB4A-8E19-48A1BFBDF2C8}" type="presParOf" srcId="{C11EAB1D-19C5-F64D-93B0-839923B0654A}" destId="{955E23D1-BCC0-294B-BA19-4DF4E429142A}" srcOrd="1" destOrd="0" presId="urn:microsoft.com/office/officeart/2005/8/layout/orgChart1"/>
    <dgm:cxn modelId="{3528943D-2ECE-2B42-B343-60A507AF7E4F}" type="presParOf" srcId="{CFF814DA-A1FE-164F-9FE7-2C05B5CAE934}" destId="{E3332BA1-549A-B044-ACC5-BC7102FEE648}" srcOrd="1" destOrd="0" presId="urn:microsoft.com/office/officeart/2005/8/layout/orgChart1"/>
    <dgm:cxn modelId="{5052F03E-0887-414F-AC61-C23D142EAFE0}" type="presParOf" srcId="{CFF814DA-A1FE-164F-9FE7-2C05B5CAE934}" destId="{C9E74A6F-B508-664B-A182-D78ED5653B35}" srcOrd="2" destOrd="0" presId="urn:microsoft.com/office/officeart/2005/8/layout/orgChart1"/>
    <dgm:cxn modelId="{9600285F-3B25-4A49-ABFE-F327FA618017}" type="presParOf" srcId="{CF53E73B-D5A0-7A42-BE08-44FC1B598D0A}" destId="{A6166DA2-DE45-E749-B55D-1479A20D11E1}" srcOrd="2" destOrd="0" presId="urn:microsoft.com/office/officeart/2005/8/layout/orgChart1"/>
    <dgm:cxn modelId="{FD51CB17-BAB6-3D42-8C49-345362332742}" type="presParOf" srcId="{CF53E73B-D5A0-7A42-BE08-44FC1B598D0A}" destId="{59BB3127-13C2-C940-BE2B-505404872772}" srcOrd="3" destOrd="0" presId="urn:microsoft.com/office/officeart/2005/8/layout/orgChart1"/>
    <dgm:cxn modelId="{8679C244-B45E-F340-8191-EEBA771FEB83}" type="presParOf" srcId="{59BB3127-13C2-C940-BE2B-505404872772}" destId="{23FD35BD-C23C-DE44-BA43-5CE5AF145F81}" srcOrd="0" destOrd="0" presId="urn:microsoft.com/office/officeart/2005/8/layout/orgChart1"/>
    <dgm:cxn modelId="{3D12DF54-1A5F-794E-A66E-DF288CEE9D41}" type="presParOf" srcId="{23FD35BD-C23C-DE44-BA43-5CE5AF145F81}" destId="{D3586F14-6BBD-CB42-AE24-A1B240E7A8C2}" srcOrd="0" destOrd="0" presId="urn:microsoft.com/office/officeart/2005/8/layout/orgChart1"/>
    <dgm:cxn modelId="{23C2E262-66B7-FF47-B3B3-C822EB267E01}" type="presParOf" srcId="{23FD35BD-C23C-DE44-BA43-5CE5AF145F81}" destId="{CB436C7E-AA3F-EF44-BB20-7BFC36DB783A}" srcOrd="1" destOrd="0" presId="urn:microsoft.com/office/officeart/2005/8/layout/orgChart1"/>
    <dgm:cxn modelId="{A3295BD3-0520-3543-8BE2-53985316041B}" type="presParOf" srcId="{59BB3127-13C2-C940-BE2B-505404872772}" destId="{443B6E2D-C698-0740-A666-053074B2AD29}" srcOrd="1" destOrd="0" presId="urn:microsoft.com/office/officeart/2005/8/layout/orgChart1"/>
    <dgm:cxn modelId="{8A94029F-9E58-D04A-B501-0E855FD4D035}" type="presParOf" srcId="{59BB3127-13C2-C940-BE2B-505404872772}" destId="{C3C4A85D-4120-B547-9D3D-DC91FE3311D4}" srcOrd="2" destOrd="0" presId="urn:microsoft.com/office/officeart/2005/8/layout/orgChart1"/>
    <dgm:cxn modelId="{3EFAA938-6F92-DF49-928F-391C62FECA09}" type="presParOf" srcId="{CF53E73B-D5A0-7A42-BE08-44FC1B598D0A}" destId="{97E87D59-4A43-2E44-91E1-1FB003C97860}" srcOrd="4" destOrd="0" presId="urn:microsoft.com/office/officeart/2005/8/layout/orgChart1"/>
    <dgm:cxn modelId="{FFD1392D-D4B3-E145-8835-84DED143D082}" type="presParOf" srcId="{CF53E73B-D5A0-7A42-BE08-44FC1B598D0A}" destId="{2226CE3F-ADBE-7147-946A-22738C3963DA}" srcOrd="5" destOrd="0" presId="urn:microsoft.com/office/officeart/2005/8/layout/orgChart1"/>
    <dgm:cxn modelId="{E2032687-50CD-5245-BEE8-B543CDB85986}" type="presParOf" srcId="{2226CE3F-ADBE-7147-946A-22738C3963DA}" destId="{74BBDF81-AD7C-364F-9DF9-9825461E35DE}" srcOrd="0" destOrd="0" presId="urn:microsoft.com/office/officeart/2005/8/layout/orgChart1"/>
    <dgm:cxn modelId="{9546A975-84B5-1A46-8B83-67AF6621301D}" type="presParOf" srcId="{74BBDF81-AD7C-364F-9DF9-9825461E35DE}" destId="{8FD48F09-58E3-4A47-B8E4-71DD35B9D83E}" srcOrd="0" destOrd="0" presId="urn:microsoft.com/office/officeart/2005/8/layout/orgChart1"/>
    <dgm:cxn modelId="{2517F367-E2BA-4446-A4C8-9C934F04EFC4}" type="presParOf" srcId="{74BBDF81-AD7C-364F-9DF9-9825461E35DE}" destId="{15C85C70-F904-6744-B26E-D28CD7D5E29E}" srcOrd="1" destOrd="0" presId="urn:microsoft.com/office/officeart/2005/8/layout/orgChart1"/>
    <dgm:cxn modelId="{2AA79BE4-1B37-584A-A5B8-308781F3E5A2}" type="presParOf" srcId="{2226CE3F-ADBE-7147-946A-22738C3963DA}" destId="{F6FE4AE4-6839-3644-BE93-E9337A94B33D}" srcOrd="1" destOrd="0" presId="urn:microsoft.com/office/officeart/2005/8/layout/orgChart1"/>
    <dgm:cxn modelId="{0FF697A8-DDF9-B847-A370-FCD68D05B0AC}" type="presParOf" srcId="{2226CE3F-ADBE-7147-946A-22738C3963DA}" destId="{3F8E029F-3156-0A49-9B62-C139C4CDACB1}" srcOrd="2" destOrd="0" presId="urn:microsoft.com/office/officeart/2005/8/layout/orgChart1"/>
    <dgm:cxn modelId="{980C6724-7444-DB48-8B59-4189197A32AC}" type="presParOf" srcId="{99FC2BB1-0FFA-684E-99B4-2715FB00EFA3}" destId="{1386A19C-9249-8940-A0EA-10E0375EA3A2}" srcOrd="2" destOrd="0" presId="urn:microsoft.com/office/officeart/2005/8/layout/orgChart1"/>
    <dgm:cxn modelId="{071437FB-45EE-0744-AA5C-DD1EDFC95F87}" type="presParOf" srcId="{8840AE1E-DE79-0645-B628-CCFCC5322F84}" destId="{10C83114-CD4B-4543-B4D5-CE8F99347AC2}" srcOrd="2" destOrd="0" presId="urn:microsoft.com/office/officeart/2005/8/layout/orgChart1"/>
    <dgm:cxn modelId="{F3D67696-677D-2149-8D04-F7C46AFDE117}" type="presParOf" srcId="{8840AE1E-DE79-0645-B628-CCFCC5322F84}" destId="{8AE99E7A-EF6B-914F-A2D8-6B969FB7A492}" srcOrd="3" destOrd="0" presId="urn:microsoft.com/office/officeart/2005/8/layout/orgChart1"/>
    <dgm:cxn modelId="{69385AA6-8545-4542-8FA8-34EAE720BD44}" type="presParOf" srcId="{8AE99E7A-EF6B-914F-A2D8-6B969FB7A492}" destId="{A848C9D6-3C40-4342-9AA6-F20C01DC09FB}" srcOrd="0" destOrd="0" presId="urn:microsoft.com/office/officeart/2005/8/layout/orgChart1"/>
    <dgm:cxn modelId="{76630F09-AF8E-414D-BA24-F5ACF6C95021}" type="presParOf" srcId="{A848C9D6-3C40-4342-9AA6-F20C01DC09FB}" destId="{FCB403E8-7CD0-2F4B-ADF8-2C0A8AA1E754}" srcOrd="0" destOrd="0" presId="urn:microsoft.com/office/officeart/2005/8/layout/orgChart1"/>
    <dgm:cxn modelId="{B4C3B7CC-4B9F-F64B-8C19-A0357000C926}" type="presParOf" srcId="{A848C9D6-3C40-4342-9AA6-F20C01DC09FB}" destId="{BBF89D95-CE4B-4F4E-ADD2-CE9025CEBEA5}" srcOrd="1" destOrd="0" presId="urn:microsoft.com/office/officeart/2005/8/layout/orgChart1"/>
    <dgm:cxn modelId="{727B507D-1BCA-464B-82E0-D0447E312555}" type="presParOf" srcId="{8AE99E7A-EF6B-914F-A2D8-6B969FB7A492}" destId="{7324EA8C-6ADC-DE41-BCFD-910290073208}" srcOrd="1" destOrd="0" presId="urn:microsoft.com/office/officeart/2005/8/layout/orgChart1"/>
    <dgm:cxn modelId="{6D67CDFE-46D9-A742-8E29-D3D7AEFB0E43}" type="presParOf" srcId="{7324EA8C-6ADC-DE41-BCFD-910290073208}" destId="{9348D0BB-3743-1449-8E67-19A34975A0F8}" srcOrd="0" destOrd="0" presId="urn:microsoft.com/office/officeart/2005/8/layout/orgChart1"/>
    <dgm:cxn modelId="{13E7D8E8-E598-A24B-BD10-63AFEF6AD89E}" type="presParOf" srcId="{7324EA8C-6ADC-DE41-BCFD-910290073208}" destId="{2D8F9B87-73C1-2045-ADE9-B5793548BCA4}" srcOrd="1" destOrd="0" presId="urn:microsoft.com/office/officeart/2005/8/layout/orgChart1"/>
    <dgm:cxn modelId="{518B91E0-FC49-224A-9540-8EB22D06182D}" type="presParOf" srcId="{2D8F9B87-73C1-2045-ADE9-B5793548BCA4}" destId="{625A1705-F2E4-9144-9D47-6867BBD9E668}" srcOrd="0" destOrd="0" presId="urn:microsoft.com/office/officeart/2005/8/layout/orgChart1"/>
    <dgm:cxn modelId="{EE17D65D-A940-8647-9E0C-E8E76867BF21}" type="presParOf" srcId="{625A1705-F2E4-9144-9D47-6867BBD9E668}" destId="{26433F28-69B9-4D48-813F-355000119E6E}" srcOrd="0" destOrd="0" presId="urn:microsoft.com/office/officeart/2005/8/layout/orgChart1"/>
    <dgm:cxn modelId="{1E7958AC-4668-324E-B213-C42BF9263315}" type="presParOf" srcId="{625A1705-F2E4-9144-9D47-6867BBD9E668}" destId="{38B05DD5-B2F5-1440-97F0-73BB671B27A5}" srcOrd="1" destOrd="0" presId="urn:microsoft.com/office/officeart/2005/8/layout/orgChart1"/>
    <dgm:cxn modelId="{6711F747-C6AF-1948-BDE3-6C58F6D35FB1}" type="presParOf" srcId="{2D8F9B87-73C1-2045-ADE9-B5793548BCA4}" destId="{62BACFA9-0AE6-4546-9021-4A6684B869BB}" srcOrd="1" destOrd="0" presId="urn:microsoft.com/office/officeart/2005/8/layout/orgChart1"/>
    <dgm:cxn modelId="{12EDF898-C6DD-3E4E-BBDA-F90795F99CAC}" type="presParOf" srcId="{2D8F9B87-73C1-2045-ADE9-B5793548BCA4}" destId="{A308209E-DD55-B44E-BCAB-EDEA598BD21E}" srcOrd="2" destOrd="0" presId="urn:microsoft.com/office/officeart/2005/8/layout/orgChart1"/>
    <dgm:cxn modelId="{12D4C19F-4170-D24C-9111-C5704F03DA44}" type="presParOf" srcId="{7324EA8C-6ADC-DE41-BCFD-910290073208}" destId="{8E149C36-054E-E64F-AC3B-74A2A06B483C}" srcOrd="2" destOrd="0" presId="urn:microsoft.com/office/officeart/2005/8/layout/orgChart1"/>
    <dgm:cxn modelId="{16390C0C-1A46-E144-8784-52209219C329}" type="presParOf" srcId="{7324EA8C-6ADC-DE41-BCFD-910290073208}" destId="{FBBD1010-99A5-974B-8EF0-7873C7E187E0}" srcOrd="3" destOrd="0" presId="urn:microsoft.com/office/officeart/2005/8/layout/orgChart1"/>
    <dgm:cxn modelId="{25E6EF22-BDF6-824E-8F94-E3A3B8300E7C}" type="presParOf" srcId="{FBBD1010-99A5-974B-8EF0-7873C7E187E0}" destId="{70EF60C4-A18E-9D4C-B428-3A5EE33131DC}" srcOrd="0" destOrd="0" presId="urn:microsoft.com/office/officeart/2005/8/layout/orgChart1"/>
    <dgm:cxn modelId="{0801B6EA-0FF7-874D-ACC3-B7035A8AD542}" type="presParOf" srcId="{70EF60C4-A18E-9D4C-B428-3A5EE33131DC}" destId="{3BEB5611-F1FB-FD4F-9135-7ACC3894D3A4}" srcOrd="0" destOrd="0" presId="urn:microsoft.com/office/officeart/2005/8/layout/orgChart1"/>
    <dgm:cxn modelId="{6E8793EB-C889-0343-A8DC-529B55268831}" type="presParOf" srcId="{70EF60C4-A18E-9D4C-B428-3A5EE33131DC}" destId="{F13156D7-7702-8543-89F3-C57AED27789A}" srcOrd="1" destOrd="0" presId="urn:microsoft.com/office/officeart/2005/8/layout/orgChart1"/>
    <dgm:cxn modelId="{08326458-A53B-084D-A9B7-43D7346253FB}" type="presParOf" srcId="{FBBD1010-99A5-974B-8EF0-7873C7E187E0}" destId="{81CF8B26-EE69-F345-89F4-42C1E7F792D0}" srcOrd="1" destOrd="0" presId="urn:microsoft.com/office/officeart/2005/8/layout/orgChart1"/>
    <dgm:cxn modelId="{DAA2A86C-B6D3-D845-92A6-EC7731A239C5}" type="presParOf" srcId="{FBBD1010-99A5-974B-8EF0-7873C7E187E0}" destId="{83D3648D-1E98-E04A-BB14-F252D1B4B1D3}" srcOrd="2" destOrd="0" presId="urn:microsoft.com/office/officeart/2005/8/layout/orgChart1"/>
    <dgm:cxn modelId="{CE9EECD6-A1AD-664C-97AA-773E29F485F9}" type="presParOf" srcId="{7324EA8C-6ADC-DE41-BCFD-910290073208}" destId="{A39F84AE-CB8E-B84F-8B36-02BC5B63E070}" srcOrd="4" destOrd="0" presId="urn:microsoft.com/office/officeart/2005/8/layout/orgChart1"/>
    <dgm:cxn modelId="{7C467168-1B52-C640-92D6-657B7D10D099}" type="presParOf" srcId="{7324EA8C-6ADC-DE41-BCFD-910290073208}" destId="{BE070C63-10A1-DE44-AAEA-4D57E9228C13}" srcOrd="5" destOrd="0" presId="urn:microsoft.com/office/officeart/2005/8/layout/orgChart1"/>
    <dgm:cxn modelId="{2392A58C-EE87-C940-BB73-7BEB6BE00C93}" type="presParOf" srcId="{BE070C63-10A1-DE44-AAEA-4D57E9228C13}" destId="{55700D1A-0D07-2C4A-A5ED-F10B4385DD0C}" srcOrd="0" destOrd="0" presId="urn:microsoft.com/office/officeart/2005/8/layout/orgChart1"/>
    <dgm:cxn modelId="{E86BEC6E-36BE-1B41-9C07-7C3957ACD716}" type="presParOf" srcId="{55700D1A-0D07-2C4A-A5ED-F10B4385DD0C}" destId="{C920E83D-8B77-524D-B23D-ED4576BBC3AE}" srcOrd="0" destOrd="0" presId="urn:microsoft.com/office/officeart/2005/8/layout/orgChart1"/>
    <dgm:cxn modelId="{9D57460E-C027-D248-A875-F6A74F184185}" type="presParOf" srcId="{55700D1A-0D07-2C4A-A5ED-F10B4385DD0C}" destId="{F0B21BCA-892A-3F49-B241-ACAC02384793}" srcOrd="1" destOrd="0" presId="urn:microsoft.com/office/officeart/2005/8/layout/orgChart1"/>
    <dgm:cxn modelId="{36823959-342D-9446-AB76-7FFD32C7EAEF}" type="presParOf" srcId="{BE070C63-10A1-DE44-AAEA-4D57E9228C13}" destId="{A444C827-08EC-F94F-9B1C-CA2FAA75CD08}" srcOrd="1" destOrd="0" presId="urn:microsoft.com/office/officeart/2005/8/layout/orgChart1"/>
    <dgm:cxn modelId="{3294226E-AC22-764A-8D7F-1085E511A12E}" type="presParOf" srcId="{BE070C63-10A1-DE44-AAEA-4D57E9228C13}" destId="{8D352827-C6D8-DC4B-BD40-E182C5015E39}" srcOrd="2" destOrd="0" presId="urn:microsoft.com/office/officeart/2005/8/layout/orgChart1"/>
    <dgm:cxn modelId="{F2B03D02-72E9-894B-8AEA-6A8EA7869461}" type="presParOf" srcId="{8AE99E7A-EF6B-914F-A2D8-6B969FB7A492}" destId="{EC018A30-067A-A643-AC22-D4A63DD8624D}" srcOrd="2" destOrd="0" presId="urn:microsoft.com/office/officeart/2005/8/layout/orgChart1"/>
    <dgm:cxn modelId="{F72CA893-70B5-0B45-B0AE-26131AE18FEA}" type="presParOf" srcId="{8840AE1E-DE79-0645-B628-CCFCC5322F84}" destId="{C81CE094-E691-5648-8E6D-E097627A8C36}" srcOrd="4" destOrd="0" presId="urn:microsoft.com/office/officeart/2005/8/layout/orgChart1"/>
    <dgm:cxn modelId="{B63E29AC-FEC2-6F40-A7F7-3F183478FBAE}" type="presParOf" srcId="{8840AE1E-DE79-0645-B628-CCFCC5322F84}" destId="{65A8E0D3-B7C4-D440-8B77-7C21CDA3B6C1}" srcOrd="5" destOrd="0" presId="urn:microsoft.com/office/officeart/2005/8/layout/orgChart1"/>
    <dgm:cxn modelId="{C34D2B54-839B-EC40-B49F-536345D1872D}" type="presParOf" srcId="{65A8E0D3-B7C4-D440-8B77-7C21CDA3B6C1}" destId="{46C8CF5A-B914-4949-A2FB-F542A361DE45}" srcOrd="0" destOrd="0" presId="urn:microsoft.com/office/officeart/2005/8/layout/orgChart1"/>
    <dgm:cxn modelId="{577F5DBE-6317-E242-9061-008D4F40BD2D}" type="presParOf" srcId="{46C8CF5A-B914-4949-A2FB-F542A361DE45}" destId="{701B193D-17E5-5B4F-93AA-6941E4DD257A}" srcOrd="0" destOrd="0" presId="urn:microsoft.com/office/officeart/2005/8/layout/orgChart1"/>
    <dgm:cxn modelId="{812A736D-E68C-534F-BA94-820C977AF268}" type="presParOf" srcId="{46C8CF5A-B914-4949-A2FB-F542A361DE45}" destId="{13FDE00A-DC4F-F44B-B610-36D582A3303F}" srcOrd="1" destOrd="0" presId="urn:microsoft.com/office/officeart/2005/8/layout/orgChart1"/>
    <dgm:cxn modelId="{3111EE59-4C4F-4B4A-ACE1-A01302FD052A}" type="presParOf" srcId="{65A8E0D3-B7C4-D440-8B77-7C21CDA3B6C1}" destId="{C2BD8944-6E93-CF49-9C69-6AAAF857C9E6}" srcOrd="1" destOrd="0" presId="urn:microsoft.com/office/officeart/2005/8/layout/orgChart1"/>
    <dgm:cxn modelId="{E802822A-BA07-3C47-9B51-F7B3074A68E9}" type="presParOf" srcId="{C2BD8944-6E93-CF49-9C69-6AAAF857C9E6}" destId="{617089B0-AFD4-5D42-85FB-D1CED29EB92C}" srcOrd="0" destOrd="0" presId="urn:microsoft.com/office/officeart/2005/8/layout/orgChart1"/>
    <dgm:cxn modelId="{5487FDF7-4E6E-3548-978D-844351CF425C}" type="presParOf" srcId="{C2BD8944-6E93-CF49-9C69-6AAAF857C9E6}" destId="{4671AF82-AA43-994C-996E-FC08CC86CF2C}" srcOrd="1" destOrd="0" presId="urn:microsoft.com/office/officeart/2005/8/layout/orgChart1"/>
    <dgm:cxn modelId="{680BB29E-BB99-A745-B2C9-DDDA3410CF1D}" type="presParOf" srcId="{4671AF82-AA43-994C-996E-FC08CC86CF2C}" destId="{BF729D70-9721-3F43-8A33-72C72D51C29C}" srcOrd="0" destOrd="0" presId="urn:microsoft.com/office/officeart/2005/8/layout/orgChart1"/>
    <dgm:cxn modelId="{232FDE85-1C2F-AA4A-8F65-E4A3728B46BC}" type="presParOf" srcId="{BF729D70-9721-3F43-8A33-72C72D51C29C}" destId="{FC4A473B-1FD5-3A43-A59A-5239A808BCA6}" srcOrd="0" destOrd="0" presId="urn:microsoft.com/office/officeart/2005/8/layout/orgChart1"/>
    <dgm:cxn modelId="{D96AAD7A-ABCC-2D40-93DC-DCAE322F2335}" type="presParOf" srcId="{BF729D70-9721-3F43-8A33-72C72D51C29C}" destId="{A2A93165-E3BB-2147-8A4E-401628C597EB}" srcOrd="1" destOrd="0" presId="urn:microsoft.com/office/officeart/2005/8/layout/orgChart1"/>
    <dgm:cxn modelId="{07A25DBE-CD25-764D-9079-C6550AA9F6BB}" type="presParOf" srcId="{4671AF82-AA43-994C-996E-FC08CC86CF2C}" destId="{2773F97F-ADE8-E84E-AA7E-C428046184AE}" srcOrd="1" destOrd="0" presId="urn:microsoft.com/office/officeart/2005/8/layout/orgChart1"/>
    <dgm:cxn modelId="{28B53DD1-4C90-F846-B32E-C99E6EDC8E2E}" type="presParOf" srcId="{4671AF82-AA43-994C-996E-FC08CC86CF2C}" destId="{9A9F0CC4-EFE7-F54E-902C-0D1E7229ED35}" srcOrd="2" destOrd="0" presId="urn:microsoft.com/office/officeart/2005/8/layout/orgChart1"/>
    <dgm:cxn modelId="{20784922-7A99-FA44-A4E1-BDD4C2DEEF7D}" type="presParOf" srcId="{C2BD8944-6E93-CF49-9C69-6AAAF857C9E6}" destId="{FD8493D4-DFDC-AA40-99CC-CE8581EBCC48}" srcOrd="2" destOrd="0" presId="urn:microsoft.com/office/officeart/2005/8/layout/orgChart1"/>
    <dgm:cxn modelId="{F0EA6922-D024-1646-A60A-8EFD005D93C0}" type="presParOf" srcId="{C2BD8944-6E93-CF49-9C69-6AAAF857C9E6}" destId="{B711476B-D7D3-7D4D-9165-4F161705FAB0}" srcOrd="3" destOrd="0" presId="urn:microsoft.com/office/officeart/2005/8/layout/orgChart1"/>
    <dgm:cxn modelId="{524F0C7C-B716-A14A-8277-59C94FD8BD39}" type="presParOf" srcId="{B711476B-D7D3-7D4D-9165-4F161705FAB0}" destId="{C46307BE-1C2F-8846-BF53-B82CDCDE06D2}" srcOrd="0" destOrd="0" presId="urn:microsoft.com/office/officeart/2005/8/layout/orgChart1"/>
    <dgm:cxn modelId="{2E1C7ED8-5752-8540-B3C1-E8CEC2BFDB22}" type="presParOf" srcId="{C46307BE-1C2F-8846-BF53-B82CDCDE06D2}" destId="{BAAAC9D1-9CD4-7841-BBAA-408D131693E5}" srcOrd="0" destOrd="0" presId="urn:microsoft.com/office/officeart/2005/8/layout/orgChart1"/>
    <dgm:cxn modelId="{6A8B06AF-5D5B-7D40-80FF-A7C6C7967A01}" type="presParOf" srcId="{C46307BE-1C2F-8846-BF53-B82CDCDE06D2}" destId="{42DB8B19-54E7-6A49-9982-2E888FA69F98}" srcOrd="1" destOrd="0" presId="urn:microsoft.com/office/officeart/2005/8/layout/orgChart1"/>
    <dgm:cxn modelId="{1CEFD6A8-F05E-5B43-87A6-9AA6E2830B42}" type="presParOf" srcId="{B711476B-D7D3-7D4D-9165-4F161705FAB0}" destId="{4A0692C0-8977-3C41-B856-F8FC46A69DF7}" srcOrd="1" destOrd="0" presId="urn:microsoft.com/office/officeart/2005/8/layout/orgChart1"/>
    <dgm:cxn modelId="{1026D835-8A16-8D4E-BAC5-3AE25A0DDBC0}" type="presParOf" srcId="{B711476B-D7D3-7D4D-9165-4F161705FAB0}" destId="{ABBD719D-68B8-9D4F-8CEC-EBB220C89E48}" srcOrd="2" destOrd="0" presId="urn:microsoft.com/office/officeart/2005/8/layout/orgChart1"/>
    <dgm:cxn modelId="{99DEEED7-164C-2443-AA8D-408C2F0EB55A}" type="presParOf" srcId="{C2BD8944-6E93-CF49-9C69-6AAAF857C9E6}" destId="{9B6F8AAA-508F-9845-B76D-3F87F2B7DD02}" srcOrd="4" destOrd="0" presId="urn:microsoft.com/office/officeart/2005/8/layout/orgChart1"/>
    <dgm:cxn modelId="{DEC39F1D-AA5E-8B45-8ABA-6BA4DC3059C1}" type="presParOf" srcId="{C2BD8944-6E93-CF49-9C69-6AAAF857C9E6}" destId="{46B4F5B0-9DC6-3741-BBF9-36E1123B4F16}" srcOrd="5" destOrd="0" presId="urn:microsoft.com/office/officeart/2005/8/layout/orgChart1"/>
    <dgm:cxn modelId="{46D86DAD-AF79-B443-B4D0-B17769F55BB3}" type="presParOf" srcId="{46B4F5B0-9DC6-3741-BBF9-36E1123B4F16}" destId="{6325F0B4-F0BE-9348-93D9-D8BD8F32F9C2}" srcOrd="0" destOrd="0" presId="urn:microsoft.com/office/officeart/2005/8/layout/orgChart1"/>
    <dgm:cxn modelId="{8A73A9F3-CC9A-794B-8BB5-9819CE4635BF}" type="presParOf" srcId="{6325F0B4-F0BE-9348-93D9-D8BD8F32F9C2}" destId="{6556FEED-BD6A-BC4E-8669-2D312B697D5C}" srcOrd="0" destOrd="0" presId="urn:microsoft.com/office/officeart/2005/8/layout/orgChart1"/>
    <dgm:cxn modelId="{93DFB24D-8F2F-294F-B00D-B9871DAD817C}" type="presParOf" srcId="{6325F0B4-F0BE-9348-93D9-D8BD8F32F9C2}" destId="{D23E8BF1-0014-D24A-BFE5-55542476B27C}" srcOrd="1" destOrd="0" presId="urn:microsoft.com/office/officeart/2005/8/layout/orgChart1"/>
    <dgm:cxn modelId="{DD548D0A-3CC0-914B-B54F-B744AD21AF40}" type="presParOf" srcId="{46B4F5B0-9DC6-3741-BBF9-36E1123B4F16}" destId="{12B8B2F6-6290-394F-81F3-642FEC9E6B8A}" srcOrd="1" destOrd="0" presId="urn:microsoft.com/office/officeart/2005/8/layout/orgChart1"/>
    <dgm:cxn modelId="{DBF8BF53-5C6D-E34B-B9AA-74EA3CB89135}" type="presParOf" srcId="{46B4F5B0-9DC6-3741-BBF9-36E1123B4F16}" destId="{5FA5C37C-992A-0747-A975-5C5CAC4C8F43}" srcOrd="2" destOrd="0" presId="urn:microsoft.com/office/officeart/2005/8/layout/orgChart1"/>
    <dgm:cxn modelId="{6E3C4B12-9AEB-2445-AF3A-DFB8C99AE049}" type="presParOf" srcId="{65A8E0D3-B7C4-D440-8B77-7C21CDA3B6C1}" destId="{A407AEA8-C902-A740-B17D-98099A03737C}" srcOrd="2" destOrd="0" presId="urn:microsoft.com/office/officeart/2005/8/layout/orgChart1"/>
    <dgm:cxn modelId="{02755FCF-8575-E74B-BE94-81B3DEE0C9FA}" type="presParOf" srcId="{8840AE1E-DE79-0645-B628-CCFCC5322F84}" destId="{904AB00F-AD33-724E-9E07-9F61E51E40D5}" srcOrd="6" destOrd="0" presId="urn:microsoft.com/office/officeart/2005/8/layout/orgChart1"/>
    <dgm:cxn modelId="{ADC281BD-0704-AB4D-B478-9D2DA11F0019}" type="presParOf" srcId="{8840AE1E-DE79-0645-B628-CCFCC5322F84}" destId="{8D3DA520-83B0-5340-A7E9-C184642FF6F5}" srcOrd="7" destOrd="0" presId="urn:microsoft.com/office/officeart/2005/8/layout/orgChart1"/>
    <dgm:cxn modelId="{964176D5-DE00-8341-A66F-16AAB7AE59BC}" type="presParOf" srcId="{8D3DA520-83B0-5340-A7E9-C184642FF6F5}" destId="{88120285-B4BE-BF48-BF9F-13B52A328713}" srcOrd="0" destOrd="0" presId="urn:microsoft.com/office/officeart/2005/8/layout/orgChart1"/>
    <dgm:cxn modelId="{5468AE3C-6421-5747-B1C6-D2E8EB624C66}" type="presParOf" srcId="{88120285-B4BE-BF48-BF9F-13B52A328713}" destId="{0DAB1D9E-05CD-8848-BFEE-0FA3AFD7217D}" srcOrd="0" destOrd="0" presId="urn:microsoft.com/office/officeart/2005/8/layout/orgChart1"/>
    <dgm:cxn modelId="{F11B04C9-71AD-7948-8FD3-434D012D97DE}" type="presParOf" srcId="{88120285-B4BE-BF48-BF9F-13B52A328713}" destId="{ED8EDA4B-D798-4F4D-B5E3-57942137A98C}" srcOrd="1" destOrd="0" presId="urn:microsoft.com/office/officeart/2005/8/layout/orgChart1"/>
    <dgm:cxn modelId="{879F92EA-68DE-4248-BF24-E91F75B13FE9}" type="presParOf" srcId="{8D3DA520-83B0-5340-A7E9-C184642FF6F5}" destId="{CCA84547-B53D-E04E-9A96-A0B3400092B8}" srcOrd="1" destOrd="0" presId="urn:microsoft.com/office/officeart/2005/8/layout/orgChart1"/>
    <dgm:cxn modelId="{0091845A-55D7-7341-8067-09596643FD20}" type="presParOf" srcId="{CCA84547-B53D-E04E-9A96-A0B3400092B8}" destId="{82039E1D-F222-D840-8679-EDAF196011AE}" srcOrd="0" destOrd="0" presId="urn:microsoft.com/office/officeart/2005/8/layout/orgChart1"/>
    <dgm:cxn modelId="{047B3AEA-BF74-FB41-90F9-4F22A6B7617B}" type="presParOf" srcId="{CCA84547-B53D-E04E-9A96-A0B3400092B8}" destId="{FDA6DC96-9C60-C347-AB68-E27A43B17ED1}" srcOrd="1" destOrd="0" presId="urn:microsoft.com/office/officeart/2005/8/layout/orgChart1"/>
    <dgm:cxn modelId="{17AE983C-B9CE-3543-BAAC-1CCBF5FC9A78}" type="presParOf" srcId="{FDA6DC96-9C60-C347-AB68-E27A43B17ED1}" destId="{4FC46FE2-25BB-694B-8669-3667B3ACD2F7}" srcOrd="0" destOrd="0" presId="urn:microsoft.com/office/officeart/2005/8/layout/orgChart1"/>
    <dgm:cxn modelId="{51E92EA2-9AA3-4A4B-B82F-CEFB87B19054}" type="presParOf" srcId="{4FC46FE2-25BB-694B-8669-3667B3ACD2F7}" destId="{815F693B-0782-AF40-826F-2E86A78D4088}" srcOrd="0" destOrd="0" presId="urn:microsoft.com/office/officeart/2005/8/layout/orgChart1"/>
    <dgm:cxn modelId="{7DEC5590-7F53-7848-AF63-473B53AE4BB4}" type="presParOf" srcId="{4FC46FE2-25BB-694B-8669-3667B3ACD2F7}" destId="{35466260-4911-3147-B21B-77E67991CE0B}" srcOrd="1" destOrd="0" presId="urn:microsoft.com/office/officeart/2005/8/layout/orgChart1"/>
    <dgm:cxn modelId="{086C2C86-8312-E844-B00C-8D413A2C70F3}" type="presParOf" srcId="{FDA6DC96-9C60-C347-AB68-E27A43B17ED1}" destId="{9B7B3F30-34AD-E647-963F-4EA9653CE29F}" srcOrd="1" destOrd="0" presId="urn:microsoft.com/office/officeart/2005/8/layout/orgChart1"/>
    <dgm:cxn modelId="{1674DBA4-839A-0640-9BDF-0A7C6ECF0D16}" type="presParOf" srcId="{FDA6DC96-9C60-C347-AB68-E27A43B17ED1}" destId="{5985D58E-CDD2-9845-B181-3755C67C380D}" srcOrd="2" destOrd="0" presId="urn:microsoft.com/office/officeart/2005/8/layout/orgChart1"/>
    <dgm:cxn modelId="{769B7E31-F3D3-A04B-864C-9C66022BE365}" type="presParOf" srcId="{CCA84547-B53D-E04E-9A96-A0B3400092B8}" destId="{453760F8-EA0D-8341-8FEA-46D443DC57C5}" srcOrd="2" destOrd="0" presId="urn:microsoft.com/office/officeart/2005/8/layout/orgChart1"/>
    <dgm:cxn modelId="{37794531-9B5E-D541-ABD8-7561E4ADD05D}" type="presParOf" srcId="{CCA84547-B53D-E04E-9A96-A0B3400092B8}" destId="{D8C5D195-FDE0-EB4B-B632-12E44C291D68}" srcOrd="3" destOrd="0" presId="urn:microsoft.com/office/officeart/2005/8/layout/orgChart1"/>
    <dgm:cxn modelId="{429C3251-7B27-024C-B77C-6A6558AD9DF0}" type="presParOf" srcId="{D8C5D195-FDE0-EB4B-B632-12E44C291D68}" destId="{53B439C3-2D98-F340-ACF2-635D4860ADB4}" srcOrd="0" destOrd="0" presId="urn:microsoft.com/office/officeart/2005/8/layout/orgChart1"/>
    <dgm:cxn modelId="{448D736B-4426-E043-9EA5-2BF2758C98EE}" type="presParOf" srcId="{53B439C3-2D98-F340-ACF2-635D4860ADB4}" destId="{005083D2-0AD8-344D-B1B3-32776343855E}" srcOrd="0" destOrd="0" presId="urn:microsoft.com/office/officeart/2005/8/layout/orgChart1"/>
    <dgm:cxn modelId="{3303A553-4536-9840-917B-54845788848F}" type="presParOf" srcId="{53B439C3-2D98-F340-ACF2-635D4860ADB4}" destId="{7BACAC16-7E07-3B4D-A8AA-C9EF394D9835}" srcOrd="1" destOrd="0" presId="urn:microsoft.com/office/officeart/2005/8/layout/orgChart1"/>
    <dgm:cxn modelId="{D5A38E6A-FA2B-CD42-BDB6-118FC1FCC47C}" type="presParOf" srcId="{D8C5D195-FDE0-EB4B-B632-12E44C291D68}" destId="{E49B4324-55BC-8845-9299-D63575A2B622}" srcOrd="1" destOrd="0" presId="urn:microsoft.com/office/officeart/2005/8/layout/orgChart1"/>
    <dgm:cxn modelId="{03CDF5D2-3331-7140-895E-5E97E0753400}" type="presParOf" srcId="{D8C5D195-FDE0-EB4B-B632-12E44C291D68}" destId="{5ECD5F75-5D38-3644-AB8C-47E21A5B6109}" srcOrd="2" destOrd="0" presId="urn:microsoft.com/office/officeart/2005/8/layout/orgChart1"/>
    <dgm:cxn modelId="{AFFC2B04-F264-8748-AD56-574EAE451A26}" type="presParOf" srcId="{CCA84547-B53D-E04E-9A96-A0B3400092B8}" destId="{2B3C6845-C751-1E42-BBAD-633E3B976132}" srcOrd="4" destOrd="0" presId="urn:microsoft.com/office/officeart/2005/8/layout/orgChart1"/>
    <dgm:cxn modelId="{103E9E5C-FFDC-0645-9B8A-544B9B3E88F4}" type="presParOf" srcId="{CCA84547-B53D-E04E-9A96-A0B3400092B8}" destId="{E1849F6B-0CA2-8643-8252-DFCFB115B64C}" srcOrd="5" destOrd="0" presId="urn:microsoft.com/office/officeart/2005/8/layout/orgChart1"/>
    <dgm:cxn modelId="{E0844E65-4A2E-0B45-A289-E271005107EF}" type="presParOf" srcId="{E1849F6B-0CA2-8643-8252-DFCFB115B64C}" destId="{C7EDA50B-7661-0443-8B34-469753159976}" srcOrd="0" destOrd="0" presId="urn:microsoft.com/office/officeart/2005/8/layout/orgChart1"/>
    <dgm:cxn modelId="{C37B9111-E45F-0F4C-AD48-E0DDF90D9F88}" type="presParOf" srcId="{C7EDA50B-7661-0443-8B34-469753159976}" destId="{9256BF15-6A0B-6F42-88BF-CEA5F120C84D}" srcOrd="0" destOrd="0" presId="urn:microsoft.com/office/officeart/2005/8/layout/orgChart1"/>
    <dgm:cxn modelId="{C88F57C0-7034-E24F-831A-9709226F0389}" type="presParOf" srcId="{C7EDA50B-7661-0443-8B34-469753159976}" destId="{4E7CE398-AB5C-5F43-8F79-0E4B51AF71AB}" srcOrd="1" destOrd="0" presId="urn:microsoft.com/office/officeart/2005/8/layout/orgChart1"/>
    <dgm:cxn modelId="{9B7868B8-4F85-CD44-A1B2-56ED19489496}" type="presParOf" srcId="{E1849F6B-0CA2-8643-8252-DFCFB115B64C}" destId="{A79F0AC6-530A-1340-BDB7-9CE637367D6C}" srcOrd="1" destOrd="0" presId="urn:microsoft.com/office/officeart/2005/8/layout/orgChart1"/>
    <dgm:cxn modelId="{C44A8DEE-8C86-4D4A-AB90-AB7E7A2116DB}" type="presParOf" srcId="{E1849F6B-0CA2-8643-8252-DFCFB115B64C}" destId="{396BC0F9-66EC-5947-B785-5636A2F355D4}" srcOrd="2" destOrd="0" presId="urn:microsoft.com/office/officeart/2005/8/layout/orgChart1"/>
    <dgm:cxn modelId="{3401EBDE-9ACF-1743-95D4-BDB60ACACA64}" type="presParOf" srcId="{8D3DA520-83B0-5340-A7E9-C184642FF6F5}" destId="{0782CD29-FC07-A24A-A812-E12DE481D86C}" srcOrd="2" destOrd="0" presId="urn:microsoft.com/office/officeart/2005/8/layout/orgChart1"/>
    <dgm:cxn modelId="{5D598EAD-D928-324D-8612-E1CC66F9DAB6}" type="presParOf" srcId="{1E25BB10-0D00-5A42-8C90-B5D3CBAF1906}" destId="{051FC122-56FE-164C-A941-F67854B59E8F}" srcOrd="2" destOrd="0" presId="urn:microsoft.com/office/officeart/2005/8/layout/orgChar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A5E0B08-ED37-E446-9133-12AADCF2224B}" type="doc">
      <dgm:prSet loTypeId="urn:microsoft.com/office/officeart/2005/8/layout/orgChart1" loCatId="" qsTypeId="urn:microsoft.com/office/officeart/2005/8/quickstyle/simple1" qsCatId="simple" csTypeId="urn:microsoft.com/office/officeart/2005/8/colors/accent2_2" csCatId="accent2" phldr="1"/>
      <dgm:spPr/>
      <dgm:t>
        <a:bodyPr/>
        <a:lstStyle/>
        <a:p>
          <a:endParaRPr lang="en-US"/>
        </a:p>
      </dgm:t>
    </dgm:pt>
    <dgm:pt modelId="{8586DC78-A412-CF4D-98B8-5CE54452C647}">
      <dgm:prSet phldrT="[Text]"/>
      <dgm:spPr/>
      <dgm:t>
        <a:bodyPr/>
        <a:lstStyle/>
        <a:p>
          <a:r>
            <a:rPr lang="en-US" dirty="0"/>
            <a:t>President</a:t>
          </a:r>
        </a:p>
      </dgm:t>
    </dgm:pt>
    <dgm:pt modelId="{0ED2C19C-C760-9847-A637-54C9ED35CD7E}" type="parTrans" cxnId="{483C6F3D-ADB8-374B-8649-39C5173C8876}">
      <dgm:prSet/>
      <dgm:spPr/>
      <dgm:t>
        <a:bodyPr/>
        <a:lstStyle/>
        <a:p>
          <a:endParaRPr lang="en-US"/>
        </a:p>
      </dgm:t>
    </dgm:pt>
    <dgm:pt modelId="{3AC0EAC6-03DA-2146-98FE-B47B100EE7BA}" type="sibTrans" cxnId="{483C6F3D-ADB8-374B-8649-39C5173C8876}">
      <dgm:prSet/>
      <dgm:spPr/>
      <dgm:t>
        <a:bodyPr/>
        <a:lstStyle/>
        <a:p>
          <a:endParaRPr lang="en-US"/>
        </a:p>
      </dgm:t>
    </dgm:pt>
    <dgm:pt modelId="{A823E2FE-A7A8-C84B-8EE2-73140ED5E2D2}">
      <dgm:prSet phldrT="[Text]"/>
      <dgm:spPr/>
      <dgm:t>
        <a:bodyPr/>
        <a:lstStyle/>
        <a:p>
          <a:r>
            <a:rPr lang="en-US" dirty="0"/>
            <a:t>Manufacturing</a:t>
          </a:r>
        </a:p>
      </dgm:t>
    </dgm:pt>
    <dgm:pt modelId="{8B9D55D8-CAAC-6D48-85AA-22FD2A042D1C}" type="parTrans" cxnId="{6AB404AC-0110-C042-A792-7DB7DB164EA5}">
      <dgm:prSet/>
      <dgm:spPr/>
      <dgm:t>
        <a:bodyPr/>
        <a:lstStyle/>
        <a:p>
          <a:endParaRPr lang="en-US"/>
        </a:p>
      </dgm:t>
    </dgm:pt>
    <dgm:pt modelId="{E1D89B5E-AC7B-754D-BFE4-D0EFA345667E}" type="sibTrans" cxnId="{6AB404AC-0110-C042-A792-7DB7DB164EA5}">
      <dgm:prSet/>
      <dgm:spPr/>
      <dgm:t>
        <a:bodyPr/>
        <a:lstStyle/>
        <a:p>
          <a:endParaRPr lang="en-US"/>
        </a:p>
      </dgm:t>
    </dgm:pt>
    <dgm:pt modelId="{C8B59993-4106-6242-B756-4CFA01B8B15C}">
      <dgm:prSet phldrT="[Text]"/>
      <dgm:spPr/>
      <dgm:t>
        <a:bodyPr/>
        <a:lstStyle/>
        <a:p>
          <a:r>
            <a:rPr lang="en-US" dirty="0"/>
            <a:t>Sales</a:t>
          </a:r>
        </a:p>
      </dgm:t>
    </dgm:pt>
    <dgm:pt modelId="{C7C95A15-08C2-9848-A19B-168613A48997}" type="parTrans" cxnId="{C5E6480C-29C7-F340-8FBF-CA696B8EDCA5}">
      <dgm:prSet/>
      <dgm:spPr/>
      <dgm:t>
        <a:bodyPr/>
        <a:lstStyle/>
        <a:p>
          <a:endParaRPr lang="en-US"/>
        </a:p>
      </dgm:t>
    </dgm:pt>
    <dgm:pt modelId="{A6ACEB22-5272-9D41-BB2E-CF7B23D0694D}" type="sibTrans" cxnId="{C5E6480C-29C7-F340-8FBF-CA696B8EDCA5}">
      <dgm:prSet/>
      <dgm:spPr/>
      <dgm:t>
        <a:bodyPr/>
        <a:lstStyle/>
        <a:p>
          <a:endParaRPr lang="en-US"/>
        </a:p>
      </dgm:t>
    </dgm:pt>
    <dgm:pt modelId="{2FD47FAD-D9A6-2641-B42B-C7EF9240E94C}">
      <dgm:prSet phldrT="[Text]"/>
      <dgm:spPr/>
      <dgm:t>
        <a:bodyPr/>
        <a:lstStyle/>
        <a:p>
          <a:endParaRPr lang="en-US" dirty="0"/>
        </a:p>
      </dgm:t>
    </dgm:pt>
    <dgm:pt modelId="{9E54E051-9686-0745-9857-2A47FE3A751A}" type="parTrans" cxnId="{8D758AEB-CE00-A246-A74B-0353B5F19ECF}">
      <dgm:prSet/>
      <dgm:spPr/>
      <dgm:t>
        <a:bodyPr/>
        <a:lstStyle/>
        <a:p>
          <a:endParaRPr lang="en-US"/>
        </a:p>
      </dgm:t>
    </dgm:pt>
    <dgm:pt modelId="{2B452E81-6E2B-0F4E-BEFE-6914D77D1A76}" type="sibTrans" cxnId="{8D758AEB-CE00-A246-A74B-0353B5F19ECF}">
      <dgm:prSet/>
      <dgm:spPr/>
      <dgm:t>
        <a:bodyPr/>
        <a:lstStyle/>
        <a:p>
          <a:endParaRPr lang="en-US"/>
        </a:p>
      </dgm:t>
    </dgm:pt>
    <dgm:pt modelId="{A77EE98D-CB0A-2C4B-94CF-8446E5459A55}">
      <dgm:prSet/>
      <dgm:spPr/>
      <dgm:t>
        <a:bodyPr/>
        <a:lstStyle/>
        <a:p>
          <a:r>
            <a:rPr lang="en-US" dirty="0"/>
            <a:t>Engineering</a:t>
          </a:r>
        </a:p>
      </dgm:t>
    </dgm:pt>
    <dgm:pt modelId="{73B1487F-7AE2-F44C-B368-14B7B0E28802}" type="parTrans" cxnId="{BA10B961-7088-0C48-A750-B671909C9EFB}">
      <dgm:prSet/>
      <dgm:spPr/>
      <dgm:t>
        <a:bodyPr/>
        <a:lstStyle/>
        <a:p>
          <a:endParaRPr lang="en-US"/>
        </a:p>
      </dgm:t>
    </dgm:pt>
    <dgm:pt modelId="{71B7E3D6-D462-0344-B092-E0B9A81D134E}" type="sibTrans" cxnId="{BA10B961-7088-0C48-A750-B671909C9EFB}">
      <dgm:prSet/>
      <dgm:spPr/>
      <dgm:t>
        <a:bodyPr/>
        <a:lstStyle/>
        <a:p>
          <a:endParaRPr lang="en-US"/>
        </a:p>
      </dgm:t>
    </dgm:pt>
    <dgm:pt modelId="{D616452C-DE83-1047-A3B5-F0B408F7EB44}">
      <dgm:prSet/>
      <dgm:spPr/>
      <dgm:t>
        <a:bodyPr/>
        <a:lstStyle/>
        <a:p>
          <a:r>
            <a:rPr lang="en-US" dirty="0"/>
            <a:t>Finance</a:t>
          </a:r>
        </a:p>
      </dgm:t>
    </dgm:pt>
    <dgm:pt modelId="{CD4421BC-6E95-7E49-BB7D-F24BD071FFE1}" type="parTrans" cxnId="{9F994E95-D211-0E45-99EF-19030B696AE7}">
      <dgm:prSet/>
      <dgm:spPr/>
      <dgm:t>
        <a:bodyPr/>
        <a:lstStyle/>
        <a:p>
          <a:endParaRPr lang="en-US"/>
        </a:p>
      </dgm:t>
    </dgm:pt>
    <dgm:pt modelId="{DCF52948-16B8-1F43-A14B-AC92E0ED3C1E}" type="sibTrans" cxnId="{9F994E95-D211-0E45-99EF-19030B696AE7}">
      <dgm:prSet/>
      <dgm:spPr/>
      <dgm:t>
        <a:bodyPr/>
        <a:lstStyle/>
        <a:p>
          <a:endParaRPr lang="en-US"/>
        </a:p>
      </dgm:t>
    </dgm:pt>
    <dgm:pt modelId="{400BECDF-BFA8-3B4C-A50F-B2E61748DC68}">
      <dgm:prSet/>
      <dgm:spPr/>
      <dgm:t>
        <a:bodyPr/>
        <a:lstStyle/>
        <a:p>
          <a:endParaRPr lang="en-US" dirty="0"/>
        </a:p>
      </dgm:t>
    </dgm:pt>
    <dgm:pt modelId="{E8D97437-DB8E-9448-9CE3-542CCC6F51C4}" type="parTrans" cxnId="{B14F9BC4-E1BD-2D41-A667-8C06AF25A339}">
      <dgm:prSet/>
      <dgm:spPr/>
      <dgm:t>
        <a:bodyPr/>
        <a:lstStyle/>
        <a:p>
          <a:endParaRPr lang="en-US"/>
        </a:p>
      </dgm:t>
    </dgm:pt>
    <dgm:pt modelId="{BC459A87-1FD0-F842-B59E-E9A5CB33DBB8}" type="sibTrans" cxnId="{B14F9BC4-E1BD-2D41-A667-8C06AF25A339}">
      <dgm:prSet/>
      <dgm:spPr/>
      <dgm:t>
        <a:bodyPr/>
        <a:lstStyle/>
        <a:p>
          <a:endParaRPr lang="en-US"/>
        </a:p>
      </dgm:t>
    </dgm:pt>
    <dgm:pt modelId="{27B2EE16-CEB1-5746-922F-B70B78BC38D9}">
      <dgm:prSet/>
      <dgm:spPr/>
      <dgm:t>
        <a:bodyPr/>
        <a:lstStyle/>
        <a:p>
          <a:endParaRPr lang="en-US" dirty="0"/>
        </a:p>
      </dgm:t>
    </dgm:pt>
    <dgm:pt modelId="{E65F9BC0-D34A-AA43-817B-F7636086D356}" type="parTrans" cxnId="{D5821E57-7D48-7D44-9921-A1F68C1C3A17}">
      <dgm:prSet/>
      <dgm:spPr/>
      <dgm:t>
        <a:bodyPr/>
        <a:lstStyle/>
        <a:p>
          <a:endParaRPr lang="en-US"/>
        </a:p>
      </dgm:t>
    </dgm:pt>
    <dgm:pt modelId="{7EF2232B-3508-4043-9F41-A5E5C704D8E8}" type="sibTrans" cxnId="{D5821E57-7D48-7D44-9921-A1F68C1C3A17}">
      <dgm:prSet/>
      <dgm:spPr/>
      <dgm:t>
        <a:bodyPr/>
        <a:lstStyle/>
        <a:p>
          <a:endParaRPr lang="en-US"/>
        </a:p>
      </dgm:t>
    </dgm:pt>
    <dgm:pt modelId="{86849877-1478-404C-B59F-CC624495BF8B}">
      <dgm:prSet/>
      <dgm:spPr/>
      <dgm:t>
        <a:bodyPr/>
        <a:lstStyle/>
        <a:p>
          <a:endParaRPr lang="en-US" dirty="0"/>
        </a:p>
      </dgm:t>
    </dgm:pt>
    <dgm:pt modelId="{828CBDBC-ECD0-E647-9A4A-DDAD063AF71D}" type="parTrans" cxnId="{71B4C9B6-5EB4-8B46-A509-ECE816CF3C74}">
      <dgm:prSet/>
      <dgm:spPr/>
      <dgm:t>
        <a:bodyPr/>
        <a:lstStyle/>
        <a:p>
          <a:endParaRPr lang="en-US"/>
        </a:p>
      </dgm:t>
    </dgm:pt>
    <dgm:pt modelId="{136A083B-0DD7-074D-92ED-DC22C37F5EBE}" type="sibTrans" cxnId="{71B4C9B6-5EB4-8B46-A509-ECE816CF3C74}">
      <dgm:prSet/>
      <dgm:spPr/>
      <dgm:t>
        <a:bodyPr/>
        <a:lstStyle/>
        <a:p>
          <a:endParaRPr lang="en-US"/>
        </a:p>
      </dgm:t>
    </dgm:pt>
    <dgm:pt modelId="{0A30FED4-ACDF-E64A-BC87-63F0BFB2167F}">
      <dgm:prSet/>
      <dgm:spPr/>
      <dgm:t>
        <a:bodyPr/>
        <a:lstStyle/>
        <a:p>
          <a:endParaRPr lang="en-US" dirty="0"/>
        </a:p>
      </dgm:t>
    </dgm:pt>
    <dgm:pt modelId="{01F3DAD9-F61F-DB47-9FA8-BC5A2E6FCD9F}" type="parTrans" cxnId="{1FE429A7-F5F3-7844-9631-A3337A243615}">
      <dgm:prSet/>
      <dgm:spPr/>
      <dgm:t>
        <a:bodyPr/>
        <a:lstStyle/>
        <a:p>
          <a:endParaRPr lang="en-US"/>
        </a:p>
      </dgm:t>
    </dgm:pt>
    <dgm:pt modelId="{4B0980C9-1B3B-3A46-8C60-E6C2F9824E23}" type="sibTrans" cxnId="{1FE429A7-F5F3-7844-9631-A3337A243615}">
      <dgm:prSet/>
      <dgm:spPr/>
      <dgm:t>
        <a:bodyPr/>
        <a:lstStyle/>
        <a:p>
          <a:endParaRPr lang="en-US"/>
        </a:p>
      </dgm:t>
    </dgm:pt>
    <dgm:pt modelId="{D3FA29ED-FFD4-0146-9B33-D70FA40EBAC5}">
      <dgm:prSet/>
      <dgm:spPr/>
      <dgm:t>
        <a:bodyPr/>
        <a:lstStyle/>
        <a:p>
          <a:endParaRPr lang="en-US" dirty="0"/>
        </a:p>
      </dgm:t>
    </dgm:pt>
    <dgm:pt modelId="{9119C3DD-BE71-4F44-AD3F-499BDDAE64A4}" type="parTrans" cxnId="{0C64A755-2A89-9A4E-AE1C-025BAAB09AC9}">
      <dgm:prSet/>
      <dgm:spPr/>
      <dgm:t>
        <a:bodyPr/>
        <a:lstStyle/>
        <a:p>
          <a:endParaRPr lang="en-US"/>
        </a:p>
      </dgm:t>
    </dgm:pt>
    <dgm:pt modelId="{A0EB15AC-3F50-DF45-A447-C7FC466BDCEA}" type="sibTrans" cxnId="{0C64A755-2A89-9A4E-AE1C-025BAAB09AC9}">
      <dgm:prSet/>
      <dgm:spPr/>
      <dgm:t>
        <a:bodyPr/>
        <a:lstStyle/>
        <a:p>
          <a:endParaRPr lang="en-US"/>
        </a:p>
      </dgm:t>
    </dgm:pt>
    <dgm:pt modelId="{A987E472-9607-5149-93FA-66D62272AA18}">
      <dgm:prSet/>
      <dgm:spPr/>
      <dgm:t>
        <a:bodyPr/>
        <a:lstStyle/>
        <a:p>
          <a:endParaRPr lang="en-US" dirty="0"/>
        </a:p>
      </dgm:t>
    </dgm:pt>
    <dgm:pt modelId="{F41CA354-B906-F544-A5E3-58206EBBD70E}" type="parTrans" cxnId="{BB260F65-C730-A248-AAA6-A182A3A6C929}">
      <dgm:prSet/>
      <dgm:spPr/>
      <dgm:t>
        <a:bodyPr/>
        <a:lstStyle/>
        <a:p>
          <a:endParaRPr lang="en-US"/>
        </a:p>
      </dgm:t>
    </dgm:pt>
    <dgm:pt modelId="{E6DAB46F-085C-DB45-9666-DE44C1BE29D3}" type="sibTrans" cxnId="{BB260F65-C730-A248-AAA6-A182A3A6C929}">
      <dgm:prSet/>
      <dgm:spPr/>
      <dgm:t>
        <a:bodyPr/>
        <a:lstStyle/>
        <a:p>
          <a:endParaRPr lang="en-US"/>
        </a:p>
      </dgm:t>
    </dgm:pt>
    <dgm:pt modelId="{CADE2FE1-9EEB-3B42-965D-E2C00BC20A5B}">
      <dgm:prSet/>
      <dgm:spPr/>
      <dgm:t>
        <a:bodyPr/>
        <a:lstStyle/>
        <a:p>
          <a:endParaRPr lang="en-US" dirty="0"/>
        </a:p>
      </dgm:t>
    </dgm:pt>
    <dgm:pt modelId="{A5D6FF7D-B46D-DC4E-8939-9D1753E16858}" type="parTrans" cxnId="{CF41CC30-7743-4348-BDB1-31C5ABB610A8}">
      <dgm:prSet/>
      <dgm:spPr/>
      <dgm:t>
        <a:bodyPr/>
        <a:lstStyle/>
        <a:p>
          <a:endParaRPr lang="en-US"/>
        </a:p>
      </dgm:t>
    </dgm:pt>
    <dgm:pt modelId="{E50B8F02-4798-1E48-A85F-3B8E7CB49208}" type="sibTrans" cxnId="{CF41CC30-7743-4348-BDB1-31C5ABB610A8}">
      <dgm:prSet/>
      <dgm:spPr/>
      <dgm:t>
        <a:bodyPr/>
        <a:lstStyle/>
        <a:p>
          <a:endParaRPr lang="en-US"/>
        </a:p>
      </dgm:t>
    </dgm:pt>
    <dgm:pt modelId="{24AC4A1E-2628-3141-BC3E-72A1A93E50D7}">
      <dgm:prSet/>
      <dgm:spPr/>
      <dgm:t>
        <a:bodyPr/>
        <a:lstStyle/>
        <a:p>
          <a:endParaRPr lang="en-US" dirty="0"/>
        </a:p>
      </dgm:t>
    </dgm:pt>
    <dgm:pt modelId="{6646FE27-BB09-8A47-81AE-D140E2561F65}" type="parTrans" cxnId="{16C578B4-A830-1D4A-919E-93E481BCFFCF}">
      <dgm:prSet/>
      <dgm:spPr/>
      <dgm:t>
        <a:bodyPr/>
        <a:lstStyle/>
        <a:p>
          <a:endParaRPr lang="en-US"/>
        </a:p>
      </dgm:t>
    </dgm:pt>
    <dgm:pt modelId="{195DBB54-1CA7-9A43-826D-E4F7F3E0F1D0}" type="sibTrans" cxnId="{16C578B4-A830-1D4A-919E-93E481BCFFCF}">
      <dgm:prSet/>
      <dgm:spPr/>
      <dgm:t>
        <a:bodyPr/>
        <a:lstStyle/>
        <a:p>
          <a:endParaRPr lang="en-US"/>
        </a:p>
      </dgm:t>
    </dgm:pt>
    <dgm:pt modelId="{A4D95912-AEEA-864A-9869-DACF0F0FFDDA}">
      <dgm:prSet/>
      <dgm:spPr/>
      <dgm:t>
        <a:bodyPr/>
        <a:lstStyle/>
        <a:p>
          <a:endParaRPr lang="en-US" dirty="0"/>
        </a:p>
      </dgm:t>
    </dgm:pt>
    <dgm:pt modelId="{3B115BD1-3FF7-5046-96C1-D3AB0257E500}" type="parTrans" cxnId="{15F4C99D-E0E2-1F42-B34B-EB3D0FBFDD0C}">
      <dgm:prSet/>
      <dgm:spPr/>
      <dgm:t>
        <a:bodyPr/>
        <a:lstStyle/>
        <a:p>
          <a:endParaRPr lang="en-US"/>
        </a:p>
      </dgm:t>
    </dgm:pt>
    <dgm:pt modelId="{E40B910E-99D1-6E43-B60C-D4CEAE033CC3}" type="sibTrans" cxnId="{15F4C99D-E0E2-1F42-B34B-EB3D0FBFDD0C}">
      <dgm:prSet/>
      <dgm:spPr/>
      <dgm:t>
        <a:bodyPr/>
        <a:lstStyle/>
        <a:p>
          <a:endParaRPr lang="en-US"/>
        </a:p>
      </dgm:t>
    </dgm:pt>
    <dgm:pt modelId="{BCF82DD9-7DF9-5847-8583-3E6BA9B58472}">
      <dgm:prSet/>
      <dgm:spPr/>
      <dgm:t>
        <a:bodyPr/>
        <a:lstStyle/>
        <a:p>
          <a:endParaRPr lang="en-US" dirty="0"/>
        </a:p>
      </dgm:t>
    </dgm:pt>
    <dgm:pt modelId="{2B1AA084-29FB-E941-B0B8-FF98BB71AC27}" type="parTrans" cxnId="{D415A5C9-2E7B-B04D-9677-55B41ECF08B5}">
      <dgm:prSet/>
      <dgm:spPr/>
      <dgm:t>
        <a:bodyPr/>
        <a:lstStyle/>
        <a:p>
          <a:endParaRPr lang="en-US"/>
        </a:p>
      </dgm:t>
    </dgm:pt>
    <dgm:pt modelId="{6068D9A3-CBAE-9E49-8B44-4C31616773A3}" type="sibTrans" cxnId="{D415A5C9-2E7B-B04D-9677-55B41ECF08B5}">
      <dgm:prSet/>
      <dgm:spPr/>
      <dgm:t>
        <a:bodyPr/>
        <a:lstStyle/>
        <a:p>
          <a:endParaRPr lang="en-US"/>
        </a:p>
      </dgm:t>
    </dgm:pt>
    <dgm:pt modelId="{CAB8E6C0-7A0A-0A4B-A67A-7051306D106D}">
      <dgm:prSet/>
      <dgm:spPr/>
      <dgm:t>
        <a:bodyPr/>
        <a:lstStyle/>
        <a:p>
          <a:endParaRPr lang="en-US" dirty="0"/>
        </a:p>
      </dgm:t>
    </dgm:pt>
    <dgm:pt modelId="{9752FC99-3337-BB48-A592-E43F34C894EB}" type="parTrans" cxnId="{DC3E49FD-9B73-3448-9876-D19B61022DB1}">
      <dgm:prSet/>
      <dgm:spPr/>
      <dgm:t>
        <a:bodyPr/>
        <a:lstStyle/>
        <a:p>
          <a:endParaRPr lang="en-US"/>
        </a:p>
      </dgm:t>
    </dgm:pt>
    <dgm:pt modelId="{BC14E1EF-0144-CE44-BD26-77F20F2AA915}" type="sibTrans" cxnId="{DC3E49FD-9B73-3448-9876-D19B61022DB1}">
      <dgm:prSet/>
      <dgm:spPr/>
      <dgm:t>
        <a:bodyPr/>
        <a:lstStyle/>
        <a:p>
          <a:endParaRPr lang="en-US"/>
        </a:p>
      </dgm:t>
    </dgm:pt>
    <dgm:pt modelId="{44C3F61F-7ADB-C544-BD71-DCC7891C42E1}" type="pres">
      <dgm:prSet presAssocID="{AA5E0B08-ED37-E446-9133-12AADCF2224B}" presName="hierChild1" presStyleCnt="0">
        <dgm:presLayoutVars>
          <dgm:orgChart val="1"/>
          <dgm:chPref val="1"/>
          <dgm:dir/>
          <dgm:animOne val="branch"/>
          <dgm:animLvl val="lvl"/>
          <dgm:resizeHandles/>
        </dgm:presLayoutVars>
      </dgm:prSet>
      <dgm:spPr/>
    </dgm:pt>
    <dgm:pt modelId="{1E25BB10-0D00-5A42-8C90-B5D3CBAF1906}" type="pres">
      <dgm:prSet presAssocID="{8586DC78-A412-CF4D-98B8-5CE54452C647}" presName="hierRoot1" presStyleCnt="0">
        <dgm:presLayoutVars>
          <dgm:hierBranch val="init"/>
        </dgm:presLayoutVars>
      </dgm:prSet>
      <dgm:spPr/>
    </dgm:pt>
    <dgm:pt modelId="{D153FEBB-BCBD-D844-A0D5-C1FD2ECCCB3B}" type="pres">
      <dgm:prSet presAssocID="{8586DC78-A412-CF4D-98B8-5CE54452C647}" presName="rootComposite1" presStyleCnt="0"/>
      <dgm:spPr/>
    </dgm:pt>
    <dgm:pt modelId="{AA475619-E8D2-FB45-92F2-F57D2DFBD771}" type="pres">
      <dgm:prSet presAssocID="{8586DC78-A412-CF4D-98B8-5CE54452C647}" presName="rootText1" presStyleLbl="node0" presStyleIdx="0" presStyleCnt="1">
        <dgm:presLayoutVars>
          <dgm:chPref val="3"/>
        </dgm:presLayoutVars>
      </dgm:prSet>
      <dgm:spPr/>
    </dgm:pt>
    <dgm:pt modelId="{F9A589C5-9698-A140-8DB0-18F4DA12743B}" type="pres">
      <dgm:prSet presAssocID="{8586DC78-A412-CF4D-98B8-5CE54452C647}" presName="rootConnector1" presStyleLbl="node1" presStyleIdx="0" presStyleCnt="0"/>
      <dgm:spPr/>
    </dgm:pt>
    <dgm:pt modelId="{8840AE1E-DE79-0645-B628-CCFCC5322F84}" type="pres">
      <dgm:prSet presAssocID="{8586DC78-A412-CF4D-98B8-5CE54452C647}" presName="hierChild2" presStyleCnt="0"/>
      <dgm:spPr/>
    </dgm:pt>
    <dgm:pt modelId="{1EE56942-8CC2-2C4F-A5D6-3BFCE42A5A12}" type="pres">
      <dgm:prSet presAssocID="{8B9D55D8-CAAC-6D48-85AA-22FD2A042D1C}" presName="Name37" presStyleLbl="parChTrans1D2" presStyleIdx="0" presStyleCnt="4"/>
      <dgm:spPr/>
    </dgm:pt>
    <dgm:pt modelId="{99FC2BB1-0FFA-684E-99B4-2715FB00EFA3}" type="pres">
      <dgm:prSet presAssocID="{A823E2FE-A7A8-C84B-8EE2-73140ED5E2D2}" presName="hierRoot2" presStyleCnt="0">
        <dgm:presLayoutVars>
          <dgm:hierBranch val="init"/>
        </dgm:presLayoutVars>
      </dgm:prSet>
      <dgm:spPr/>
    </dgm:pt>
    <dgm:pt modelId="{800B9ED3-0237-0D42-B612-D041315E5A46}" type="pres">
      <dgm:prSet presAssocID="{A823E2FE-A7A8-C84B-8EE2-73140ED5E2D2}" presName="rootComposite" presStyleCnt="0"/>
      <dgm:spPr/>
    </dgm:pt>
    <dgm:pt modelId="{F1E444B3-2622-5F4C-8AD5-41067DB42589}" type="pres">
      <dgm:prSet presAssocID="{A823E2FE-A7A8-C84B-8EE2-73140ED5E2D2}" presName="rootText" presStyleLbl="node2" presStyleIdx="0" presStyleCnt="4">
        <dgm:presLayoutVars>
          <dgm:chPref val="3"/>
        </dgm:presLayoutVars>
      </dgm:prSet>
      <dgm:spPr/>
    </dgm:pt>
    <dgm:pt modelId="{DA8F2CB1-D158-3948-9C2D-9C4D9E31CD5D}" type="pres">
      <dgm:prSet presAssocID="{A823E2FE-A7A8-C84B-8EE2-73140ED5E2D2}" presName="rootConnector" presStyleLbl="node2" presStyleIdx="0" presStyleCnt="4"/>
      <dgm:spPr/>
    </dgm:pt>
    <dgm:pt modelId="{CF53E73B-D5A0-7A42-BE08-44FC1B598D0A}" type="pres">
      <dgm:prSet presAssocID="{A823E2FE-A7A8-C84B-8EE2-73140ED5E2D2}" presName="hierChild4" presStyleCnt="0"/>
      <dgm:spPr/>
    </dgm:pt>
    <dgm:pt modelId="{27D680F4-7C88-A44A-9BB2-A8E438E6B6A4}" type="pres">
      <dgm:prSet presAssocID="{3B115BD1-3FF7-5046-96C1-D3AB0257E500}" presName="Name37" presStyleLbl="parChTrans1D3" presStyleIdx="0" presStyleCnt="12"/>
      <dgm:spPr/>
    </dgm:pt>
    <dgm:pt modelId="{CFF814DA-A1FE-164F-9FE7-2C05B5CAE934}" type="pres">
      <dgm:prSet presAssocID="{A4D95912-AEEA-864A-9869-DACF0F0FFDDA}" presName="hierRoot2" presStyleCnt="0">
        <dgm:presLayoutVars>
          <dgm:hierBranch val="init"/>
        </dgm:presLayoutVars>
      </dgm:prSet>
      <dgm:spPr/>
    </dgm:pt>
    <dgm:pt modelId="{C11EAB1D-19C5-F64D-93B0-839923B0654A}" type="pres">
      <dgm:prSet presAssocID="{A4D95912-AEEA-864A-9869-DACF0F0FFDDA}" presName="rootComposite" presStyleCnt="0"/>
      <dgm:spPr/>
    </dgm:pt>
    <dgm:pt modelId="{4A9AB7C7-7D91-6B41-80EA-9D53714E47BB}" type="pres">
      <dgm:prSet presAssocID="{A4D95912-AEEA-864A-9869-DACF0F0FFDDA}" presName="rootText" presStyleLbl="node3" presStyleIdx="0" presStyleCnt="12">
        <dgm:presLayoutVars>
          <dgm:chPref val="3"/>
        </dgm:presLayoutVars>
      </dgm:prSet>
      <dgm:spPr/>
    </dgm:pt>
    <dgm:pt modelId="{955E23D1-BCC0-294B-BA19-4DF4E429142A}" type="pres">
      <dgm:prSet presAssocID="{A4D95912-AEEA-864A-9869-DACF0F0FFDDA}" presName="rootConnector" presStyleLbl="node3" presStyleIdx="0" presStyleCnt="12"/>
      <dgm:spPr/>
    </dgm:pt>
    <dgm:pt modelId="{E3332BA1-549A-B044-ACC5-BC7102FEE648}" type="pres">
      <dgm:prSet presAssocID="{A4D95912-AEEA-864A-9869-DACF0F0FFDDA}" presName="hierChild4" presStyleCnt="0"/>
      <dgm:spPr/>
    </dgm:pt>
    <dgm:pt modelId="{C9E74A6F-B508-664B-A182-D78ED5653B35}" type="pres">
      <dgm:prSet presAssocID="{A4D95912-AEEA-864A-9869-DACF0F0FFDDA}" presName="hierChild5" presStyleCnt="0"/>
      <dgm:spPr/>
    </dgm:pt>
    <dgm:pt modelId="{A6166DA2-DE45-E749-B55D-1479A20D11E1}" type="pres">
      <dgm:prSet presAssocID="{2B1AA084-29FB-E941-B0B8-FF98BB71AC27}" presName="Name37" presStyleLbl="parChTrans1D3" presStyleIdx="1" presStyleCnt="12"/>
      <dgm:spPr/>
    </dgm:pt>
    <dgm:pt modelId="{59BB3127-13C2-C940-BE2B-505404872772}" type="pres">
      <dgm:prSet presAssocID="{BCF82DD9-7DF9-5847-8583-3E6BA9B58472}" presName="hierRoot2" presStyleCnt="0">
        <dgm:presLayoutVars>
          <dgm:hierBranch val="init"/>
        </dgm:presLayoutVars>
      </dgm:prSet>
      <dgm:spPr/>
    </dgm:pt>
    <dgm:pt modelId="{23FD35BD-C23C-DE44-BA43-5CE5AF145F81}" type="pres">
      <dgm:prSet presAssocID="{BCF82DD9-7DF9-5847-8583-3E6BA9B58472}" presName="rootComposite" presStyleCnt="0"/>
      <dgm:spPr/>
    </dgm:pt>
    <dgm:pt modelId="{D3586F14-6BBD-CB42-AE24-A1B240E7A8C2}" type="pres">
      <dgm:prSet presAssocID="{BCF82DD9-7DF9-5847-8583-3E6BA9B58472}" presName="rootText" presStyleLbl="node3" presStyleIdx="1" presStyleCnt="12">
        <dgm:presLayoutVars>
          <dgm:chPref val="3"/>
        </dgm:presLayoutVars>
      </dgm:prSet>
      <dgm:spPr/>
    </dgm:pt>
    <dgm:pt modelId="{CB436C7E-AA3F-EF44-BB20-7BFC36DB783A}" type="pres">
      <dgm:prSet presAssocID="{BCF82DD9-7DF9-5847-8583-3E6BA9B58472}" presName="rootConnector" presStyleLbl="node3" presStyleIdx="1" presStyleCnt="12"/>
      <dgm:spPr/>
    </dgm:pt>
    <dgm:pt modelId="{443B6E2D-C698-0740-A666-053074B2AD29}" type="pres">
      <dgm:prSet presAssocID="{BCF82DD9-7DF9-5847-8583-3E6BA9B58472}" presName="hierChild4" presStyleCnt="0"/>
      <dgm:spPr/>
    </dgm:pt>
    <dgm:pt modelId="{C3C4A85D-4120-B547-9D3D-DC91FE3311D4}" type="pres">
      <dgm:prSet presAssocID="{BCF82DD9-7DF9-5847-8583-3E6BA9B58472}" presName="hierChild5" presStyleCnt="0"/>
      <dgm:spPr/>
    </dgm:pt>
    <dgm:pt modelId="{97E87D59-4A43-2E44-91E1-1FB003C97860}" type="pres">
      <dgm:prSet presAssocID="{9752FC99-3337-BB48-A592-E43F34C894EB}" presName="Name37" presStyleLbl="parChTrans1D3" presStyleIdx="2" presStyleCnt="12"/>
      <dgm:spPr/>
    </dgm:pt>
    <dgm:pt modelId="{2226CE3F-ADBE-7147-946A-22738C3963DA}" type="pres">
      <dgm:prSet presAssocID="{CAB8E6C0-7A0A-0A4B-A67A-7051306D106D}" presName="hierRoot2" presStyleCnt="0">
        <dgm:presLayoutVars>
          <dgm:hierBranch val="init"/>
        </dgm:presLayoutVars>
      </dgm:prSet>
      <dgm:spPr/>
    </dgm:pt>
    <dgm:pt modelId="{74BBDF81-AD7C-364F-9DF9-9825461E35DE}" type="pres">
      <dgm:prSet presAssocID="{CAB8E6C0-7A0A-0A4B-A67A-7051306D106D}" presName="rootComposite" presStyleCnt="0"/>
      <dgm:spPr/>
    </dgm:pt>
    <dgm:pt modelId="{8FD48F09-58E3-4A47-B8E4-71DD35B9D83E}" type="pres">
      <dgm:prSet presAssocID="{CAB8E6C0-7A0A-0A4B-A67A-7051306D106D}" presName="rootText" presStyleLbl="node3" presStyleIdx="2" presStyleCnt="12">
        <dgm:presLayoutVars>
          <dgm:chPref val="3"/>
        </dgm:presLayoutVars>
      </dgm:prSet>
      <dgm:spPr/>
    </dgm:pt>
    <dgm:pt modelId="{15C85C70-F904-6744-B26E-D28CD7D5E29E}" type="pres">
      <dgm:prSet presAssocID="{CAB8E6C0-7A0A-0A4B-A67A-7051306D106D}" presName="rootConnector" presStyleLbl="node3" presStyleIdx="2" presStyleCnt="12"/>
      <dgm:spPr/>
    </dgm:pt>
    <dgm:pt modelId="{F6FE4AE4-6839-3644-BE93-E9337A94B33D}" type="pres">
      <dgm:prSet presAssocID="{CAB8E6C0-7A0A-0A4B-A67A-7051306D106D}" presName="hierChild4" presStyleCnt="0"/>
      <dgm:spPr/>
    </dgm:pt>
    <dgm:pt modelId="{3F8E029F-3156-0A49-9B62-C139C4CDACB1}" type="pres">
      <dgm:prSet presAssocID="{CAB8E6C0-7A0A-0A4B-A67A-7051306D106D}" presName="hierChild5" presStyleCnt="0"/>
      <dgm:spPr/>
    </dgm:pt>
    <dgm:pt modelId="{1386A19C-9249-8940-A0EA-10E0375EA3A2}" type="pres">
      <dgm:prSet presAssocID="{A823E2FE-A7A8-C84B-8EE2-73140ED5E2D2}" presName="hierChild5" presStyleCnt="0"/>
      <dgm:spPr/>
    </dgm:pt>
    <dgm:pt modelId="{10C83114-CD4B-4543-B4D5-CE8F99347AC2}" type="pres">
      <dgm:prSet presAssocID="{C7C95A15-08C2-9848-A19B-168613A48997}" presName="Name37" presStyleLbl="parChTrans1D2" presStyleIdx="1" presStyleCnt="4"/>
      <dgm:spPr/>
    </dgm:pt>
    <dgm:pt modelId="{8AE99E7A-EF6B-914F-A2D8-6B969FB7A492}" type="pres">
      <dgm:prSet presAssocID="{C8B59993-4106-6242-B756-4CFA01B8B15C}" presName="hierRoot2" presStyleCnt="0">
        <dgm:presLayoutVars>
          <dgm:hierBranch val="init"/>
        </dgm:presLayoutVars>
      </dgm:prSet>
      <dgm:spPr/>
    </dgm:pt>
    <dgm:pt modelId="{A848C9D6-3C40-4342-9AA6-F20C01DC09FB}" type="pres">
      <dgm:prSet presAssocID="{C8B59993-4106-6242-B756-4CFA01B8B15C}" presName="rootComposite" presStyleCnt="0"/>
      <dgm:spPr/>
    </dgm:pt>
    <dgm:pt modelId="{FCB403E8-7CD0-2F4B-ADF8-2C0A8AA1E754}" type="pres">
      <dgm:prSet presAssocID="{C8B59993-4106-6242-B756-4CFA01B8B15C}" presName="rootText" presStyleLbl="node2" presStyleIdx="1" presStyleCnt="4">
        <dgm:presLayoutVars>
          <dgm:chPref val="3"/>
        </dgm:presLayoutVars>
      </dgm:prSet>
      <dgm:spPr/>
    </dgm:pt>
    <dgm:pt modelId="{BBF89D95-CE4B-4F4E-ADD2-CE9025CEBEA5}" type="pres">
      <dgm:prSet presAssocID="{C8B59993-4106-6242-B756-4CFA01B8B15C}" presName="rootConnector" presStyleLbl="node2" presStyleIdx="1" presStyleCnt="4"/>
      <dgm:spPr/>
    </dgm:pt>
    <dgm:pt modelId="{7324EA8C-6ADC-DE41-BCFD-910290073208}" type="pres">
      <dgm:prSet presAssocID="{C8B59993-4106-6242-B756-4CFA01B8B15C}" presName="hierChild4" presStyleCnt="0"/>
      <dgm:spPr/>
    </dgm:pt>
    <dgm:pt modelId="{9348D0BB-3743-1449-8E67-19A34975A0F8}" type="pres">
      <dgm:prSet presAssocID="{A5D6FF7D-B46D-DC4E-8939-9D1753E16858}" presName="Name37" presStyleLbl="parChTrans1D3" presStyleIdx="3" presStyleCnt="12"/>
      <dgm:spPr/>
    </dgm:pt>
    <dgm:pt modelId="{2D8F9B87-73C1-2045-ADE9-B5793548BCA4}" type="pres">
      <dgm:prSet presAssocID="{CADE2FE1-9EEB-3B42-965D-E2C00BC20A5B}" presName="hierRoot2" presStyleCnt="0">
        <dgm:presLayoutVars>
          <dgm:hierBranch val="init"/>
        </dgm:presLayoutVars>
      </dgm:prSet>
      <dgm:spPr/>
    </dgm:pt>
    <dgm:pt modelId="{625A1705-F2E4-9144-9D47-6867BBD9E668}" type="pres">
      <dgm:prSet presAssocID="{CADE2FE1-9EEB-3B42-965D-E2C00BC20A5B}" presName="rootComposite" presStyleCnt="0"/>
      <dgm:spPr/>
    </dgm:pt>
    <dgm:pt modelId="{26433F28-69B9-4D48-813F-355000119E6E}" type="pres">
      <dgm:prSet presAssocID="{CADE2FE1-9EEB-3B42-965D-E2C00BC20A5B}" presName="rootText" presStyleLbl="node3" presStyleIdx="3" presStyleCnt="12">
        <dgm:presLayoutVars>
          <dgm:chPref val="3"/>
        </dgm:presLayoutVars>
      </dgm:prSet>
      <dgm:spPr/>
    </dgm:pt>
    <dgm:pt modelId="{38B05DD5-B2F5-1440-97F0-73BB671B27A5}" type="pres">
      <dgm:prSet presAssocID="{CADE2FE1-9EEB-3B42-965D-E2C00BC20A5B}" presName="rootConnector" presStyleLbl="node3" presStyleIdx="3" presStyleCnt="12"/>
      <dgm:spPr/>
    </dgm:pt>
    <dgm:pt modelId="{62BACFA9-0AE6-4546-9021-4A6684B869BB}" type="pres">
      <dgm:prSet presAssocID="{CADE2FE1-9EEB-3B42-965D-E2C00BC20A5B}" presName="hierChild4" presStyleCnt="0"/>
      <dgm:spPr/>
    </dgm:pt>
    <dgm:pt modelId="{A308209E-DD55-B44E-BCAB-EDEA598BD21E}" type="pres">
      <dgm:prSet presAssocID="{CADE2FE1-9EEB-3B42-965D-E2C00BC20A5B}" presName="hierChild5" presStyleCnt="0"/>
      <dgm:spPr/>
    </dgm:pt>
    <dgm:pt modelId="{8E149C36-054E-E64F-AC3B-74A2A06B483C}" type="pres">
      <dgm:prSet presAssocID="{6646FE27-BB09-8A47-81AE-D140E2561F65}" presName="Name37" presStyleLbl="parChTrans1D3" presStyleIdx="4" presStyleCnt="12"/>
      <dgm:spPr/>
    </dgm:pt>
    <dgm:pt modelId="{FBBD1010-99A5-974B-8EF0-7873C7E187E0}" type="pres">
      <dgm:prSet presAssocID="{24AC4A1E-2628-3141-BC3E-72A1A93E50D7}" presName="hierRoot2" presStyleCnt="0">
        <dgm:presLayoutVars>
          <dgm:hierBranch val="init"/>
        </dgm:presLayoutVars>
      </dgm:prSet>
      <dgm:spPr/>
    </dgm:pt>
    <dgm:pt modelId="{70EF60C4-A18E-9D4C-B428-3A5EE33131DC}" type="pres">
      <dgm:prSet presAssocID="{24AC4A1E-2628-3141-BC3E-72A1A93E50D7}" presName="rootComposite" presStyleCnt="0"/>
      <dgm:spPr/>
    </dgm:pt>
    <dgm:pt modelId="{3BEB5611-F1FB-FD4F-9135-7ACC3894D3A4}" type="pres">
      <dgm:prSet presAssocID="{24AC4A1E-2628-3141-BC3E-72A1A93E50D7}" presName="rootText" presStyleLbl="node3" presStyleIdx="4" presStyleCnt="12">
        <dgm:presLayoutVars>
          <dgm:chPref val="3"/>
        </dgm:presLayoutVars>
      </dgm:prSet>
      <dgm:spPr/>
    </dgm:pt>
    <dgm:pt modelId="{F13156D7-7702-8543-89F3-C57AED27789A}" type="pres">
      <dgm:prSet presAssocID="{24AC4A1E-2628-3141-BC3E-72A1A93E50D7}" presName="rootConnector" presStyleLbl="node3" presStyleIdx="4" presStyleCnt="12"/>
      <dgm:spPr/>
    </dgm:pt>
    <dgm:pt modelId="{81CF8B26-EE69-F345-89F4-42C1E7F792D0}" type="pres">
      <dgm:prSet presAssocID="{24AC4A1E-2628-3141-BC3E-72A1A93E50D7}" presName="hierChild4" presStyleCnt="0"/>
      <dgm:spPr/>
    </dgm:pt>
    <dgm:pt modelId="{83D3648D-1E98-E04A-BB14-F252D1B4B1D3}" type="pres">
      <dgm:prSet presAssocID="{24AC4A1E-2628-3141-BC3E-72A1A93E50D7}" presName="hierChild5" presStyleCnt="0"/>
      <dgm:spPr/>
    </dgm:pt>
    <dgm:pt modelId="{A39F84AE-CB8E-B84F-8B36-02BC5B63E070}" type="pres">
      <dgm:prSet presAssocID="{9E54E051-9686-0745-9857-2A47FE3A751A}" presName="Name37" presStyleLbl="parChTrans1D3" presStyleIdx="5" presStyleCnt="12"/>
      <dgm:spPr/>
    </dgm:pt>
    <dgm:pt modelId="{BE070C63-10A1-DE44-AAEA-4D57E9228C13}" type="pres">
      <dgm:prSet presAssocID="{2FD47FAD-D9A6-2641-B42B-C7EF9240E94C}" presName="hierRoot2" presStyleCnt="0">
        <dgm:presLayoutVars>
          <dgm:hierBranch val="init"/>
        </dgm:presLayoutVars>
      </dgm:prSet>
      <dgm:spPr/>
    </dgm:pt>
    <dgm:pt modelId="{55700D1A-0D07-2C4A-A5ED-F10B4385DD0C}" type="pres">
      <dgm:prSet presAssocID="{2FD47FAD-D9A6-2641-B42B-C7EF9240E94C}" presName="rootComposite" presStyleCnt="0"/>
      <dgm:spPr/>
    </dgm:pt>
    <dgm:pt modelId="{C920E83D-8B77-524D-B23D-ED4576BBC3AE}" type="pres">
      <dgm:prSet presAssocID="{2FD47FAD-D9A6-2641-B42B-C7EF9240E94C}" presName="rootText" presStyleLbl="node3" presStyleIdx="5" presStyleCnt="12">
        <dgm:presLayoutVars>
          <dgm:chPref val="3"/>
        </dgm:presLayoutVars>
      </dgm:prSet>
      <dgm:spPr/>
    </dgm:pt>
    <dgm:pt modelId="{F0B21BCA-892A-3F49-B241-ACAC02384793}" type="pres">
      <dgm:prSet presAssocID="{2FD47FAD-D9A6-2641-B42B-C7EF9240E94C}" presName="rootConnector" presStyleLbl="node3" presStyleIdx="5" presStyleCnt="12"/>
      <dgm:spPr/>
    </dgm:pt>
    <dgm:pt modelId="{A444C827-08EC-F94F-9B1C-CA2FAA75CD08}" type="pres">
      <dgm:prSet presAssocID="{2FD47FAD-D9A6-2641-B42B-C7EF9240E94C}" presName="hierChild4" presStyleCnt="0"/>
      <dgm:spPr/>
    </dgm:pt>
    <dgm:pt modelId="{8D352827-C6D8-DC4B-BD40-E182C5015E39}" type="pres">
      <dgm:prSet presAssocID="{2FD47FAD-D9A6-2641-B42B-C7EF9240E94C}" presName="hierChild5" presStyleCnt="0"/>
      <dgm:spPr/>
    </dgm:pt>
    <dgm:pt modelId="{EC018A30-067A-A643-AC22-D4A63DD8624D}" type="pres">
      <dgm:prSet presAssocID="{C8B59993-4106-6242-B756-4CFA01B8B15C}" presName="hierChild5" presStyleCnt="0"/>
      <dgm:spPr/>
    </dgm:pt>
    <dgm:pt modelId="{C81CE094-E691-5648-8E6D-E097627A8C36}" type="pres">
      <dgm:prSet presAssocID="{73B1487F-7AE2-F44C-B368-14B7B0E28802}" presName="Name37" presStyleLbl="parChTrans1D2" presStyleIdx="2" presStyleCnt="4"/>
      <dgm:spPr/>
    </dgm:pt>
    <dgm:pt modelId="{65A8E0D3-B7C4-D440-8B77-7C21CDA3B6C1}" type="pres">
      <dgm:prSet presAssocID="{A77EE98D-CB0A-2C4B-94CF-8446E5459A55}" presName="hierRoot2" presStyleCnt="0">
        <dgm:presLayoutVars>
          <dgm:hierBranch val="init"/>
        </dgm:presLayoutVars>
      </dgm:prSet>
      <dgm:spPr/>
    </dgm:pt>
    <dgm:pt modelId="{46C8CF5A-B914-4949-A2FB-F542A361DE45}" type="pres">
      <dgm:prSet presAssocID="{A77EE98D-CB0A-2C4B-94CF-8446E5459A55}" presName="rootComposite" presStyleCnt="0"/>
      <dgm:spPr/>
    </dgm:pt>
    <dgm:pt modelId="{701B193D-17E5-5B4F-93AA-6941E4DD257A}" type="pres">
      <dgm:prSet presAssocID="{A77EE98D-CB0A-2C4B-94CF-8446E5459A55}" presName="rootText" presStyleLbl="node2" presStyleIdx="2" presStyleCnt="4">
        <dgm:presLayoutVars>
          <dgm:chPref val="3"/>
        </dgm:presLayoutVars>
      </dgm:prSet>
      <dgm:spPr/>
    </dgm:pt>
    <dgm:pt modelId="{13FDE00A-DC4F-F44B-B610-36D582A3303F}" type="pres">
      <dgm:prSet presAssocID="{A77EE98D-CB0A-2C4B-94CF-8446E5459A55}" presName="rootConnector" presStyleLbl="node2" presStyleIdx="2" presStyleCnt="4"/>
      <dgm:spPr/>
    </dgm:pt>
    <dgm:pt modelId="{C2BD8944-6E93-CF49-9C69-6AAAF857C9E6}" type="pres">
      <dgm:prSet presAssocID="{A77EE98D-CB0A-2C4B-94CF-8446E5459A55}" presName="hierChild4" presStyleCnt="0"/>
      <dgm:spPr/>
    </dgm:pt>
    <dgm:pt modelId="{617089B0-AFD4-5D42-85FB-D1CED29EB92C}" type="pres">
      <dgm:prSet presAssocID="{828CBDBC-ECD0-E647-9A4A-DDAD063AF71D}" presName="Name37" presStyleLbl="parChTrans1D3" presStyleIdx="6" presStyleCnt="12"/>
      <dgm:spPr/>
    </dgm:pt>
    <dgm:pt modelId="{4671AF82-AA43-994C-996E-FC08CC86CF2C}" type="pres">
      <dgm:prSet presAssocID="{86849877-1478-404C-B59F-CC624495BF8B}" presName="hierRoot2" presStyleCnt="0">
        <dgm:presLayoutVars>
          <dgm:hierBranch val="init"/>
        </dgm:presLayoutVars>
      </dgm:prSet>
      <dgm:spPr/>
    </dgm:pt>
    <dgm:pt modelId="{BF729D70-9721-3F43-8A33-72C72D51C29C}" type="pres">
      <dgm:prSet presAssocID="{86849877-1478-404C-B59F-CC624495BF8B}" presName="rootComposite" presStyleCnt="0"/>
      <dgm:spPr/>
    </dgm:pt>
    <dgm:pt modelId="{FC4A473B-1FD5-3A43-A59A-5239A808BCA6}" type="pres">
      <dgm:prSet presAssocID="{86849877-1478-404C-B59F-CC624495BF8B}" presName="rootText" presStyleLbl="node3" presStyleIdx="6" presStyleCnt="12">
        <dgm:presLayoutVars>
          <dgm:chPref val="3"/>
        </dgm:presLayoutVars>
      </dgm:prSet>
      <dgm:spPr/>
    </dgm:pt>
    <dgm:pt modelId="{A2A93165-E3BB-2147-8A4E-401628C597EB}" type="pres">
      <dgm:prSet presAssocID="{86849877-1478-404C-B59F-CC624495BF8B}" presName="rootConnector" presStyleLbl="node3" presStyleIdx="6" presStyleCnt="12"/>
      <dgm:spPr/>
    </dgm:pt>
    <dgm:pt modelId="{2773F97F-ADE8-E84E-AA7E-C428046184AE}" type="pres">
      <dgm:prSet presAssocID="{86849877-1478-404C-B59F-CC624495BF8B}" presName="hierChild4" presStyleCnt="0"/>
      <dgm:spPr/>
    </dgm:pt>
    <dgm:pt modelId="{9A9F0CC4-EFE7-F54E-902C-0D1E7229ED35}" type="pres">
      <dgm:prSet presAssocID="{86849877-1478-404C-B59F-CC624495BF8B}" presName="hierChild5" presStyleCnt="0"/>
      <dgm:spPr/>
    </dgm:pt>
    <dgm:pt modelId="{FD8493D4-DFDC-AA40-99CC-CE8581EBCC48}" type="pres">
      <dgm:prSet presAssocID="{01F3DAD9-F61F-DB47-9FA8-BC5A2E6FCD9F}" presName="Name37" presStyleLbl="parChTrans1D3" presStyleIdx="7" presStyleCnt="12"/>
      <dgm:spPr/>
    </dgm:pt>
    <dgm:pt modelId="{B711476B-D7D3-7D4D-9165-4F161705FAB0}" type="pres">
      <dgm:prSet presAssocID="{0A30FED4-ACDF-E64A-BC87-63F0BFB2167F}" presName="hierRoot2" presStyleCnt="0">
        <dgm:presLayoutVars>
          <dgm:hierBranch val="init"/>
        </dgm:presLayoutVars>
      </dgm:prSet>
      <dgm:spPr/>
    </dgm:pt>
    <dgm:pt modelId="{C46307BE-1C2F-8846-BF53-B82CDCDE06D2}" type="pres">
      <dgm:prSet presAssocID="{0A30FED4-ACDF-E64A-BC87-63F0BFB2167F}" presName="rootComposite" presStyleCnt="0"/>
      <dgm:spPr/>
    </dgm:pt>
    <dgm:pt modelId="{BAAAC9D1-9CD4-7841-BBAA-408D131693E5}" type="pres">
      <dgm:prSet presAssocID="{0A30FED4-ACDF-E64A-BC87-63F0BFB2167F}" presName="rootText" presStyleLbl="node3" presStyleIdx="7" presStyleCnt="12">
        <dgm:presLayoutVars>
          <dgm:chPref val="3"/>
        </dgm:presLayoutVars>
      </dgm:prSet>
      <dgm:spPr/>
    </dgm:pt>
    <dgm:pt modelId="{42DB8B19-54E7-6A49-9982-2E888FA69F98}" type="pres">
      <dgm:prSet presAssocID="{0A30FED4-ACDF-E64A-BC87-63F0BFB2167F}" presName="rootConnector" presStyleLbl="node3" presStyleIdx="7" presStyleCnt="12"/>
      <dgm:spPr/>
    </dgm:pt>
    <dgm:pt modelId="{4A0692C0-8977-3C41-B856-F8FC46A69DF7}" type="pres">
      <dgm:prSet presAssocID="{0A30FED4-ACDF-E64A-BC87-63F0BFB2167F}" presName="hierChild4" presStyleCnt="0"/>
      <dgm:spPr/>
    </dgm:pt>
    <dgm:pt modelId="{ABBD719D-68B8-9D4F-8CEC-EBB220C89E48}" type="pres">
      <dgm:prSet presAssocID="{0A30FED4-ACDF-E64A-BC87-63F0BFB2167F}" presName="hierChild5" presStyleCnt="0"/>
      <dgm:spPr/>
    </dgm:pt>
    <dgm:pt modelId="{9B6F8AAA-508F-9845-B76D-3F87F2B7DD02}" type="pres">
      <dgm:prSet presAssocID="{9119C3DD-BE71-4F44-AD3F-499BDDAE64A4}" presName="Name37" presStyleLbl="parChTrans1D3" presStyleIdx="8" presStyleCnt="12"/>
      <dgm:spPr/>
    </dgm:pt>
    <dgm:pt modelId="{46B4F5B0-9DC6-3741-BBF9-36E1123B4F16}" type="pres">
      <dgm:prSet presAssocID="{D3FA29ED-FFD4-0146-9B33-D70FA40EBAC5}" presName="hierRoot2" presStyleCnt="0">
        <dgm:presLayoutVars>
          <dgm:hierBranch val="init"/>
        </dgm:presLayoutVars>
      </dgm:prSet>
      <dgm:spPr/>
    </dgm:pt>
    <dgm:pt modelId="{6325F0B4-F0BE-9348-93D9-D8BD8F32F9C2}" type="pres">
      <dgm:prSet presAssocID="{D3FA29ED-FFD4-0146-9B33-D70FA40EBAC5}" presName="rootComposite" presStyleCnt="0"/>
      <dgm:spPr/>
    </dgm:pt>
    <dgm:pt modelId="{6556FEED-BD6A-BC4E-8669-2D312B697D5C}" type="pres">
      <dgm:prSet presAssocID="{D3FA29ED-FFD4-0146-9B33-D70FA40EBAC5}" presName="rootText" presStyleLbl="node3" presStyleIdx="8" presStyleCnt="12">
        <dgm:presLayoutVars>
          <dgm:chPref val="3"/>
        </dgm:presLayoutVars>
      </dgm:prSet>
      <dgm:spPr/>
    </dgm:pt>
    <dgm:pt modelId="{D23E8BF1-0014-D24A-BFE5-55542476B27C}" type="pres">
      <dgm:prSet presAssocID="{D3FA29ED-FFD4-0146-9B33-D70FA40EBAC5}" presName="rootConnector" presStyleLbl="node3" presStyleIdx="8" presStyleCnt="12"/>
      <dgm:spPr/>
    </dgm:pt>
    <dgm:pt modelId="{12B8B2F6-6290-394F-81F3-642FEC9E6B8A}" type="pres">
      <dgm:prSet presAssocID="{D3FA29ED-FFD4-0146-9B33-D70FA40EBAC5}" presName="hierChild4" presStyleCnt="0"/>
      <dgm:spPr/>
    </dgm:pt>
    <dgm:pt modelId="{5FA5C37C-992A-0747-A975-5C5CAC4C8F43}" type="pres">
      <dgm:prSet presAssocID="{D3FA29ED-FFD4-0146-9B33-D70FA40EBAC5}" presName="hierChild5" presStyleCnt="0"/>
      <dgm:spPr/>
    </dgm:pt>
    <dgm:pt modelId="{A407AEA8-C902-A740-B17D-98099A03737C}" type="pres">
      <dgm:prSet presAssocID="{A77EE98D-CB0A-2C4B-94CF-8446E5459A55}" presName="hierChild5" presStyleCnt="0"/>
      <dgm:spPr/>
    </dgm:pt>
    <dgm:pt modelId="{904AB00F-AD33-724E-9E07-9F61E51E40D5}" type="pres">
      <dgm:prSet presAssocID="{CD4421BC-6E95-7E49-BB7D-F24BD071FFE1}" presName="Name37" presStyleLbl="parChTrans1D2" presStyleIdx="3" presStyleCnt="4"/>
      <dgm:spPr/>
    </dgm:pt>
    <dgm:pt modelId="{8D3DA520-83B0-5340-A7E9-C184642FF6F5}" type="pres">
      <dgm:prSet presAssocID="{D616452C-DE83-1047-A3B5-F0B408F7EB44}" presName="hierRoot2" presStyleCnt="0">
        <dgm:presLayoutVars>
          <dgm:hierBranch val="init"/>
        </dgm:presLayoutVars>
      </dgm:prSet>
      <dgm:spPr/>
    </dgm:pt>
    <dgm:pt modelId="{88120285-B4BE-BF48-BF9F-13B52A328713}" type="pres">
      <dgm:prSet presAssocID="{D616452C-DE83-1047-A3B5-F0B408F7EB44}" presName="rootComposite" presStyleCnt="0"/>
      <dgm:spPr/>
    </dgm:pt>
    <dgm:pt modelId="{0DAB1D9E-05CD-8848-BFEE-0FA3AFD7217D}" type="pres">
      <dgm:prSet presAssocID="{D616452C-DE83-1047-A3B5-F0B408F7EB44}" presName="rootText" presStyleLbl="node2" presStyleIdx="3" presStyleCnt="4">
        <dgm:presLayoutVars>
          <dgm:chPref val="3"/>
        </dgm:presLayoutVars>
      </dgm:prSet>
      <dgm:spPr/>
    </dgm:pt>
    <dgm:pt modelId="{ED8EDA4B-D798-4F4D-B5E3-57942137A98C}" type="pres">
      <dgm:prSet presAssocID="{D616452C-DE83-1047-A3B5-F0B408F7EB44}" presName="rootConnector" presStyleLbl="node2" presStyleIdx="3" presStyleCnt="4"/>
      <dgm:spPr/>
    </dgm:pt>
    <dgm:pt modelId="{CCA84547-B53D-E04E-9A96-A0B3400092B8}" type="pres">
      <dgm:prSet presAssocID="{D616452C-DE83-1047-A3B5-F0B408F7EB44}" presName="hierChild4" presStyleCnt="0"/>
      <dgm:spPr/>
    </dgm:pt>
    <dgm:pt modelId="{82039E1D-F222-D840-8679-EDAF196011AE}" type="pres">
      <dgm:prSet presAssocID="{E8D97437-DB8E-9448-9CE3-542CCC6F51C4}" presName="Name37" presStyleLbl="parChTrans1D3" presStyleIdx="9" presStyleCnt="12"/>
      <dgm:spPr/>
    </dgm:pt>
    <dgm:pt modelId="{FDA6DC96-9C60-C347-AB68-E27A43B17ED1}" type="pres">
      <dgm:prSet presAssocID="{400BECDF-BFA8-3B4C-A50F-B2E61748DC68}" presName="hierRoot2" presStyleCnt="0">
        <dgm:presLayoutVars>
          <dgm:hierBranch val="init"/>
        </dgm:presLayoutVars>
      </dgm:prSet>
      <dgm:spPr/>
    </dgm:pt>
    <dgm:pt modelId="{4FC46FE2-25BB-694B-8669-3667B3ACD2F7}" type="pres">
      <dgm:prSet presAssocID="{400BECDF-BFA8-3B4C-A50F-B2E61748DC68}" presName="rootComposite" presStyleCnt="0"/>
      <dgm:spPr/>
    </dgm:pt>
    <dgm:pt modelId="{815F693B-0782-AF40-826F-2E86A78D4088}" type="pres">
      <dgm:prSet presAssocID="{400BECDF-BFA8-3B4C-A50F-B2E61748DC68}" presName="rootText" presStyleLbl="node3" presStyleIdx="9" presStyleCnt="12">
        <dgm:presLayoutVars>
          <dgm:chPref val="3"/>
        </dgm:presLayoutVars>
      </dgm:prSet>
      <dgm:spPr/>
    </dgm:pt>
    <dgm:pt modelId="{35466260-4911-3147-B21B-77E67991CE0B}" type="pres">
      <dgm:prSet presAssocID="{400BECDF-BFA8-3B4C-A50F-B2E61748DC68}" presName="rootConnector" presStyleLbl="node3" presStyleIdx="9" presStyleCnt="12"/>
      <dgm:spPr/>
    </dgm:pt>
    <dgm:pt modelId="{9B7B3F30-34AD-E647-963F-4EA9653CE29F}" type="pres">
      <dgm:prSet presAssocID="{400BECDF-BFA8-3B4C-A50F-B2E61748DC68}" presName="hierChild4" presStyleCnt="0"/>
      <dgm:spPr/>
    </dgm:pt>
    <dgm:pt modelId="{5985D58E-CDD2-9845-B181-3755C67C380D}" type="pres">
      <dgm:prSet presAssocID="{400BECDF-BFA8-3B4C-A50F-B2E61748DC68}" presName="hierChild5" presStyleCnt="0"/>
      <dgm:spPr/>
    </dgm:pt>
    <dgm:pt modelId="{453760F8-EA0D-8341-8FEA-46D443DC57C5}" type="pres">
      <dgm:prSet presAssocID="{E65F9BC0-D34A-AA43-817B-F7636086D356}" presName="Name37" presStyleLbl="parChTrans1D3" presStyleIdx="10" presStyleCnt="12"/>
      <dgm:spPr/>
    </dgm:pt>
    <dgm:pt modelId="{D8C5D195-FDE0-EB4B-B632-12E44C291D68}" type="pres">
      <dgm:prSet presAssocID="{27B2EE16-CEB1-5746-922F-B70B78BC38D9}" presName="hierRoot2" presStyleCnt="0">
        <dgm:presLayoutVars>
          <dgm:hierBranch val="init"/>
        </dgm:presLayoutVars>
      </dgm:prSet>
      <dgm:spPr/>
    </dgm:pt>
    <dgm:pt modelId="{53B439C3-2D98-F340-ACF2-635D4860ADB4}" type="pres">
      <dgm:prSet presAssocID="{27B2EE16-CEB1-5746-922F-B70B78BC38D9}" presName="rootComposite" presStyleCnt="0"/>
      <dgm:spPr/>
    </dgm:pt>
    <dgm:pt modelId="{005083D2-0AD8-344D-B1B3-32776343855E}" type="pres">
      <dgm:prSet presAssocID="{27B2EE16-CEB1-5746-922F-B70B78BC38D9}" presName="rootText" presStyleLbl="node3" presStyleIdx="10" presStyleCnt="12">
        <dgm:presLayoutVars>
          <dgm:chPref val="3"/>
        </dgm:presLayoutVars>
      </dgm:prSet>
      <dgm:spPr/>
    </dgm:pt>
    <dgm:pt modelId="{7BACAC16-7E07-3B4D-A8AA-C9EF394D9835}" type="pres">
      <dgm:prSet presAssocID="{27B2EE16-CEB1-5746-922F-B70B78BC38D9}" presName="rootConnector" presStyleLbl="node3" presStyleIdx="10" presStyleCnt="12"/>
      <dgm:spPr/>
    </dgm:pt>
    <dgm:pt modelId="{E49B4324-55BC-8845-9299-D63575A2B622}" type="pres">
      <dgm:prSet presAssocID="{27B2EE16-CEB1-5746-922F-B70B78BC38D9}" presName="hierChild4" presStyleCnt="0"/>
      <dgm:spPr/>
    </dgm:pt>
    <dgm:pt modelId="{5ECD5F75-5D38-3644-AB8C-47E21A5B6109}" type="pres">
      <dgm:prSet presAssocID="{27B2EE16-CEB1-5746-922F-B70B78BC38D9}" presName="hierChild5" presStyleCnt="0"/>
      <dgm:spPr/>
    </dgm:pt>
    <dgm:pt modelId="{2B3C6845-C751-1E42-BBAD-633E3B976132}" type="pres">
      <dgm:prSet presAssocID="{F41CA354-B906-F544-A5E3-58206EBBD70E}" presName="Name37" presStyleLbl="parChTrans1D3" presStyleIdx="11" presStyleCnt="12"/>
      <dgm:spPr/>
    </dgm:pt>
    <dgm:pt modelId="{E1849F6B-0CA2-8643-8252-DFCFB115B64C}" type="pres">
      <dgm:prSet presAssocID="{A987E472-9607-5149-93FA-66D62272AA18}" presName="hierRoot2" presStyleCnt="0">
        <dgm:presLayoutVars>
          <dgm:hierBranch val="init"/>
        </dgm:presLayoutVars>
      </dgm:prSet>
      <dgm:spPr/>
    </dgm:pt>
    <dgm:pt modelId="{C7EDA50B-7661-0443-8B34-469753159976}" type="pres">
      <dgm:prSet presAssocID="{A987E472-9607-5149-93FA-66D62272AA18}" presName="rootComposite" presStyleCnt="0"/>
      <dgm:spPr/>
    </dgm:pt>
    <dgm:pt modelId="{9256BF15-6A0B-6F42-88BF-CEA5F120C84D}" type="pres">
      <dgm:prSet presAssocID="{A987E472-9607-5149-93FA-66D62272AA18}" presName="rootText" presStyleLbl="node3" presStyleIdx="11" presStyleCnt="12">
        <dgm:presLayoutVars>
          <dgm:chPref val="3"/>
        </dgm:presLayoutVars>
      </dgm:prSet>
      <dgm:spPr/>
    </dgm:pt>
    <dgm:pt modelId="{4E7CE398-AB5C-5F43-8F79-0E4B51AF71AB}" type="pres">
      <dgm:prSet presAssocID="{A987E472-9607-5149-93FA-66D62272AA18}" presName="rootConnector" presStyleLbl="node3" presStyleIdx="11" presStyleCnt="12"/>
      <dgm:spPr/>
    </dgm:pt>
    <dgm:pt modelId="{A79F0AC6-530A-1340-BDB7-9CE637367D6C}" type="pres">
      <dgm:prSet presAssocID="{A987E472-9607-5149-93FA-66D62272AA18}" presName="hierChild4" presStyleCnt="0"/>
      <dgm:spPr/>
    </dgm:pt>
    <dgm:pt modelId="{396BC0F9-66EC-5947-B785-5636A2F355D4}" type="pres">
      <dgm:prSet presAssocID="{A987E472-9607-5149-93FA-66D62272AA18}" presName="hierChild5" presStyleCnt="0"/>
      <dgm:spPr/>
    </dgm:pt>
    <dgm:pt modelId="{0782CD29-FC07-A24A-A812-E12DE481D86C}" type="pres">
      <dgm:prSet presAssocID="{D616452C-DE83-1047-A3B5-F0B408F7EB44}" presName="hierChild5" presStyleCnt="0"/>
      <dgm:spPr/>
    </dgm:pt>
    <dgm:pt modelId="{051FC122-56FE-164C-A941-F67854B59E8F}" type="pres">
      <dgm:prSet presAssocID="{8586DC78-A412-CF4D-98B8-5CE54452C647}" presName="hierChild3" presStyleCnt="0"/>
      <dgm:spPr/>
    </dgm:pt>
  </dgm:ptLst>
  <dgm:cxnLst>
    <dgm:cxn modelId="{B4DAD402-B829-684C-A7D9-F697F5E9131F}" type="presOf" srcId="{9119C3DD-BE71-4F44-AD3F-499BDDAE64A4}" destId="{9B6F8AAA-508F-9845-B76D-3F87F2B7DD02}" srcOrd="0" destOrd="0" presId="urn:microsoft.com/office/officeart/2005/8/layout/orgChart1"/>
    <dgm:cxn modelId="{BB03FD04-9DF9-1A44-AEA6-85C07888F99F}" type="presOf" srcId="{3B115BD1-3FF7-5046-96C1-D3AB0257E500}" destId="{27D680F4-7C88-A44A-9BB2-A8E438E6B6A4}" srcOrd="0" destOrd="0" presId="urn:microsoft.com/office/officeart/2005/8/layout/orgChart1"/>
    <dgm:cxn modelId="{C5E6480C-29C7-F340-8FBF-CA696B8EDCA5}" srcId="{8586DC78-A412-CF4D-98B8-5CE54452C647}" destId="{C8B59993-4106-6242-B756-4CFA01B8B15C}" srcOrd="1" destOrd="0" parTransId="{C7C95A15-08C2-9848-A19B-168613A48997}" sibTransId="{A6ACEB22-5272-9D41-BB2E-CF7B23D0694D}"/>
    <dgm:cxn modelId="{C1818112-E538-4648-882E-D46711A023A2}" type="presOf" srcId="{86849877-1478-404C-B59F-CC624495BF8B}" destId="{FC4A473B-1FD5-3A43-A59A-5239A808BCA6}" srcOrd="0" destOrd="0" presId="urn:microsoft.com/office/officeart/2005/8/layout/orgChart1"/>
    <dgm:cxn modelId="{F9902F1C-0837-8448-A805-04EDE148A6C2}" type="presOf" srcId="{D616452C-DE83-1047-A3B5-F0B408F7EB44}" destId="{ED8EDA4B-D798-4F4D-B5E3-57942137A98C}" srcOrd="1" destOrd="0" presId="urn:microsoft.com/office/officeart/2005/8/layout/orgChart1"/>
    <dgm:cxn modelId="{2093C41F-C49C-4C4D-B2D3-7ECEA99BE35A}" type="presOf" srcId="{0A30FED4-ACDF-E64A-BC87-63F0BFB2167F}" destId="{BAAAC9D1-9CD4-7841-BBAA-408D131693E5}" srcOrd="0" destOrd="0" presId="urn:microsoft.com/office/officeart/2005/8/layout/orgChart1"/>
    <dgm:cxn modelId="{71A62725-4854-4442-95FA-94CA9C4C8DF0}" type="presOf" srcId="{BCF82DD9-7DF9-5847-8583-3E6BA9B58472}" destId="{CB436C7E-AA3F-EF44-BB20-7BFC36DB783A}" srcOrd="1" destOrd="0" presId="urn:microsoft.com/office/officeart/2005/8/layout/orgChart1"/>
    <dgm:cxn modelId="{56329B26-2CF5-FA47-A0DA-EBDB42755421}" type="presOf" srcId="{86849877-1478-404C-B59F-CC624495BF8B}" destId="{A2A93165-E3BB-2147-8A4E-401628C597EB}" srcOrd="1" destOrd="0" presId="urn:microsoft.com/office/officeart/2005/8/layout/orgChart1"/>
    <dgm:cxn modelId="{105A9227-33DA-A64F-BEB1-C3F22A91A73E}" type="presOf" srcId="{CADE2FE1-9EEB-3B42-965D-E2C00BC20A5B}" destId="{38B05DD5-B2F5-1440-97F0-73BB671B27A5}" srcOrd="1" destOrd="0" presId="urn:microsoft.com/office/officeart/2005/8/layout/orgChart1"/>
    <dgm:cxn modelId="{36F5512B-FF93-AF4E-A164-4DC4AAA0005E}" type="presOf" srcId="{828CBDBC-ECD0-E647-9A4A-DDAD063AF71D}" destId="{617089B0-AFD4-5D42-85FB-D1CED29EB92C}" srcOrd="0" destOrd="0" presId="urn:microsoft.com/office/officeart/2005/8/layout/orgChart1"/>
    <dgm:cxn modelId="{CF41CC30-7743-4348-BDB1-31C5ABB610A8}" srcId="{C8B59993-4106-6242-B756-4CFA01B8B15C}" destId="{CADE2FE1-9EEB-3B42-965D-E2C00BC20A5B}" srcOrd="0" destOrd="0" parTransId="{A5D6FF7D-B46D-DC4E-8939-9D1753E16858}" sibTransId="{E50B8F02-4798-1E48-A85F-3B8E7CB49208}"/>
    <dgm:cxn modelId="{571B6533-A180-1449-B2C7-8BA8A20F0ECD}" type="presOf" srcId="{D616452C-DE83-1047-A3B5-F0B408F7EB44}" destId="{0DAB1D9E-05CD-8848-BFEE-0FA3AFD7217D}" srcOrd="0" destOrd="0" presId="urn:microsoft.com/office/officeart/2005/8/layout/orgChart1"/>
    <dgm:cxn modelId="{56F2533C-016C-D64E-A812-830F839E8FCA}" type="presOf" srcId="{A987E472-9607-5149-93FA-66D62272AA18}" destId="{4E7CE398-AB5C-5F43-8F79-0E4B51AF71AB}" srcOrd="1" destOrd="0" presId="urn:microsoft.com/office/officeart/2005/8/layout/orgChart1"/>
    <dgm:cxn modelId="{483C6F3D-ADB8-374B-8649-39C5173C8876}" srcId="{AA5E0B08-ED37-E446-9133-12AADCF2224B}" destId="{8586DC78-A412-CF4D-98B8-5CE54452C647}" srcOrd="0" destOrd="0" parTransId="{0ED2C19C-C760-9847-A637-54C9ED35CD7E}" sibTransId="{3AC0EAC6-03DA-2146-98FE-B47B100EE7BA}"/>
    <dgm:cxn modelId="{33E7045C-1A60-D049-9F48-60D3F147D1DA}" type="presOf" srcId="{0A30FED4-ACDF-E64A-BC87-63F0BFB2167F}" destId="{42DB8B19-54E7-6A49-9982-2E888FA69F98}" srcOrd="1" destOrd="0" presId="urn:microsoft.com/office/officeart/2005/8/layout/orgChart1"/>
    <dgm:cxn modelId="{37741C5D-0CB9-D845-94C4-3E5967AFCC72}" type="presOf" srcId="{A77EE98D-CB0A-2C4B-94CF-8446E5459A55}" destId="{701B193D-17E5-5B4F-93AA-6941E4DD257A}" srcOrd="0" destOrd="0" presId="urn:microsoft.com/office/officeart/2005/8/layout/orgChart1"/>
    <dgm:cxn modelId="{BA10B961-7088-0C48-A750-B671909C9EFB}" srcId="{8586DC78-A412-CF4D-98B8-5CE54452C647}" destId="{A77EE98D-CB0A-2C4B-94CF-8446E5459A55}" srcOrd="2" destOrd="0" parTransId="{73B1487F-7AE2-F44C-B368-14B7B0E28802}" sibTransId="{71B7E3D6-D462-0344-B092-E0B9A81D134E}"/>
    <dgm:cxn modelId="{4EBDDB62-981D-BB43-8B6C-8EDC494CBE79}" type="presOf" srcId="{CAB8E6C0-7A0A-0A4B-A67A-7051306D106D}" destId="{8FD48F09-58E3-4A47-B8E4-71DD35B9D83E}" srcOrd="0" destOrd="0" presId="urn:microsoft.com/office/officeart/2005/8/layout/orgChart1"/>
    <dgm:cxn modelId="{BB260F65-C730-A248-AAA6-A182A3A6C929}" srcId="{D616452C-DE83-1047-A3B5-F0B408F7EB44}" destId="{A987E472-9607-5149-93FA-66D62272AA18}" srcOrd="2" destOrd="0" parTransId="{F41CA354-B906-F544-A5E3-58206EBBD70E}" sibTransId="{E6DAB46F-085C-DB45-9666-DE44C1BE29D3}"/>
    <dgm:cxn modelId="{E6524D46-4387-1148-93E2-2A826AC7E599}" type="presOf" srcId="{A77EE98D-CB0A-2C4B-94CF-8446E5459A55}" destId="{13FDE00A-DC4F-F44B-B610-36D582A3303F}" srcOrd="1" destOrd="0" presId="urn:microsoft.com/office/officeart/2005/8/layout/orgChart1"/>
    <dgm:cxn modelId="{D1F68848-368E-0C41-AA39-7912BDB6C679}" type="presOf" srcId="{9752FC99-3337-BB48-A592-E43F34C894EB}" destId="{97E87D59-4A43-2E44-91E1-1FB003C97860}" srcOrd="0" destOrd="0" presId="urn:microsoft.com/office/officeart/2005/8/layout/orgChart1"/>
    <dgm:cxn modelId="{F89A7452-EB34-A847-9C6F-530C2D3712C5}" type="presOf" srcId="{A823E2FE-A7A8-C84B-8EE2-73140ED5E2D2}" destId="{DA8F2CB1-D158-3948-9C2D-9C4D9E31CD5D}" srcOrd="1" destOrd="0" presId="urn:microsoft.com/office/officeart/2005/8/layout/orgChart1"/>
    <dgm:cxn modelId="{0C64A755-2A89-9A4E-AE1C-025BAAB09AC9}" srcId="{A77EE98D-CB0A-2C4B-94CF-8446E5459A55}" destId="{D3FA29ED-FFD4-0146-9B33-D70FA40EBAC5}" srcOrd="2" destOrd="0" parTransId="{9119C3DD-BE71-4F44-AD3F-499BDDAE64A4}" sibTransId="{A0EB15AC-3F50-DF45-A447-C7FC466BDCEA}"/>
    <dgm:cxn modelId="{35DFDD56-9787-844E-A8AA-9AC0CB3D7F7F}" type="presOf" srcId="{AA5E0B08-ED37-E446-9133-12AADCF2224B}" destId="{44C3F61F-7ADB-C544-BD71-DCC7891C42E1}" srcOrd="0" destOrd="0" presId="urn:microsoft.com/office/officeart/2005/8/layout/orgChart1"/>
    <dgm:cxn modelId="{D5821E57-7D48-7D44-9921-A1F68C1C3A17}" srcId="{D616452C-DE83-1047-A3B5-F0B408F7EB44}" destId="{27B2EE16-CEB1-5746-922F-B70B78BC38D9}" srcOrd="1" destOrd="0" parTransId="{E65F9BC0-D34A-AA43-817B-F7636086D356}" sibTransId="{7EF2232B-3508-4043-9F41-A5E5C704D8E8}"/>
    <dgm:cxn modelId="{68265177-07B6-154B-819F-BC5BB75BBA3B}" type="presOf" srcId="{A823E2FE-A7A8-C84B-8EE2-73140ED5E2D2}" destId="{F1E444B3-2622-5F4C-8AD5-41067DB42589}" srcOrd="0" destOrd="0" presId="urn:microsoft.com/office/officeart/2005/8/layout/orgChart1"/>
    <dgm:cxn modelId="{2596E65A-31E0-2848-8BCC-DF0A7D11EED6}" type="presOf" srcId="{400BECDF-BFA8-3B4C-A50F-B2E61748DC68}" destId="{35466260-4911-3147-B21B-77E67991CE0B}" srcOrd="1" destOrd="0" presId="urn:microsoft.com/office/officeart/2005/8/layout/orgChart1"/>
    <dgm:cxn modelId="{8543857C-29E4-4944-A939-6AF2E950B16B}" type="presOf" srcId="{6646FE27-BB09-8A47-81AE-D140E2561F65}" destId="{8E149C36-054E-E64F-AC3B-74A2A06B483C}" srcOrd="0" destOrd="0" presId="urn:microsoft.com/office/officeart/2005/8/layout/orgChart1"/>
    <dgm:cxn modelId="{DB17B77D-03B4-8A46-9307-0B263DF074CB}" type="presOf" srcId="{400BECDF-BFA8-3B4C-A50F-B2E61748DC68}" destId="{815F693B-0782-AF40-826F-2E86A78D4088}" srcOrd="0" destOrd="0" presId="urn:microsoft.com/office/officeart/2005/8/layout/orgChart1"/>
    <dgm:cxn modelId="{6A1B5F82-A7B0-A04B-B8E9-8845D7B458AA}" type="presOf" srcId="{A4D95912-AEEA-864A-9869-DACF0F0FFDDA}" destId="{955E23D1-BCC0-294B-BA19-4DF4E429142A}" srcOrd="1" destOrd="0" presId="urn:microsoft.com/office/officeart/2005/8/layout/orgChart1"/>
    <dgm:cxn modelId="{5DEB8285-0F72-954E-A6BD-CB03B45307F8}" type="presOf" srcId="{C7C95A15-08C2-9848-A19B-168613A48997}" destId="{10C83114-CD4B-4543-B4D5-CE8F99347AC2}" srcOrd="0" destOrd="0" presId="urn:microsoft.com/office/officeart/2005/8/layout/orgChart1"/>
    <dgm:cxn modelId="{9C06F589-246C-E74A-9757-0DCACDAB2979}" type="presOf" srcId="{2FD47FAD-D9A6-2641-B42B-C7EF9240E94C}" destId="{C920E83D-8B77-524D-B23D-ED4576BBC3AE}" srcOrd="0" destOrd="0" presId="urn:microsoft.com/office/officeart/2005/8/layout/orgChart1"/>
    <dgm:cxn modelId="{8238498A-FFB7-2040-84F6-0348912946FF}" type="presOf" srcId="{CADE2FE1-9EEB-3B42-965D-E2C00BC20A5B}" destId="{26433F28-69B9-4D48-813F-355000119E6E}" srcOrd="0" destOrd="0" presId="urn:microsoft.com/office/officeart/2005/8/layout/orgChart1"/>
    <dgm:cxn modelId="{50F1BC8B-95FB-714C-9E3D-5E9B244AF34C}" type="presOf" srcId="{D3FA29ED-FFD4-0146-9B33-D70FA40EBAC5}" destId="{D23E8BF1-0014-D24A-BFE5-55542476B27C}" srcOrd="1" destOrd="0" presId="urn:microsoft.com/office/officeart/2005/8/layout/orgChart1"/>
    <dgm:cxn modelId="{1B876C8E-8259-5F44-A652-DA0A8623D4D8}" type="presOf" srcId="{24AC4A1E-2628-3141-BC3E-72A1A93E50D7}" destId="{3BEB5611-F1FB-FD4F-9135-7ACC3894D3A4}" srcOrd="0" destOrd="0" presId="urn:microsoft.com/office/officeart/2005/8/layout/orgChart1"/>
    <dgm:cxn modelId="{EFE0BC8F-D8EE-5844-8E8E-0FB1940CC666}" type="presOf" srcId="{27B2EE16-CEB1-5746-922F-B70B78BC38D9}" destId="{7BACAC16-7E07-3B4D-A8AA-C9EF394D9835}" srcOrd="1" destOrd="0" presId="urn:microsoft.com/office/officeart/2005/8/layout/orgChart1"/>
    <dgm:cxn modelId="{AB643393-911A-1644-8FB6-0A9F4DD01B7D}" type="presOf" srcId="{A987E472-9607-5149-93FA-66D62272AA18}" destId="{9256BF15-6A0B-6F42-88BF-CEA5F120C84D}" srcOrd="0" destOrd="0" presId="urn:microsoft.com/office/officeart/2005/8/layout/orgChart1"/>
    <dgm:cxn modelId="{9F994E95-D211-0E45-99EF-19030B696AE7}" srcId="{8586DC78-A412-CF4D-98B8-5CE54452C647}" destId="{D616452C-DE83-1047-A3B5-F0B408F7EB44}" srcOrd="3" destOrd="0" parTransId="{CD4421BC-6E95-7E49-BB7D-F24BD071FFE1}" sibTransId="{DCF52948-16B8-1F43-A14B-AC92E0ED3C1E}"/>
    <dgm:cxn modelId="{7B8C5A95-9765-5C4B-8843-AB6F9B31B69F}" type="presOf" srcId="{BCF82DD9-7DF9-5847-8583-3E6BA9B58472}" destId="{D3586F14-6BBD-CB42-AE24-A1B240E7A8C2}" srcOrd="0" destOrd="0" presId="urn:microsoft.com/office/officeart/2005/8/layout/orgChart1"/>
    <dgm:cxn modelId="{15F4C99D-E0E2-1F42-B34B-EB3D0FBFDD0C}" srcId="{A823E2FE-A7A8-C84B-8EE2-73140ED5E2D2}" destId="{A4D95912-AEEA-864A-9869-DACF0F0FFDDA}" srcOrd="0" destOrd="0" parTransId="{3B115BD1-3FF7-5046-96C1-D3AB0257E500}" sibTransId="{E40B910E-99D1-6E43-B60C-D4CEAE033CC3}"/>
    <dgm:cxn modelId="{F0D3EDA0-5639-3E4C-B167-892956EB0D13}" type="presOf" srcId="{73B1487F-7AE2-F44C-B368-14B7B0E28802}" destId="{C81CE094-E691-5648-8E6D-E097627A8C36}" srcOrd="0" destOrd="0" presId="urn:microsoft.com/office/officeart/2005/8/layout/orgChart1"/>
    <dgm:cxn modelId="{1FE429A7-F5F3-7844-9631-A3337A243615}" srcId="{A77EE98D-CB0A-2C4B-94CF-8446E5459A55}" destId="{0A30FED4-ACDF-E64A-BC87-63F0BFB2167F}" srcOrd="1" destOrd="0" parTransId="{01F3DAD9-F61F-DB47-9FA8-BC5A2E6FCD9F}" sibTransId="{4B0980C9-1B3B-3A46-8C60-E6C2F9824E23}"/>
    <dgm:cxn modelId="{9864E7A8-CEEB-534B-A001-723F79EEE17D}" type="presOf" srcId="{9E54E051-9686-0745-9857-2A47FE3A751A}" destId="{A39F84AE-CB8E-B84F-8B36-02BC5B63E070}" srcOrd="0" destOrd="0" presId="urn:microsoft.com/office/officeart/2005/8/layout/orgChart1"/>
    <dgm:cxn modelId="{4B2C6BA9-91F6-E44D-A14D-3D840B6ECF10}" type="presOf" srcId="{2B1AA084-29FB-E941-B0B8-FF98BB71AC27}" destId="{A6166DA2-DE45-E749-B55D-1479A20D11E1}" srcOrd="0" destOrd="0" presId="urn:microsoft.com/office/officeart/2005/8/layout/orgChart1"/>
    <dgm:cxn modelId="{6AB404AC-0110-C042-A792-7DB7DB164EA5}" srcId="{8586DC78-A412-CF4D-98B8-5CE54452C647}" destId="{A823E2FE-A7A8-C84B-8EE2-73140ED5E2D2}" srcOrd="0" destOrd="0" parTransId="{8B9D55D8-CAAC-6D48-85AA-22FD2A042D1C}" sibTransId="{E1D89B5E-AC7B-754D-BFE4-D0EFA345667E}"/>
    <dgm:cxn modelId="{26A913AD-40E3-F94D-AB14-696656923110}" type="presOf" srcId="{CD4421BC-6E95-7E49-BB7D-F24BD071FFE1}" destId="{904AB00F-AD33-724E-9E07-9F61E51E40D5}" srcOrd="0" destOrd="0" presId="urn:microsoft.com/office/officeart/2005/8/layout/orgChart1"/>
    <dgm:cxn modelId="{7AF64DAF-706D-D14D-8A1C-E0D189BF3E9A}" type="presOf" srcId="{2FD47FAD-D9A6-2641-B42B-C7EF9240E94C}" destId="{F0B21BCA-892A-3F49-B241-ACAC02384793}" srcOrd="1" destOrd="0" presId="urn:microsoft.com/office/officeart/2005/8/layout/orgChart1"/>
    <dgm:cxn modelId="{D424CFAF-6B6E-4F47-B723-B1C545F7AD1C}" type="presOf" srcId="{A5D6FF7D-B46D-DC4E-8939-9D1753E16858}" destId="{9348D0BB-3743-1449-8E67-19A34975A0F8}" srcOrd="0" destOrd="0" presId="urn:microsoft.com/office/officeart/2005/8/layout/orgChart1"/>
    <dgm:cxn modelId="{16C578B4-A830-1D4A-919E-93E481BCFFCF}" srcId="{C8B59993-4106-6242-B756-4CFA01B8B15C}" destId="{24AC4A1E-2628-3141-BC3E-72A1A93E50D7}" srcOrd="1" destOrd="0" parTransId="{6646FE27-BB09-8A47-81AE-D140E2561F65}" sibTransId="{195DBB54-1CA7-9A43-826D-E4F7F3E0F1D0}"/>
    <dgm:cxn modelId="{8C40B6B5-38F3-B448-9F3E-B9A204513BA0}" type="presOf" srcId="{8586DC78-A412-CF4D-98B8-5CE54452C647}" destId="{AA475619-E8D2-FB45-92F2-F57D2DFBD771}" srcOrd="0" destOrd="0" presId="urn:microsoft.com/office/officeart/2005/8/layout/orgChart1"/>
    <dgm:cxn modelId="{67F305B6-F481-D549-983B-E1BF3D2C2742}" type="presOf" srcId="{24AC4A1E-2628-3141-BC3E-72A1A93E50D7}" destId="{F13156D7-7702-8543-89F3-C57AED27789A}" srcOrd="1" destOrd="0" presId="urn:microsoft.com/office/officeart/2005/8/layout/orgChart1"/>
    <dgm:cxn modelId="{B3E87CB6-E20C-F145-B0CE-5CC2A6BCCCC2}" type="presOf" srcId="{E8D97437-DB8E-9448-9CE3-542CCC6F51C4}" destId="{82039E1D-F222-D840-8679-EDAF196011AE}" srcOrd="0" destOrd="0" presId="urn:microsoft.com/office/officeart/2005/8/layout/orgChart1"/>
    <dgm:cxn modelId="{71B4C9B6-5EB4-8B46-A509-ECE816CF3C74}" srcId="{A77EE98D-CB0A-2C4B-94CF-8446E5459A55}" destId="{86849877-1478-404C-B59F-CC624495BF8B}" srcOrd="0" destOrd="0" parTransId="{828CBDBC-ECD0-E647-9A4A-DDAD063AF71D}" sibTransId="{136A083B-0DD7-074D-92ED-DC22C37F5EBE}"/>
    <dgm:cxn modelId="{AD8D2CBC-8486-264E-AC5E-0DDD760F4198}" type="presOf" srcId="{C8B59993-4106-6242-B756-4CFA01B8B15C}" destId="{BBF89D95-CE4B-4F4E-ADD2-CE9025CEBEA5}" srcOrd="1" destOrd="0" presId="urn:microsoft.com/office/officeart/2005/8/layout/orgChart1"/>
    <dgm:cxn modelId="{9A9963BE-025F-854D-90A0-5813E27137BE}" type="presOf" srcId="{D3FA29ED-FFD4-0146-9B33-D70FA40EBAC5}" destId="{6556FEED-BD6A-BC4E-8669-2D312B697D5C}" srcOrd="0" destOrd="0" presId="urn:microsoft.com/office/officeart/2005/8/layout/orgChart1"/>
    <dgm:cxn modelId="{B14F9BC4-E1BD-2D41-A667-8C06AF25A339}" srcId="{D616452C-DE83-1047-A3B5-F0B408F7EB44}" destId="{400BECDF-BFA8-3B4C-A50F-B2E61748DC68}" srcOrd="0" destOrd="0" parTransId="{E8D97437-DB8E-9448-9CE3-542CCC6F51C4}" sibTransId="{BC459A87-1FD0-F842-B59E-E9A5CB33DBB8}"/>
    <dgm:cxn modelId="{260857C6-8010-5C48-A8C5-2E30F6C285C6}" type="presOf" srcId="{C8B59993-4106-6242-B756-4CFA01B8B15C}" destId="{FCB403E8-7CD0-2F4B-ADF8-2C0A8AA1E754}" srcOrd="0" destOrd="0" presId="urn:microsoft.com/office/officeart/2005/8/layout/orgChart1"/>
    <dgm:cxn modelId="{D415A5C9-2E7B-B04D-9677-55B41ECF08B5}" srcId="{A823E2FE-A7A8-C84B-8EE2-73140ED5E2D2}" destId="{BCF82DD9-7DF9-5847-8583-3E6BA9B58472}" srcOrd="1" destOrd="0" parTransId="{2B1AA084-29FB-E941-B0B8-FF98BB71AC27}" sibTransId="{6068D9A3-CBAE-9E49-8B44-4C31616773A3}"/>
    <dgm:cxn modelId="{538028D1-C7A4-9049-864A-844B317B4585}" type="presOf" srcId="{CAB8E6C0-7A0A-0A4B-A67A-7051306D106D}" destId="{15C85C70-F904-6744-B26E-D28CD7D5E29E}" srcOrd="1" destOrd="0" presId="urn:microsoft.com/office/officeart/2005/8/layout/orgChart1"/>
    <dgm:cxn modelId="{B40116D3-C75C-7440-8D69-A3F6D8CADF62}" type="presOf" srcId="{F41CA354-B906-F544-A5E3-58206EBBD70E}" destId="{2B3C6845-C751-1E42-BBAD-633E3B976132}" srcOrd="0" destOrd="0" presId="urn:microsoft.com/office/officeart/2005/8/layout/orgChart1"/>
    <dgm:cxn modelId="{923D19D8-9D0E-404B-984A-0D1CCBFA3733}" type="presOf" srcId="{E65F9BC0-D34A-AA43-817B-F7636086D356}" destId="{453760F8-EA0D-8341-8FEA-46D443DC57C5}" srcOrd="0" destOrd="0" presId="urn:microsoft.com/office/officeart/2005/8/layout/orgChart1"/>
    <dgm:cxn modelId="{56B1BFDE-5FEA-CC41-B5F8-3A7909717000}" type="presOf" srcId="{27B2EE16-CEB1-5746-922F-B70B78BC38D9}" destId="{005083D2-0AD8-344D-B1B3-32776343855E}" srcOrd="0" destOrd="0" presId="urn:microsoft.com/office/officeart/2005/8/layout/orgChart1"/>
    <dgm:cxn modelId="{8D758AEB-CE00-A246-A74B-0353B5F19ECF}" srcId="{C8B59993-4106-6242-B756-4CFA01B8B15C}" destId="{2FD47FAD-D9A6-2641-B42B-C7EF9240E94C}" srcOrd="2" destOrd="0" parTransId="{9E54E051-9686-0745-9857-2A47FE3A751A}" sibTransId="{2B452E81-6E2B-0F4E-BEFE-6914D77D1A76}"/>
    <dgm:cxn modelId="{571F50F1-82A2-7544-8058-2EB5D949DD56}" type="presOf" srcId="{8586DC78-A412-CF4D-98B8-5CE54452C647}" destId="{F9A589C5-9698-A140-8DB0-18F4DA12743B}" srcOrd="1" destOrd="0" presId="urn:microsoft.com/office/officeart/2005/8/layout/orgChart1"/>
    <dgm:cxn modelId="{E8D544F2-72D7-4D4F-8B75-6C602120FFA8}" type="presOf" srcId="{01F3DAD9-F61F-DB47-9FA8-BC5A2E6FCD9F}" destId="{FD8493D4-DFDC-AA40-99CC-CE8581EBCC48}" srcOrd="0" destOrd="0" presId="urn:microsoft.com/office/officeart/2005/8/layout/orgChart1"/>
    <dgm:cxn modelId="{82F91FF9-B6D5-D240-A6E2-5948426B2218}" type="presOf" srcId="{A4D95912-AEEA-864A-9869-DACF0F0FFDDA}" destId="{4A9AB7C7-7D91-6B41-80EA-9D53714E47BB}" srcOrd="0" destOrd="0" presId="urn:microsoft.com/office/officeart/2005/8/layout/orgChart1"/>
    <dgm:cxn modelId="{666FD0FB-2D98-F643-B5BB-371ADB7D7500}" type="presOf" srcId="{8B9D55D8-CAAC-6D48-85AA-22FD2A042D1C}" destId="{1EE56942-8CC2-2C4F-A5D6-3BFCE42A5A12}" srcOrd="0" destOrd="0" presId="urn:microsoft.com/office/officeart/2005/8/layout/orgChart1"/>
    <dgm:cxn modelId="{DC3E49FD-9B73-3448-9876-D19B61022DB1}" srcId="{A823E2FE-A7A8-C84B-8EE2-73140ED5E2D2}" destId="{CAB8E6C0-7A0A-0A4B-A67A-7051306D106D}" srcOrd="2" destOrd="0" parTransId="{9752FC99-3337-BB48-A592-E43F34C894EB}" sibTransId="{BC14E1EF-0144-CE44-BD26-77F20F2AA915}"/>
    <dgm:cxn modelId="{904AB4F1-3603-F242-89BE-3E39D144F7F8}" type="presParOf" srcId="{44C3F61F-7ADB-C544-BD71-DCC7891C42E1}" destId="{1E25BB10-0D00-5A42-8C90-B5D3CBAF1906}" srcOrd="0" destOrd="0" presId="urn:microsoft.com/office/officeart/2005/8/layout/orgChart1"/>
    <dgm:cxn modelId="{E31484A3-1717-0D4D-869D-F094CBFC5AE7}" type="presParOf" srcId="{1E25BB10-0D00-5A42-8C90-B5D3CBAF1906}" destId="{D153FEBB-BCBD-D844-A0D5-C1FD2ECCCB3B}" srcOrd="0" destOrd="0" presId="urn:microsoft.com/office/officeart/2005/8/layout/orgChart1"/>
    <dgm:cxn modelId="{957BE0F4-FE74-804D-9737-E77BC3C77FF8}" type="presParOf" srcId="{D153FEBB-BCBD-D844-A0D5-C1FD2ECCCB3B}" destId="{AA475619-E8D2-FB45-92F2-F57D2DFBD771}" srcOrd="0" destOrd="0" presId="urn:microsoft.com/office/officeart/2005/8/layout/orgChart1"/>
    <dgm:cxn modelId="{B4E2A020-96F7-5440-9BEC-6C8224734D05}" type="presParOf" srcId="{D153FEBB-BCBD-D844-A0D5-C1FD2ECCCB3B}" destId="{F9A589C5-9698-A140-8DB0-18F4DA12743B}" srcOrd="1" destOrd="0" presId="urn:microsoft.com/office/officeart/2005/8/layout/orgChart1"/>
    <dgm:cxn modelId="{948CDD41-7890-F04A-9BCA-81DCE755454C}" type="presParOf" srcId="{1E25BB10-0D00-5A42-8C90-B5D3CBAF1906}" destId="{8840AE1E-DE79-0645-B628-CCFCC5322F84}" srcOrd="1" destOrd="0" presId="urn:microsoft.com/office/officeart/2005/8/layout/orgChart1"/>
    <dgm:cxn modelId="{6057D193-DAFB-9741-8106-FDD31AF8C120}" type="presParOf" srcId="{8840AE1E-DE79-0645-B628-CCFCC5322F84}" destId="{1EE56942-8CC2-2C4F-A5D6-3BFCE42A5A12}" srcOrd="0" destOrd="0" presId="urn:microsoft.com/office/officeart/2005/8/layout/orgChart1"/>
    <dgm:cxn modelId="{57710C90-3A9D-8F4B-8695-1C1ECA9082D6}" type="presParOf" srcId="{8840AE1E-DE79-0645-B628-CCFCC5322F84}" destId="{99FC2BB1-0FFA-684E-99B4-2715FB00EFA3}" srcOrd="1" destOrd="0" presId="urn:microsoft.com/office/officeart/2005/8/layout/orgChart1"/>
    <dgm:cxn modelId="{3DC2BA4F-8110-FE4A-AB9D-BEF5AE270EDB}" type="presParOf" srcId="{99FC2BB1-0FFA-684E-99B4-2715FB00EFA3}" destId="{800B9ED3-0237-0D42-B612-D041315E5A46}" srcOrd="0" destOrd="0" presId="urn:microsoft.com/office/officeart/2005/8/layout/orgChart1"/>
    <dgm:cxn modelId="{4F82F50E-0245-3C43-AF8A-A054BA87BDF2}" type="presParOf" srcId="{800B9ED3-0237-0D42-B612-D041315E5A46}" destId="{F1E444B3-2622-5F4C-8AD5-41067DB42589}" srcOrd="0" destOrd="0" presId="urn:microsoft.com/office/officeart/2005/8/layout/orgChart1"/>
    <dgm:cxn modelId="{784D2BAC-2FAE-C74C-A5BC-F9819E41DD9E}" type="presParOf" srcId="{800B9ED3-0237-0D42-B612-D041315E5A46}" destId="{DA8F2CB1-D158-3948-9C2D-9C4D9E31CD5D}" srcOrd="1" destOrd="0" presId="urn:microsoft.com/office/officeart/2005/8/layout/orgChart1"/>
    <dgm:cxn modelId="{73E3CCE8-4D6D-3648-A90F-02B422266A55}" type="presParOf" srcId="{99FC2BB1-0FFA-684E-99B4-2715FB00EFA3}" destId="{CF53E73B-D5A0-7A42-BE08-44FC1B598D0A}" srcOrd="1" destOrd="0" presId="urn:microsoft.com/office/officeart/2005/8/layout/orgChart1"/>
    <dgm:cxn modelId="{33715972-59A0-8E41-A078-7FA221742A43}" type="presParOf" srcId="{CF53E73B-D5A0-7A42-BE08-44FC1B598D0A}" destId="{27D680F4-7C88-A44A-9BB2-A8E438E6B6A4}" srcOrd="0" destOrd="0" presId="urn:microsoft.com/office/officeart/2005/8/layout/orgChart1"/>
    <dgm:cxn modelId="{7239C847-24F1-AE4F-B5A7-69CA05B4AD75}" type="presParOf" srcId="{CF53E73B-D5A0-7A42-BE08-44FC1B598D0A}" destId="{CFF814DA-A1FE-164F-9FE7-2C05B5CAE934}" srcOrd="1" destOrd="0" presId="urn:microsoft.com/office/officeart/2005/8/layout/orgChart1"/>
    <dgm:cxn modelId="{C8C44087-284E-3146-8D0B-0A8357A6EDAD}" type="presParOf" srcId="{CFF814DA-A1FE-164F-9FE7-2C05B5CAE934}" destId="{C11EAB1D-19C5-F64D-93B0-839923B0654A}" srcOrd="0" destOrd="0" presId="urn:microsoft.com/office/officeart/2005/8/layout/orgChart1"/>
    <dgm:cxn modelId="{1FECA489-9E18-BC4C-B969-B56B3F9E6C30}" type="presParOf" srcId="{C11EAB1D-19C5-F64D-93B0-839923B0654A}" destId="{4A9AB7C7-7D91-6B41-80EA-9D53714E47BB}" srcOrd="0" destOrd="0" presId="urn:microsoft.com/office/officeart/2005/8/layout/orgChart1"/>
    <dgm:cxn modelId="{AF195181-0923-DB4A-8E19-48A1BFBDF2C8}" type="presParOf" srcId="{C11EAB1D-19C5-F64D-93B0-839923B0654A}" destId="{955E23D1-BCC0-294B-BA19-4DF4E429142A}" srcOrd="1" destOrd="0" presId="urn:microsoft.com/office/officeart/2005/8/layout/orgChart1"/>
    <dgm:cxn modelId="{3528943D-2ECE-2B42-B343-60A507AF7E4F}" type="presParOf" srcId="{CFF814DA-A1FE-164F-9FE7-2C05B5CAE934}" destId="{E3332BA1-549A-B044-ACC5-BC7102FEE648}" srcOrd="1" destOrd="0" presId="urn:microsoft.com/office/officeart/2005/8/layout/orgChart1"/>
    <dgm:cxn modelId="{5052F03E-0887-414F-AC61-C23D142EAFE0}" type="presParOf" srcId="{CFF814DA-A1FE-164F-9FE7-2C05B5CAE934}" destId="{C9E74A6F-B508-664B-A182-D78ED5653B35}" srcOrd="2" destOrd="0" presId="urn:microsoft.com/office/officeart/2005/8/layout/orgChart1"/>
    <dgm:cxn modelId="{9600285F-3B25-4A49-ABFE-F327FA618017}" type="presParOf" srcId="{CF53E73B-D5A0-7A42-BE08-44FC1B598D0A}" destId="{A6166DA2-DE45-E749-B55D-1479A20D11E1}" srcOrd="2" destOrd="0" presId="urn:microsoft.com/office/officeart/2005/8/layout/orgChart1"/>
    <dgm:cxn modelId="{FD51CB17-BAB6-3D42-8C49-345362332742}" type="presParOf" srcId="{CF53E73B-D5A0-7A42-BE08-44FC1B598D0A}" destId="{59BB3127-13C2-C940-BE2B-505404872772}" srcOrd="3" destOrd="0" presId="urn:microsoft.com/office/officeart/2005/8/layout/orgChart1"/>
    <dgm:cxn modelId="{8679C244-B45E-F340-8191-EEBA771FEB83}" type="presParOf" srcId="{59BB3127-13C2-C940-BE2B-505404872772}" destId="{23FD35BD-C23C-DE44-BA43-5CE5AF145F81}" srcOrd="0" destOrd="0" presId="urn:microsoft.com/office/officeart/2005/8/layout/orgChart1"/>
    <dgm:cxn modelId="{3D12DF54-1A5F-794E-A66E-DF288CEE9D41}" type="presParOf" srcId="{23FD35BD-C23C-DE44-BA43-5CE5AF145F81}" destId="{D3586F14-6BBD-CB42-AE24-A1B240E7A8C2}" srcOrd="0" destOrd="0" presId="urn:microsoft.com/office/officeart/2005/8/layout/orgChart1"/>
    <dgm:cxn modelId="{23C2E262-66B7-FF47-B3B3-C822EB267E01}" type="presParOf" srcId="{23FD35BD-C23C-DE44-BA43-5CE5AF145F81}" destId="{CB436C7E-AA3F-EF44-BB20-7BFC36DB783A}" srcOrd="1" destOrd="0" presId="urn:microsoft.com/office/officeart/2005/8/layout/orgChart1"/>
    <dgm:cxn modelId="{A3295BD3-0520-3543-8BE2-53985316041B}" type="presParOf" srcId="{59BB3127-13C2-C940-BE2B-505404872772}" destId="{443B6E2D-C698-0740-A666-053074B2AD29}" srcOrd="1" destOrd="0" presId="urn:microsoft.com/office/officeart/2005/8/layout/orgChart1"/>
    <dgm:cxn modelId="{8A94029F-9E58-D04A-B501-0E855FD4D035}" type="presParOf" srcId="{59BB3127-13C2-C940-BE2B-505404872772}" destId="{C3C4A85D-4120-B547-9D3D-DC91FE3311D4}" srcOrd="2" destOrd="0" presId="urn:microsoft.com/office/officeart/2005/8/layout/orgChart1"/>
    <dgm:cxn modelId="{3EFAA938-6F92-DF49-928F-391C62FECA09}" type="presParOf" srcId="{CF53E73B-D5A0-7A42-BE08-44FC1B598D0A}" destId="{97E87D59-4A43-2E44-91E1-1FB003C97860}" srcOrd="4" destOrd="0" presId="urn:microsoft.com/office/officeart/2005/8/layout/orgChart1"/>
    <dgm:cxn modelId="{FFD1392D-D4B3-E145-8835-84DED143D082}" type="presParOf" srcId="{CF53E73B-D5A0-7A42-BE08-44FC1B598D0A}" destId="{2226CE3F-ADBE-7147-946A-22738C3963DA}" srcOrd="5" destOrd="0" presId="urn:microsoft.com/office/officeart/2005/8/layout/orgChart1"/>
    <dgm:cxn modelId="{E2032687-50CD-5245-BEE8-B543CDB85986}" type="presParOf" srcId="{2226CE3F-ADBE-7147-946A-22738C3963DA}" destId="{74BBDF81-AD7C-364F-9DF9-9825461E35DE}" srcOrd="0" destOrd="0" presId="urn:microsoft.com/office/officeart/2005/8/layout/orgChart1"/>
    <dgm:cxn modelId="{9546A975-84B5-1A46-8B83-67AF6621301D}" type="presParOf" srcId="{74BBDF81-AD7C-364F-9DF9-9825461E35DE}" destId="{8FD48F09-58E3-4A47-B8E4-71DD35B9D83E}" srcOrd="0" destOrd="0" presId="urn:microsoft.com/office/officeart/2005/8/layout/orgChart1"/>
    <dgm:cxn modelId="{2517F367-E2BA-4446-A4C8-9C934F04EFC4}" type="presParOf" srcId="{74BBDF81-AD7C-364F-9DF9-9825461E35DE}" destId="{15C85C70-F904-6744-B26E-D28CD7D5E29E}" srcOrd="1" destOrd="0" presId="urn:microsoft.com/office/officeart/2005/8/layout/orgChart1"/>
    <dgm:cxn modelId="{2AA79BE4-1B37-584A-A5B8-308781F3E5A2}" type="presParOf" srcId="{2226CE3F-ADBE-7147-946A-22738C3963DA}" destId="{F6FE4AE4-6839-3644-BE93-E9337A94B33D}" srcOrd="1" destOrd="0" presId="urn:microsoft.com/office/officeart/2005/8/layout/orgChart1"/>
    <dgm:cxn modelId="{0FF697A8-DDF9-B847-A370-FCD68D05B0AC}" type="presParOf" srcId="{2226CE3F-ADBE-7147-946A-22738C3963DA}" destId="{3F8E029F-3156-0A49-9B62-C139C4CDACB1}" srcOrd="2" destOrd="0" presId="urn:microsoft.com/office/officeart/2005/8/layout/orgChart1"/>
    <dgm:cxn modelId="{980C6724-7444-DB48-8B59-4189197A32AC}" type="presParOf" srcId="{99FC2BB1-0FFA-684E-99B4-2715FB00EFA3}" destId="{1386A19C-9249-8940-A0EA-10E0375EA3A2}" srcOrd="2" destOrd="0" presId="urn:microsoft.com/office/officeart/2005/8/layout/orgChart1"/>
    <dgm:cxn modelId="{071437FB-45EE-0744-AA5C-DD1EDFC95F87}" type="presParOf" srcId="{8840AE1E-DE79-0645-B628-CCFCC5322F84}" destId="{10C83114-CD4B-4543-B4D5-CE8F99347AC2}" srcOrd="2" destOrd="0" presId="urn:microsoft.com/office/officeart/2005/8/layout/orgChart1"/>
    <dgm:cxn modelId="{F3D67696-677D-2149-8D04-F7C46AFDE117}" type="presParOf" srcId="{8840AE1E-DE79-0645-B628-CCFCC5322F84}" destId="{8AE99E7A-EF6B-914F-A2D8-6B969FB7A492}" srcOrd="3" destOrd="0" presId="urn:microsoft.com/office/officeart/2005/8/layout/orgChart1"/>
    <dgm:cxn modelId="{69385AA6-8545-4542-8FA8-34EAE720BD44}" type="presParOf" srcId="{8AE99E7A-EF6B-914F-A2D8-6B969FB7A492}" destId="{A848C9D6-3C40-4342-9AA6-F20C01DC09FB}" srcOrd="0" destOrd="0" presId="urn:microsoft.com/office/officeart/2005/8/layout/orgChart1"/>
    <dgm:cxn modelId="{76630F09-AF8E-414D-BA24-F5ACF6C95021}" type="presParOf" srcId="{A848C9D6-3C40-4342-9AA6-F20C01DC09FB}" destId="{FCB403E8-7CD0-2F4B-ADF8-2C0A8AA1E754}" srcOrd="0" destOrd="0" presId="urn:microsoft.com/office/officeart/2005/8/layout/orgChart1"/>
    <dgm:cxn modelId="{B4C3B7CC-4B9F-F64B-8C19-A0357000C926}" type="presParOf" srcId="{A848C9D6-3C40-4342-9AA6-F20C01DC09FB}" destId="{BBF89D95-CE4B-4F4E-ADD2-CE9025CEBEA5}" srcOrd="1" destOrd="0" presId="urn:microsoft.com/office/officeart/2005/8/layout/orgChart1"/>
    <dgm:cxn modelId="{727B507D-1BCA-464B-82E0-D0447E312555}" type="presParOf" srcId="{8AE99E7A-EF6B-914F-A2D8-6B969FB7A492}" destId="{7324EA8C-6ADC-DE41-BCFD-910290073208}" srcOrd="1" destOrd="0" presId="urn:microsoft.com/office/officeart/2005/8/layout/orgChart1"/>
    <dgm:cxn modelId="{6D67CDFE-46D9-A742-8E29-D3D7AEFB0E43}" type="presParOf" srcId="{7324EA8C-6ADC-DE41-BCFD-910290073208}" destId="{9348D0BB-3743-1449-8E67-19A34975A0F8}" srcOrd="0" destOrd="0" presId="urn:microsoft.com/office/officeart/2005/8/layout/orgChart1"/>
    <dgm:cxn modelId="{13E7D8E8-E598-A24B-BD10-63AFEF6AD89E}" type="presParOf" srcId="{7324EA8C-6ADC-DE41-BCFD-910290073208}" destId="{2D8F9B87-73C1-2045-ADE9-B5793548BCA4}" srcOrd="1" destOrd="0" presId="urn:microsoft.com/office/officeart/2005/8/layout/orgChart1"/>
    <dgm:cxn modelId="{518B91E0-FC49-224A-9540-8EB22D06182D}" type="presParOf" srcId="{2D8F9B87-73C1-2045-ADE9-B5793548BCA4}" destId="{625A1705-F2E4-9144-9D47-6867BBD9E668}" srcOrd="0" destOrd="0" presId="urn:microsoft.com/office/officeart/2005/8/layout/orgChart1"/>
    <dgm:cxn modelId="{EE17D65D-A940-8647-9E0C-E8E76867BF21}" type="presParOf" srcId="{625A1705-F2E4-9144-9D47-6867BBD9E668}" destId="{26433F28-69B9-4D48-813F-355000119E6E}" srcOrd="0" destOrd="0" presId="urn:microsoft.com/office/officeart/2005/8/layout/orgChart1"/>
    <dgm:cxn modelId="{1E7958AC-4668-324E-B213-C42BF9263315}" type="presParOf" srcId="{625A1705-F2E4-9144-9D47-6867BBD9E668}" destId="{38B05DD5-B2F5-1440-97F0-73BB671B27A5}" srcOrd="1" destOrd="0" presId="urn:microsoft.com/office/officeart/2005/8/layout/orgChart1"/>
    <dgm:cxn modelId="{6711F747-C6AF-1948-BDE3-6C58F6D35FB1}" type="presParOf" srcId="{2D8F9B87-73C1-2045-ADE9-B5793548BCA4}" destId="{62BACFA9-0AE6-4546-9021-4A6684B869BB}" srcOrd="1" destOrd="0" presId="urn:microsoft.com/office/officeart/2005/8/layout/orgChart1"/>
    <dgm:cxn modelId="{12EDF898-C6DD-3E4E-BBDA-F90795F99CAC}" type="presParOf" srcId="{2D8F9B87-73C1-2045-ADE9-B5793548BCA4}" destId="{A308209E-DD55-B44E-BCAB-EDEA598BD21E}" srcOrd="2" destOrd="0" presId="urn:microsoft.com/office/officeart/2005/8/layout/orgChart1"/>
    <dgm:cxn modelId="{12D4C19F-4170-D24C-9111-C5704F03DA44}" type="presParOf" srcId="{7324EA8C-6ADC-DE41-BCFD-910290073208}" destId="{8E149C36-054E-E64F-AC3B-74A2A06B483C}" srcOrd="2" destOrd="0" presId="urn:microsoft.com/office/officeart/2005/8/layout/orgChart1"/>
    <dgm:cxn modelId="{16390C0C-1A46-E144-8784-52209219C329}" type="presParOf" srcId="{7324EA8C-6ADC-DE41-BCFD-910290073208}" destId="{FBBD1010-99A5-974B-8EF0-7873C7E187E0}" srcOrd="3" destOrd="0" presId="urn:microsoft.com/office/officeart/2005/8/layout/orgChart1"/>
    <dgm:cxn modelId="{25E6EF22-BDF6-824E-8F94-E3A3B8300E7C}" type="presParOf" srcId="{FBBD1010-99A5-974B-8EF0-7873C7E187E0}" destId="{70EF60C4-A18E-9D4C-B428-3A5EE33131DC}" srcOrd="0" destOrd="0" presId="urn:microsoft.com/office/officeart/2005/8/layout/orgChart1"/>
    <dgm:cxn modelId="{0801B6EA-0FF7-874D-ACC3-B7035A8AD542}" type="presParOf" srcId="{70EF60C4-A18E-9D4C-B428-3A5EE33131DC}" destId="{3BEB5611-F1FB-FD4F-9135-7ACC3894D3A4}" srcOrd="0" destOrd="0" presId="urn:microsoft.com/office/officeart/2005/8/layout/orgChart1"/>
    <dgm:cxn modelId="{6E8793EB-C889-0343-A8DC-529B55268831}" type="presParOf" srcId="{70EF60C4-A18E-9D4C-B428-3A5EE33131DC}" destId="{F13156D7-7702-8543-89F3-C57AED27789A}" srcOrd="1" destOrd="0" presId="urn:microsoft.com/office/officeart/2005/8/layout/orgChart1"/>
    <dgm:cxn modelId="{08326458-A53B-084D-A9B7-43D7346253FB}" type="presParOf" srcId="{FBBD1010-99A5-974B-8EF0-7873C7E187E0}" destId="{81CF8B26-EE69-F345-89F4-42C1E7F792D0}" srcOrd="1" destOrd="0" presId="urn:microsoft.com/office/officeart/2005/8/layout/orgChart1"/>
    <dgm:cxn modelId="{DAA2A86C-B6D3-D845-92A6-EC7731A239C5}" type="presParOf" srcId="{FBBD1010-99A5-974B-8EF0-7873C7E187E0}" destId="{83D3648D-1E98-E04A-BB14-F252D1B4B1D3}" srcOrd="2" destOrd="0" presId="urn:microsoft.com/office/officeart/2005/8/layout/orgChart1"/>
    <dgm:cxn modelId="{CE9EECD6-A1AD-664C-97AA-773E29F485F9}" type="presParOf" srcId="{7324EA8C-6ADC-DE41-BCFD-910290073208}" destId="{A39F84AE-CB8E-B84F-8B36-02BC5B63E070}" srcOrd="4" destOrd="0" presId="urn:microsoft.com/office/officeart/2005/8/layout/orgChart1"/>
    <dgm:cxn modelId="{7C467168-1B52-C640-92D6-657B7D10D099}" type="presParOf" srcId="{7324EA8C-6ADC-DE41-BCFD-910290073208}" destId="{BE070C63-10A1-DE44-AAEA-4D57E9228C13}" srcOrd="5" destOrd="0" presId="urn:microsoft.com/office/officeart/2005/8/layout/orgChart1"/>
    <dgm:cxn modelId="{2392A58C-EE87-C940-BB73-7BEB6BE00C93}" type="presParOf" srcId="{BE070C63-10A1-DE44-AAEA-4D57E9228C13}" destId="{55700D1A-0D07-2C4A-A5ED-F10B4385DD0C}" srcOrd="0" destOrd="0" presId="urn:microsoft.com/office/officeart/2005/8/layout/orgChart1"/>
    <dgm:cxn modelId="{E86BEC6E-36BE-1B41-9C07-7C3957ACD716}" type="presParOf" srcId="{55700D1A-0D07-2C4A-A5ED-F10B4385DD0C}" destId="{C920E83D-8B77-524D-B23D-ED4576BBC3AE}" srcOrd="0" destOrd="0" presId="urn:microsoft.com/office/officeart/2005/8/layout/orgChart1"/>
    <dgm:cxn modelId="{9D57460E-C027-D248-A875-F6A74F184185}" type="presParOf" srcId="{55700D1A-0D07-2C4A-A5ED-F10B4385DD0C}" destId="{F0B21BCA-892A-3F49-B241-ACAC02384793}" srcOrd="1" destOrd="0" presId="urn:microsoft.com/office/officeart/2005/8/layout/orgChart1"/>
    <dgm:cxn modelId="{36823959-342D-9446-AB76-7FFD32C7EAEF}" type="presParOf" srcId="{BE070C63-10A1-DE44-AAEA-4D57E9228C13}" destId="{A444C827-08EC-F94F-9B1C-CA2FAA75CD08}" srcOrd="1" destOrd="0" presId="urn:microsoft.com/office/officeart/2005/8/layout/orgChart1"/>
    <dgm:cxn modelId="{3294226E-AC22-764A-8D7F-1085E511A12E}" type="presParOf" srcId="{BE070C63-10A1-DE44-AAEA-4D57E9228C13}" destId="{8D352827-C6D8-DC4B-BD40-E182C5015E39}" srcOrd="2" destOrd="0" presId="urn:microsoft.com/office/officeart/2005/8/layout/orgChart1"/>
    <dgm:cxn modelId="{F2B03D02-72E9-894B-8AEA-6A8EA7869461}" type="presParOf" srcId="{8AE99E7A-EF6B-914F-A2D8-6B969FB7A492}" destId="{EC018A30-067A-A643-AC22-D4A63DD8624D}" srcOrd="2" destOrd="0" presId="urn:microsoft.com/office/officeart/2005/8/layout/orgChart1"/>
    <dgm:cxn modelId="{F72CA893-70B5-0B45-B0AE-26131AE18FEA}" type="presParOf" srcId="{8840AE1E-DE79-0645-B628-CCFCC5322F84}" destId="{C81CE094-E691-5648-8E6D-E097627A8C36}" srcOrd="4" destOrd="0" presId="urn:microsoft.com/office/officeart/2005/8/layout/orgChart1"/>
    <dgm:cxn modelId="{B63E29AC-FEC2-6F40-A7F7-3F183478FBAE}" type="presParOf" srcId="{8840AE1E-DE79-0645-B628-CCFCC5322F84}" destId="{65A8E0D3-B7C4-D440-8B77-7C21CDA3B6C1}" srcOrd="5" destOrd="0" presId="urn:microsoft.com/office/officeart/2005/8/layout/orgChart1"/>
    <dgm:cxn modelId="{C34D2B54-839B-EC40-B49F-536345D1872D}" type="presParOf" srcId="{65A8E0D3-B7C4-D440-8B77-7C21CDA3B6C1}" destId="{46C8CF5A-B914-4949-A2FB-F542A361DE45}" srcOrd="0" destOrd="0" presId="urn:microsoft.com/office/officeart/2005/8/layout/orgChart1"/>
    <dgm:cxn modelId="{577F5DBE-6317-E242-9061-008D4F40BD2D}" type="presParOf" srcId="{46C8CF5A-B914-4949-A2FB-F542A361DE45}" destId="{701B193D-17E5-5B4F-93AA-6941E4DD257A}" srcOrd="0" destOrd="0" presId="urn:microsoft.com/office/officeart/2005/8/layout/orgChart1"/>
    <dgm:cxn modelId="{812A736D-E68C-534F-BA94-820C977AF268}" type="presParOf" srcId="{46C8CF5A-B914-4949-A2FB-F542A361DE45}" destId="{13FDE00A-DC4F-F44B-B610-36D582A3303F}" srcOrd="1" destOrd="0" presId="urn:microsoft.com/office/officeart/2005/8/layout/orgChart1"/>
    <dgm:cxn modelId="{3111EE59-4C4F-4B4A-ACE1-A01302FD052A}" type="presParOf" srcId="{65A8E0D3-B7C4-D440-8B77-7C21CDA3B6C1}" destId="{C2BD8944-6E93-CF49-9C69-6AAAF857C9E6}" srcOrd="1" destOrd="0" presId="urn:microsoft.com/office/officeart/2005/8/layout/orgChart1"/>
    <dgm:cxn modelId="{E802822A-BA07-3C47-9B51-F7B3074A68E9}" type="presParOf" srcId="{C2BD8944-6E93-CF49-9C69-6AAAF857C9E6}" destId="{617089B0-AFD4-5D42-85FB-D1CED29EB92C}" srcOrd="0" destOrd="0" presId="urn:microsoft.com/office/officeart/2005/8/layout/orgChart1"/>
    <dgm:cxn modelId="{5487FDF7-4E6E-3548-978D-844351CF425C}" type="presParOf" srcId="{C2BD8944-6E93-CF49-9C69-6AAAF857C9E6}" destId="{4671AF82-AA43-994C-996E-FC08CC86CF2C}" srcOrd="1" destOrd="0" presId="urn:microsoft.com/office/officeart/2005/8/layout/orgChart1"/>
    <dgm:cxn modelId="{680BB29E-BB99-A745-B2C9-DDDA3410CF1D}" type="presParOf" srcId="{4671AF82-AA43-994C-996E-FC08CC86CF2C}" destId="{BF729D70-9721-3F43-8A33-72C72D51C29C}" srcOrd="0" destOrd="0" presId="urn:microsoft.com/office/officeart/2005/8/layout/orgChart1"/>
    <dgm:cxn modelId="{232FDE85-1C2F-AA4A-8F65-E4A3728B46BC}" type="presParOf" srcId="{BF729D70-9721-3F43-8A33-72C72D51C29C}" destId="{FC4A473B-1FD5-3A43-A59A-5239A808BCA6}" srcOrd="0" destOrd="0" presId="urn:microsoft.com/office/officeart/2005/8/layout/orgChart1"/>
    <dgm:cxn modelId="{D96AAD7A-ABCC-2D40-93DC-DCAE322F2335}" type="presParOf" srcId="{BF729D70-9721-3F43-8A33-72C72D51C29C}" destId="{A2A93165-E3BB-2147-8A4E-401628C597EB}" srcOrd="1" destOrd="0" presId="urn:microsoft.com/office/officeart/2005/8/layout/orgChart1"/>
    <dgm:cxn modelId="{07A25DBE-CD25-764D-9079-C6550AA9F6BB}" type="presParOf" srcId="{4671AF82-AA43-994C-996E-FC08CC86CF2C}" destId="{2773F97F-ADE8-E84E-AA7E-C428046184AE}" srcOrd="1" destOrd="0" presId="urn:microsoft.com/office/officeart/2005/8/layout/orgChart1"/>
    <dgm:cxn modelId="{28B53DD1-4C90-F846-B32E-C99E6EDC8E2E}" type="presParOf" srcId="{4671AF82-AA43-994C-996E-FC08CC86CF2C}" destId="{9A9F0CC4-EFE7-F54E-902C-0D1E7229ED35}" srcOrd="2" destOrd="0" presId="urn:microsoft.com/office/officeart/2005/8/layout/orgChart1"/>
    <dgm:cxn modelId="{20784922-7A99-FA44-A4E1-BDD4C2DEEF7D}" type="presParOf" srcId="{C2BD8944-6E93-CF49-9C69-6AAAF857C9E6}" destId="{FD8493D4-DFDC-AA40-99CC-CE8581EBCC48}" srcOrd="2" destOrd="0" presId="urn:microsoft.com/office/officeart/2005/8/layout/orgChart1"/>
    <dgm:cxn modelId="{F0EA6922-D024-1646-A60A-8EFD005D93C0}" type="presParOf" srcId="{C2BD8944-6E93-CF49-9C69-6AAAF857C9E6}" destId="{B711476B-D7D3-7D4D-9165-4F161705FAB0}" srcOrd="3" destOrd="0" presId="urn:microsoft.com/office/officeart/2005/8/layout/orgChart1"/>
    <dgm:cxn modelId="{524F0C7C-B716-A14A-8277-59C94FD8BD39}" type="presParOf" srcId="{B711476B-D7D3-7D4D-9165-4F161705FAB0}" destId="{C46307BE-1C2F-8846-BF53-B82CDCDE06D2}" srcOrd="0" destOrd="0" presId="urn:microsoft.com/office/officeart/2005/8/layout/orgChart1"/>
    <dgm:cxn modelId="{2E1C7ED8-5752-8540-B3C1-E8CEC2BFDB22}" type="presParOf" srcId="{C46307BE-1C2F-8846-BF53-B82CDCDE06D2}" destId="{BAAAC9D1-9CD4-7841-BBAA-408D131693E5}" srcOrd="0" destOrd="0" presId="urn:microsoft.com/office/officeart/2005/8/layout/orgChart1"/>
    <dgm:cxn modelId="{6A8B06AF-5D5B-7D40-80FF-A7C6C7967A01}" type="presParOf" srcId="{C46307BE-1C2F-8846-BF53-B82CDCDE06D2}" destId="{42DB8B19-54E7-6A49-9982-2E888FA69F98}" srcOrd="1" destOrd="0" presId="urn:microsoft.com/office/officeart/2005/8/layout/orgChart1"/>
    <dgm:cxn modelId="{1CEFD6A8-F05E-5B43-87A6-9AA6E2830B42}" type="presParOf" srcId="{B711476B-D7D3-7D4D-9165-4F161705FAB0}" destId="{4A0692C0-8977-3C41-B856-F8FC46A69DF7}" srcOrd="1" destOrd="0" presId="urn:microsoft.com/office/officeart/2005/8/layout/orgChart1"/>
    <dgm:cxn modelId="{1026D835-8A16-8D4E-BAC5-3AE25A0DDBC0}" type="presParOf" srcId="{B711476B-D7D3-7D4D-9165-4F161705FAB0}" destId="{ABBD719D-68B8-9D4F-8CEC-EBB220C89E48}" srcOrd="2" destOrd="0" presId="urn:microsoft.com/office/officeart/2005/8/layout/orgChart1"/>
    <dgm:cxn modelId="{99DEEED7-164C-2443-AA8D-408C2F0EB55A}" type="presParOf" srcId="{C2BD8944-6E93-CF49-9C69-6AAAF857C9E6}" destId="{9B6F8AAA-508F-9845-B76D-3F87F2B7DD02}" srcOrd="4" destOrd="0" presId="urn:microsoft.com/office/officeart/2005/8/layout/orgChart1"/>
    <dgm:cxn modelId="{DEC39F1D-AA5E-8B45-8ABA-6BA4DC3059C1}" type="presParOf" srcId="{C2BD8944-6E93-CF49-9C69-6AAAF857C9E6}" destId="{46B4F5B0-9DC6-3741-BBF9-36E1123B4F16}" srcOrd="5" destOrd="0" presId="urn:microsoft.com/office/officeart/2005/8/layout/orgChart1"/>
    <dgm:cxn modelId="{46D86DAD-AF79-B443-B4D0-B17769F55BB3}" type="presParOf" srcId="{46B4F5B0-9DC6-3741-BBF9-36E1123B4F16}" destId="{6325F0B4-F0BE-9348-93D9-D8BD8F32F9C2}" srcOrd="0" destOrd="0" presId="urn:microsoft.com/office/officeart/2005/8/layout/orgChart1"/>
    <dgm:cxn modelId="{8A73A9F3-CC9A-794B-8BB5-9819CE4635BF}" type="presParOf" srcId="{6325F0B4-F0BE-9348-93D9-D8BD8F32F9C2}" destId="{6556FEED-BD6A-BC4E-8669-2D312B697D5C}" srcOrd="0" destOrd="0" presId="urn:microsoft.com/office/officeart/2005/8/layout/orgChart1"/>
    <dgm:cxn modelId="{93DFB24D-8F2F-294F-B00D-B9871DAD817C}" type="presParOf" srcId="{6325F0B4-F0BE-9348-93D9-D8BD8F32F9C2}" destId="{D23E8BF1-0014-D24A-BFE5-55542476B27C}" srcOrd="1" destOrd="0" presId="urn:microsoft.com/office/officeart/2005/8/layout/orgChart1"/>
    <dgm:cxn modelId="{DD548D0A-3CC0-914B-B54F-B744AD21AF40}" type="presParOf" srcId="{46B4F5B0-9DC6-3741-BBF9-36E1123B4F16}" destId="{12B8B2F6-6290-394F-81F3-642FEC9E6B8A}" srcOrd="1" destOrd="0" presId="urn:microsoft.com/office/officeart/2005/8/layout/orgChart1"/>
    <dgm:cxn modelId="{DBF8BF53-5C6D-E34B-B9AA-74EA3CB89135}" type="presParOf" srcId="{46B4F5B0-9DC6-3741-BBF9-36E1123B4F16}" destId="{5FA5C37C-992A-0747-A975-5C5CAC4C8F43}" srcOrd="2" destOrd="0" presId="urn:microsoft.com/office/officeart/2005/8/layout/orgChart1"/>
    <dgm:cxn modelId="{6E3C4B12-9AEB-2445-AF3A-DFB8C99AE049}" type="presParOf" srcId="{65A8E0D3-B7C4-D440-8B77-7C21CDA3B6C1}" destId="{A407AEA8-C902-A740-B17D-98099A03737C}" srcOrd="2" destOrd="0" presId="urn:microsoft.com/office/officeart/2005/8/layout/orgChart1"/>
    <dgm:cxn modelId="{02755FCF-8575-E74B-BE94-81B3DEE0C9FA}" type="presParOf" srcId="{8840AE1E-DE79-0645-B628-CCFCC5322F84}" destId="{904AB00F-AD33-724E-9E07-9F61E51E40D5}" srcOrd="6" destOrd="0" presId="urn:microsoft.com/office/officeart/2005/8/layout/orgChart1"/>
    <dgm:cxn modelId="{ADC281BD-0704-AB4D-B478-9D2DA11F0019}" type="presParOf" srcId="{8840AE1E-DE79-0645-B628-CCFCC5322F84}" destId="{8D3DA520-83B0-5340-A7E9-C184642FF6F5}" srcOrd="7" destOrd="0" presId="urn:microsoft.com/office/officeart/2005/8/layout/orgChart1"/>
    <dgm:cxn modelId="{964176D5-DE00-8341-A66F-16AAB7AE59BC}" type="presParOf" srcId="{8D3DA520-83B0-5340-A7E9-C184642FF6F5}" destId="{88120285-B4BE-BF48-BF9F-13B52A328713}" srcOrd="0" destOrd="0" presId="urn:microsoft.com/office/officeart/2005/8/layout/orgChart1"/>
    <dgm:cxn modelId="{5468AE3C-6421-5747-B1C6-D2E8EB624C66}" type="presParOf" srcId="{88120285-B4BE-BF48-BF9F-13B52A328713}" destId="{0DAB1D9E-05CD-8848-BFEE-0FA3AFD7217D}" srcOrd="0" destOrd="0" presId="urn:microsoft.com/office/officeart/2005/8/layout/orgChart1"/>
    <dgm:cxn modelId="{F11B04C9-71AD-7948-8FD3-434D012D97DE}" type="presParOf" srcId="{88120285-B4BE-BF48-BF9F-13B52A328713}" destId="{ED8EDA4B-D798-4F4D-B5E3-57942137A98C}" srcOrd="1" destOrd="0" presId="urn:microsoft.com/office/officeart/2005/8/layout/orgChart1"/>
    <dgm:cxn modelId="{879F92EA-68DE-4248-BF24-E91F75B13FE9}" type="presParOf" srcId="{8D3DA520-83B0-5340-A7E9-C184642FF6F5}" destId="{CCA84547-B53D-E04E-9A96-A0B3400092B8}" srcOrd="1" destOrd="0" presId="urn:microsoft.com/office/officeart/2005/8/layout/orgChart1"/>
    <dgm:cxn modelId="{0091845A-55D7-7341-8067-09596643FD20}" type="presParOf" srcId="{CCA84547-B53D-E04E-9A96-A0B3400092B8}" destId="{82039E1D-F222-D840-8679-EDAF196011AE}" srcOrd="0" destOrd="0" presId="urn:microsoft.com/office/officeart/2005/8/layout/orgChart1"/>
    <dgm:cxn modelId="{047B3AEA-BF74-FB41-90F9-4F22A6B7617B}" type="presParOf" srcId="{CCA84547-B53D-E04E-9A96-A0B3400092B8}" destId="{FDA6DC96-9C60-C347-AB68-E27A43B17ED1}" srcOrd="1" destOrd="0" presId="urn:microsoft.com/office/officeart/2005/8/layout/orgChart1"/>
    <dgm:cxn modelId="{17AE983C-B9CE-3543-BAAC-1CCBF5FC9A78}" type="presParOf" srcId="{FDA6DC96-9C60-C347-AB68-E27A43B17ED1}" destId="{4FC46FE2-25BB-694B-8669-3667B3ACD2F7}" srcOrd="0" destOrd="0" presId="urn:microsoft.com/office/officeart/2005/8/layout/orgChart1"/>
    <dgm:cxn modelId="{51E92EA2-9AA3-4A4B-B82F-CEFB87B19054}" type="presParOf" srcId="{4FC46FE2-25BB-694B-8669-3667B3ACD2F7}" destId="{815F693B-0782-AF40-826F-2E86A78D4088}" srcOrd="0" destOrd="0" presId="urn:microsoft.com/office/officeart/2005/8/layout/orgChart1"/>
    <dgm:cxn modelId="{7DEC5590-7F53-7848-AF63-473B53AE4BB4}" type="presParOf" srcId="{4FC46FE2-25BB-694B-8669-3667B3ACD2F7}" destId="{35466260-4911-3147-B21B-77E67991CE0B}" srcOrd="1" destOrd="0" presId="urn:microsoft.com/office/officeart/2005/8/layout/orgChart1"/>
    <dgm:cxn modelId="{086C2C86-8312-E844-B00C-8D413A2C70F3}" type="presParOf" srcId="{FDA6DC96-9C60-C347-AB68-E27A43B17ED1}" destId="{9B7B3F30-34AD-E647-963F-4EA9653CE29F}" srcOrd="1" destOrd="0" presId="urn:microsoft.com/office/officeart/2005/8/layout/orgChart1"/>
    <dgm:cxn modelId="{1674DBA4-839A-0640-9BDF-0A7C6ECF0D16}" type="presParOf" srcId="{FDA6DC96-9C60-C347-AB68-E27A43B17ED1}" destId="{5985D58E-CDD2-9845-B181-3755C67C380D}" srcOrd="2" destOrd="0" presId="urn:microsoft.com/office/officeart/2005/8/layout/orgChart1"/>
    <dgm:cxn modelId="{769B7E31-F3D3-A04B-864C-9C66022BE365}" type="presParOf" srcId="{CCA84547-B53D-E04E-9A96-A0B3400092B8}" destId="{453760F8-EA0D-8341-8FEA-46D443DC57C5}" srcOrd="2" destOrd="0" presId="urn:microsoft.com/office/officeart/2005/8/layout/orgChart1"/>
    <dgm:cxn modelId="{37794531-9B5E-D541-ABD8-7561E4ADD05D}" type="presParOf" srcId="{CCA84547-B53D-E04E-9A96-A0B3400092B8}" destId="{D8C5D195-FDE0-EB4B-B632-12E44C291D68}" srcOrd="3" destOrd="0" presId="urn:microsoft.com/office/officeart/2005/8/layout/orgChart1"/>
    <dgm:cxn modelId="{429C3251-7B27-024C-B77C-6A6558AD9DF0}" type="presParOf" srcId="{D8C5D195-FDE0-EB4B-B632-12E44C291D68}" destId="{53B439C3-2D98-F340-ACF2-635D4860ADB4}" srcOrd="0" destOrd="0" presId="urn:microsoft.com/office/officeart/2005/8/layout/orgChart1"/>
    <dgm:cxn modelId="{448D736B-4426-E043-9EA5-2BF2758C98EE}" type="presParOf" srcId="{53B439C3-2D98-F340-ACF2-635D4860ADB4}" destId="{005083D2-0AD8-344D-B1B3-32776343855E}" srcOrd="0" destOrd="0" presId="urn:microsoft.com/office/officeart/2005/8/layout/orgChart1"/>
    <dgm:cxn modelId="{3303A553-4536-9840-917B-54845788848F}" type="presParOf" srcId="{53B439C3-2D98-F340-ACF2-635D4860ADB4}" destId="{7BACAC16-7E07-3B4D-A8AA-C9EF394D9835}" srcOrd="1" destOrd="0" presId="urn:microsoft.com/office/officeart/2005/8/layout/orgChart1"/>
    <dgm:cxn modelId="{D5A38E6A-FA2B-CD42-BDB6-118FC1FCC47C}" type="presParOf" srcId="{D8C5D195-FDE0-EB4B-B632-12E44C291D68}" destId="{E49B4324-55BC-8845-9299-D63575A2B622}" srcOrd="1" destOrd="0" presId="urn:microsoft.com/office/officeart/2005/8/layout/orgChart1"/>
    <dgm:cxn modelId="{03CDF5D2-3331-7140-895E-5E97E0753400}" type="presParOf" srcId="{D8C5D195-FDE0-EB4B-B632-12E44C291D68}" destId="{5ECD5F75-5D38-3644-AB8C-47E21A5B6109}" srcOrd="2" destOrd="0" presId="urn:microsoft.com/office/officeart/2005/8/layout/orgChart1"/>
    <dgm:cxn modelId="{AFFC2B04-F264-8748-AD56-574EAE451A26}" type="presParOf" srcId="{CCA84547-B53D-E04E-9A96-A0B3400092B8}" destId="{2B3C6845-C751-1E42-BBAD-633E3B976132}" srcOrd="4" destOrd="0" presId="urn:microsoft.com/office/officeart/2005/8/layout/orgChart1"/>
    <dgm:cxn modelId="{103E9E5C-FFDC-0645-9B8A-544B9B3E88F4}" type="presParOf" srcId="{CCA84547-B53D-E04E-9A96-A0B3400092B8}" destId="{E1849F6B-0CA2-8643-8252-DFCFB115B64C}" srcOrd="5" destOrd="0" presId="urn:microsoft.com/office/officeart/2005/8/layout/orgChart1"/>
    <dgm:cxn modelId="{E0844E65-4A2E-0B45-A289-E271005107EF}" type="presParOf" srcId="{E1849F6B-0CA2-8643-8252-DFCFB115B64C}" destId="{C7EDA50B-7661-0443-8B34-469753159976}" srcOrd="0" destOrd="0" presId="urn:microsoft.com/office/officeart/2005/8/layout/orgChart1"/>
    <dgm:cxn modelId="{C37B9111-E45F-0F4C-AD48-E0DDF90D9F88}" type="presParOf" srcId="{C7EDA50B-7661-0443-8B34-469753159976}" destId="{9256BF15-6A0B-6F42-88BF-CEA5F120C84D}" srcOrd="0" destOrd="0" presId="urn:microsoft.com/office/officeart/2005/8/layout/orgChart1"/>
    <dgm:cxn modelId="{C88F57C0-7034-E24F-831A-9709226F0389}" type="presParOf" srcId="{C7EDA50B-7661-0443-8B34-469753159976}" destId="{4E7CE398-AB5C-5F43-8F79-0E4B51AF71AB}" srcOrd="1" destOrd="0" presId="urn:microsoft.com/office/officeart/2005/8/layout/orgChart1"/>
    <dgm:cxn modelId="{9B7868B8-4F85-CD44-A1B2-56ED19489496}" type="presParOf" srcId="{E1849F6B-0CA2-8643-8252-DFCFB115B64C}" destId="{A79F0AC6-530A-1340-BDB7-9CE637367D6C}" srcOrd="1" destOrd="0" presId="urn:microsoft.com/office/officeart/2005/8/layout/orgChart1"/>
    <dgm:cxn modelId="{C44A8DEE-8C86-4D4A-AB90-AB7E7A2116DB}" type="presParOf" srcId="{E1849F6B-0CA2-8643-8252-DFCFB115B64C}" destId="{396BC0F9-66EC-5947-B785-5636A2F355D4}" srcOrd="2" destOrd="0" presId="urn:microsoft.com/office/officeart/2005/8/layout/orgChart1"/>
    <dgm:cxn modelId="{3401EBDE-9ACF-1743-95D4-BDB60ACACA64}" type="presParOf" srcId="{8D3DA520-83B0-5340-A7E9-C184642FF6F5}" destId="{0782CD29-FC07-A24A-A812-E12DE481D86C}" srcOrd="2" destOrd="0" presId="urn:microsoft.com/office/officeart/2005/8/layout/orgChart1"/>
    <dgm:cxn modelId="{5D598EAD-D928-324D-8612-E1CC66F9DAB6}" type="presParOf" srcId="{1E25BB10-0D00-5A42-8C90-B5D3CBAF1906}" destId="{051FC122-56FE-164C-A941-F67854B59E8F}" srcOrd="2" destOrd="0" presId="urn:microsoft.com/office/officeart/2005/8/layout/orgChart1"/>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3C6845-C751-1E42-BBAD-633E3B976132}">
      <dsp:nvSpPr>
        <dsp:cNvPr id="0" name=""/>
        <dsp:cNvSpPr/>
      </dsp:nvSpPr>
      <dsp:spPr>
        <a:xfrm>
          <a:off x="3353855" y="1061262"/>
          <a:ext cx="131481" cy="1647904"/>
        </a:xfrm>
        <a:custGeom>
          <a:avLst/>
          <a:gdLst/>
          <a:ahLst/>
          <a:cxnLst/>
          <a:rect l="0" t="0" r="0" b="0"/>
          <a:pathLst>
            <a:path>
              <a:moveTo>
                <a:pt x="0" y="0"/>
              </a:moveTo>
              <a:lnTo>
                <a:pt x="0" y="1647904"/>
              </a:lnTo>
              <a:lnTo>
                <a:pt x="131481" y="1647904"/>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53760F8-EA0D-8341-8FEA-46D443DC57C5}">
      <dsp:nvSpPr>
        <dsp:cNvPr id="0" name=""/>
        <dsp:cNvSpPr/>
      </dsp:nvSpPr>
      <dsp:spPr>
        <a:xfrm>
          <a:off x="3353855" y="1061262"/>
          <a:ext cx="131481" cy="1025557"/>
        </a:xfrm>
        <a:custGeom>
          <a:avLst/>
          <a:gdLst/>
          <a:ahLst/>
          <a:cxnLst/>
          <a:rect l="0" t="0" r="0" b="0"/>
          <a:pathLst>
            <a:path>
              <a:moveTo>
                <a:pt x="0" y="0"/>
              </a:moveTo>
              <a:lnTo>
                <a:pt x="0" y="1025557"/>
              </a:lnTo>
              <a:lnTo>
                <a:pt x="131481" y="1025557"/>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2039E1D-F222-D840-8679-EDAF196011AE}">
      <dsp:nvSpPr>
        <dsp:cNvPr id="0" name=""/>
        <dsp:cNvSpPr/>
      </dsp:nvSpPr>
      <dsp:spPr>
        <a:xfrm>
          <a:off x="3353855" y="1061262"/>
          <a:ext cx="131481" cy="403210"/>
        </a:xfrm>
        <a:custGeom>
          <a:avLst/>
          <a:gdLst/>
          <a:ahLst/>
          <a:cxnLst/>
          <a:rect l="0" t="0" r="0" b="0"/>
          <a:pathLst>
            <a:path>
              <a:moveTo>
                <a:pt x="0" y="0"/>
              </a:moveTo>
              <a:lnTo>
                <a:pt x="0" y="403210"/>
              </a:lnTo>
              <a:lnTo>
                <a:pt x="131481" y="403210"/>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04AB00F-AD33-724E-9E07-9F61E51E40D5}">
      <dsp:nvSpPr>
        <dsp:cNvPr id="0" name=""/>
        <dsp:cNvSpPr/>
      </dsp:nvSpPr>
      <dsp:spPr>
        <a:xfrm>
          <a:off x="2113544" y="438915"/>
          <a:ext cx="1590928" cy="184074"/>
        </a:xfrm>
        <a:custGeom>
          <a:avLst/>
          <a:gdLst/>
          <a:ahLst/>
          <a:cxnLst/>
          <a:rect l="0" t="0" r="0" b="0"/>
          <a:pathLst>
            <a:path>
              <a:moveTo>
                <a:pt x="0" y="0"/>
              </a:moveTo>
              <a:lnTo>
                <a:pt x="0" y="92037"/>
              </a:lnTo>
              <a:lnTo>
                <a:pt x="1590928" y="92037"/>
              </a:lnTo>
              <a:lnTo>
                <a:pt x="1590928" y="184074"/>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6F8AAA-508F-9845-B76D-3F87F2B7DD02}">
      <dsp:nvSpPr>
        <dsp:cNvPr id="0" name=""/>
        <dsp:cNvSpPr/>
      </dsp:nvSpPr>
      <dsp:spPr>
        <a:xfrm>
          <a:off x="2293236" y="1061262"/>
          <a:ext cx="131481" cy="1647904"/>
        </a:xfrm>
        <a:custGeom>
          <a:avLst/>
          <a:gdLst/>
          <a:ahLst/>
          <a:cxnLst/>
          <a:rect l="0" t="0" r="0" b="0"/>
          <a:pathLst>
            <a:path>
              <a:moveTo>
                <a:pt x="0" y="0"/>
              </a:moveTo>
              <a:lnTo>
                <a:pt x="0" y="1647904"/>
              </a:lnTo>
              <a:lnTo>
                <a:pt x="131481" y="1647904"/>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8493D4-DFDC-AA40-99CC-CE8581EBCC48}">
      <dsp:nvSpPr>
        <dsp:cNvPr id="0" name=""/>
        <dsp:cNvSpPr/>
      </dsp:nvSpPr>
      <dsp:spPr>
        <a:xfrm>
          <a:off x="2293236" y="1061262"/>
          <a:ext cx="131481" cy="1025557"/>
        </a:xfrm>
        <a:custGeom>
          <a:avLst/>
          <a:gdLst/>
          <a:ahLst/>
          <a:cxnLst/>
          <a:rect l="0" t="0" r="0" b="0"/>
          <a:pathLst>
            <a:path>
              <a:moveTo>
                <a:pt x="0" y="0"/>
              </a:moveTo>
              <a:lnTo>
                <a:pt x="0" y="1025557"/>
              </a:lnTo>
              <a:lnTo>
                <a:pt x="131481" y="1025557"/>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17089B0-AFD4-5D42-85FB-D1CED29EB92C}">
      <dsp:nvSpPr>
        <dsp:cNvPr id="0" name=""/>
        <dsp:cNvSpPr/>
      </dsp:nvSpPr>
      <dsp:spPr>
        <a:xfrm>
          <a:off x="2293236" y="1061262"/>
          <a:ext cx="131481" cy="403210"/>
        </a:xfrm>
        <a:custGeom>
          <a:avLst/>
          <a:gdLst/>
          <a:ahLst/>
          <a:cxnLst/>
          <a:rect l="0" t="0" r="0" b="0"/>
          <a:pathLst>
            <a:path>
              <a:moveTo>
                <a:pt x="0" y="0"/>
              </a:moveTo>
              <a:lnTo>
                <a:pt x="0" y="403210"/>
              </a:lnTo>
              <a:lnTo>
                <a:pt x="131481" y="403210"/>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81CE094-E691-5648-8E6D-E097627A8C36}">
      <dsp:nvSpPr>
        <dsp:cNvPr id="0" name=""/>
        <dsp:cNvSpPr/>
      </dsp:nvSpPr>
      <dsp:spPr>
        <a:xfrm>
          <a:off x="2113544" y="438915"/>
          <a:ext cx="530309" cy="184074"/>
        </a:xfrm>
        <a:custGeom>
          <a:avLst/>
          <a:gdLst/>
          <a:ahLst/>
          <a:cxnLst/>
          <a:rect l="0" t="0" r="0" b="0"/>
          <a:pathLst>
            <a:path>
              <a:moveTo>
                <a:pt x="0" y="0"/>
              </a:moveTo>
              <a:lnTo>
                <a:pt x="0" y="92037"/>
              </a:lnTo>
              <a:lnTo>
                <a:pt x="530309" y="92037"/>
              </a:lnTo>
              <a:lnTo>
                <a:pt x="530309" y="184074"/>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39F84AE-CB8E-B84F-8B36-02BC5B63E070}">
      <dsp:nvSpPr>
        <dsp:cNvPr id="0" name=""/>
        <dsp:cNvSpPr/>
      </dsp:nvSpPr>
      <dsp:spPr>
        <a:xfrm>
          <a:off x="1232617" y="1061262"/>
          <a:ext cx="131481" cy="1647904"/>
        </a:xfrm>
        <a:custGeom>
          <a:avLst/>
          <a:gdLst/>
          <a:ahLst/>
          <a:cxnLst/>
          <a:rect l="0" t="0" r="0" b="0"/>
          <a:pathLst>
            <a:path>
              <a:moveTo>
                <a:pt x="0" y="0"/>
              </a:moveTo>
              <a:lnTo>
                <a:pt x="0" y="1647904"/>
              </a:lnTo>
              <a:lnTo>
                <a:pt x="131481" y="1647904"/>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E149C36-054E-E64F-AC3B-74A2A06B483C}">
      <dsp:nvSpPr>
        <dsp:cNvPr id="0" name=""/>
        <dsp:cNvSpPr/>
      </dsp:nvSpPr>
      <dsp:spPr>
        <a:xfrm>
          <a:off x="1232617" y="1061262"/>
          <a:ext cx="131481" cy="1025557"/>
        </a:xfrm>
        <a:custGeom>
          <a:avLst/>
          <a:gdLst/>
          <a:ahLst/>
          <a:cxnLst/>
          <a:rect l="0" t="0" r="0" b="0"/>
          <a:pathLst>
            <a:path>
              <a:moveTo>
                <a:pt x="0" y="0"/>
              </a:moveTo>
              <a:lnTo>
                <a:pt x="0" y="1025557"/>
              </a:lnTo>
              <a:lnTo>
                <a:pt x="131481" y="1025557"/>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48D0BB-3743-1449-8E67-19A34975A0F8}">
      <dsp:nvSpPr>
        <dsp:cNvPr id="0" name=""/>
        <dsp:cNvSpPr/>
      </dsp:nvSpPr>
      <dsp:spPr>
        <a:xfrm>
          <a:off x="1232617" y="1061262"/>
          <a:ext cx="131481" cy="403210"/>
        </a:xfrm>
        <a:custGeom>
          <a:avLst/>
          <a:gdLst/>
          <a:ahLst/>
          <a:cxnLst/>
          <a:rect l="0" t="0" r="0" b="0"/>
          <a:pathLst>
            <a:path>
              <a:moveTo>
                <a:pt x="0" y="0"/>
              </a:moveTo>
              <a:lnTo>
                <a:pt x="0" y="403210"/>
              </a:lnTo>
              <a:lnTo>
                <a:pt x="131481" y="403210"/>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0C83114-CD4B-4543-B4D5-CE8F99347AC2}">
      <dsp:nvSpPr>
        <dsp:cNvPr id="0" name=""/>
        <dsp:cNvSpPr/>
      </dsp:nvSpPr>
      <dsp:spPr>
        <a:xfrm>
          <a:off x="1583235" y="438915"/>
          <a:ext cx="530309" cy="184074"/>
        </a:xfrm>
        <a:custGeom>
          <a:avLst/>
          <a:gdLst/>
          <a:ahLst/>
          <a:cxnLst/>
          <a:rect l="0" t="0" r="0" b="0"/>
          <a:pathLst>
            <a:path>
              <a:moveTo>
                <a:pt x="530309" y="0"/>
              </a:moveTo>
              <a:lnTo>
                <a:pt x="530309" y="92037"/>
              </a:lnTo>
              <a:lnTo>
                <a:pt x="0" y="92037"/>
              </a:lnTo>
              <a:lnTo>
                <a:pt x="0" y="184074"/>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7E87D59-4A43-2E44-91E1-1FB003C97860}">
      <dsp:nvSpPr>
        <dsp:cNvPr id="0" name=""/>
        <dsp:cNvSpPr/>
      </dsp:nvSpPr>
      <dsp:spPr>
        <a:xfrm>
          <a:off x="171998" y="1061262"/>
          <a:ext cx="131481" cy="1647904"/>
        </a:xfrm>
        <a:custGeom>
          <a:avLst/>
          <a:gdLst/>
          <a:ahLst/>
          <a:cxnLst/>
          <a:rect l="0" t="0" r="0" b="0"/>
          <a:pathLst>
            <a:path>
              <a:moveTo>
                <a:pt x="0" y="0"/>
              </a:moveTo>
              <a:lnTo>
                <a:pt x="0" y="1647904"/>
              </a:lnTo>
              <a:lnTo>
                <a:pt x="131481" y="1647904"/>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166DA2-DE45-E749-B55D-1479A20D11E1}">
      <dsp:nvSpPr>
        <dsp:cNvPr id="0" name=""/>
        <dsp:cNvSpPr/>
      </dsp:nvSpPr>
      <dsp:spPr>
        <a:xfrm>
          <a:off x="171998" y="1061262"/>
          <a:ext cx="131481" cy="1025557"/>
        </a:xfrm>
        <a:custGeom>
          <a:avLst/>
          <a:gdLst/>
          <a:ahLst/>
          <a:cxnLst/>
          <a:rect l="0" t="0" r="0" b="0"/>
          <a:pathLst>
            <a:path>
              <a:moveTo>
                <a:pt x="0" y="0"/>
              </a:moveTo>
              <a:lnTo>
                <a:pt x="0" y="1025557"/>
              </a:lnTo>
              <a:lnTo>
                <a:pt x="131481" y="1025557"/>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D680F4-7C88-A44A-9BB2-A8E438E6B6A4}">
      <dsp:nvSpPr>
        <dsp:cNvPr id="0" name=""/>
        <dsp:cNvSpPr/>
      </dsp:nvSpPr>
      <dsp:spPr>
        <a:xfrm>
          <a:off x="171998" y="1061262"/>
          <a:ext cx="131481" cy="403210"/>
        </a:xfrm>
        <a:custGeom>
          <a:avLst/>
          <a:gdLst/>
          <a:ahLst/>
          <a:cxnLst/>
          <a:rect l="0" t="0" r="0" b="0"/>
          <a:pathLst>
            <a:path>
              <a:moveTo>
                <a:pt x="0" y="0"/>
              </a:moveTo>
              <a:lnTo>
                <a:pt x="0" y="403210"/>
              </a:lnTo>
              <a:lnTo>
                <a:pt x="131481" y="403210"/>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EE56942-8CC2-2C4F-A5D6-3BFCE42A5A12}">
      <dsp:nvSpPr>
        <dsp:cNvPr id="0" name=""/>
        <dsp:cNvSpPr/>
      </dsp:nvSpPr>
      <dsp:spPr>
        <a:xfrm>
          <a:off x="522616" y="438915"/>
          <a:ext cx="1590928" cy="184074"/>
        </a:xfrm>
        <a:custGeom>
          <a:avLst/>
          <a:gdLst/>
          <a:ahLst/>
          <a:cxnLst/>
          <a:rect l="0" t="0" r="0" b="0"/>
          <a:pathLst>
            <a:path>
              <a:moveTo>
                <a:pt x="1590928" y="0"/>
              </a:moveTo>
              <a:lnTo>
                <a:pt x="1590928" y="92037"/>
              </a:lnTo>
              <a:lnTo>
                <a:pt x="0" y="92037"/>
              </a:lnTo>
              <a:lnTo>
                <a:pt x="0" y="184074"/>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475619-E8D2-FB45-92F2-F57D2DFBD771}">
      <dsp:nvSpPr>
        <dsp:cNvPr id="0" name=""/>
        <dsp:cNvSpPr/>
      </dsp:nvSpPr>
      <dsp:spPr>
        <a:xfrm>
          <a:off x="1675272" y="643"/>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President</a:t>
          </a:r>
        </a:p>
      </dsp:txBody>
      <dsp:txXfrm>
        <a:off x="1675272" y="643"/>
        <a:ext cx="876544" cy="438272"/>
      </dsp:txXfrm>
    </dsp:sp>
    <dsp:sp modelId="{F1E444B3-2622-5F4C-8AD5-41067DB42589}">
      <dsp:nvSpPr>
        <dsp:cNvPr id="0" name=""/>
        <dsp:cNvSpPr/>
      </dsp:nvSpPr>
      <dsp:spPr>
        <a:xfrm>
          <a:off x="84343" y="622989"/>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Manufacturing</a:t>
          </a:r>
        </a:p>
      </dsp:txBody>
      <dsp:txXfrm>
        <a:off x="84343" y="622989"/>
        <a:ext cx="876544" cy="438272"/>
      </dsp:txXfrm>
    </dsp:sp>
    <dsp:sp modelId="{4A9AB7C7-7D91-6B41-80EA-9D53714E47BB}">
      <dsp:nvSpPr>
        <dsp:cNvPr id="0" name=""/>
        <dsp:cNvSpPr/>
      </dsp:nvSpPr>
      <dsp:spPr>
        <a:xfrm>
          <a:off x="303479" y="1245336"/>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303479" y="1245336"/>
        <a:ext cx="876544" cy="438272"/>
      </dsp:txXfrm>
    </dsp:sp>
    <dsp:sp modelId="{D3586F14-6BBD-CB42-AE24-A1B240E7A8C2}">
      <dsp:nvSpPr>
        <dsp:cNvPr id="0" name=""/>
        <dsp:cNvSpPr/>
      </dsp:nvSpPr>
      <dsp:spPr>
        <a:xfrm>
          <a:off x="303479" y="1867683"/>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303479" y="1867683"/>
        <a:ext cx="876544" cy="438272"/>
      </dsp:txXfrm>
    </dsp:sp>
    <dsp:sp modelId="{8FD48F09-58E3-4A47-B8E4-71DD35B9D83E}">
      <dsp:nvSpPr>
        <dsp:cNvPr id="0" name=""/>
        <dsp:cNvSpPr/>
      </dsp:nvSpPr>
      <dsp:spPr>
        <a:xfrm>
          <a:off x="303479" y="2490030"/>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303479" y="2490030"/>
        <a:ext cx="876544" cy="438272"/>
      </dsp:txXfrm>
    </dsp:sp>
    <dsp:sp modelId="{FCB403E8-7CD0-2F4B-ADF8-2C0A8AA1E754}">
      <dsp:nvSpPr>
        <dsp:cNvPr id="0" name=""/>
        <dsp:cNvSpPr/>
      </dsp:nvSpPr>
      <dsp:spPr>
        <a:xfrm>
          <a:off x="1144962" y="622989"/>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Sales</a:t>
          </a:r>
        </a:p>
      </dsp:txBody>
      <dsp:txXfrm>
        <a:off x="1144962" y="622989"/>
        <a:ext cx="876544" cy="438272"/>
      </dsp:txXfrm>
    </dsp:sp>
    <dsp:sp modelId="{26433F28-69B9-4D48-813F-355000119E6E}">
      <dsp:nvSpPr>
        <dsp:cNvPr id="0" name=""/>
        <dsp:cNvSpPr/>
      </dsp:nvSpPr>
      <dsp:spPr>
        <a:xfrm>
          <a:off x="1364099" y="1245336"/>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1364099" y="1245336"/>
        <a:ext cx="876544" cy="438272"/>
      </dsp:txXfrm>
    </dsp:sp>
    <dsp:sp modelId="{3BEB5611-F1FB-FD4F-9135-7ACC3894D3A4}">
      <dsp:nvSpPr>
        <dsp:cNvPr id="0" name=""/>
        <dsp:cNvSpPr/>
      </dsp:nvSpPr>
      <dsp:spPr>
        <a:xfrm>
          <a:off x="1364099" y="1867683"/>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1364099" y="1867683"/>
        <a:ext cx="876544" cy="438272"/>
      </dsp:txXfrm>
    </dsp:sp>
    <dsp:sp modelId="{C920E83D-8B77-524D-B23D-ED4576BBC3AE}">
      <dsp:nvSpPr>
        <dsp:cNvPr id="0" name=""/>
        <dsp:cNvSpPr/>
      </dsp:nvSpPr>
      <dsp:spPr>
        <a:xfrm>
          <a:off x="1364099" y="2490030"/>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1364099" y="2490030"/>
        <a:ext cx="876544" cy="438272"/>
      </dsp:txXfrm>
    </dsp:sp>
    <dsp:sp modelId="{701B193D-17E5-5B4F-93AA-6941E4DD257A}">
      <dsp:nvSpPr>
        <dsp:cNvPr id="0" name=""/>
        <dsp:cNvSpPr/>
      </dsp:nvSpPr>
      <dsp:spPr>
        <a:xfrm>
          <a:off x="2205582" y="622989"/>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Engineering</a:t>
          </a:r>
        </a:p>
      </dsp:txBody>
      <dsp:txXfrm>
        <a:off x="2205582" y="622989"/>
        <a:ext cx="876544" cy="438272"/>
      </dsp:txXfrm>
    </dsp:sp>
    <dsp:sp modelId="{FC4A473B-1FD5-3A43-A59A-5239A808BCA6}">
      <dsp:nvSpPr>
        <dsp:cNvPr id="0" name=""/>
        <dsp:cNvSpPr/>
      </dsp:nvSpPr>
      <dsp:spPr>
        <a:xfrm>
          <a:off x="2424718" y="1245336"/>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2424718" y="1245336"/>
        <a:ext cx="876544" cy="438272"/>
      </dsp:txXfrm>
    </dsp:sp>
    <dsp:sp modelId="{BAAAC9D1-9CD4-7841-BBAA-408D131693E5}">
      <dsp:nvSpPr>
        <dsp:cNvPr id="0" name=""/>
        <dsp:cNvSpPr/>
      </dsp:nvSpPr>
      <dsp:spPr>
        <a:xfrm>
          <a:off x="2424718" y="1867683"/>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2424718" y="1867683"/>
        <a:ext cx="876544" cy="438272"/>
      </dsp:txXfrm>
    </dsp:sp>
    <dsp:sp modelId="{6556FEED-BD6A-BC4E-8669-2D312B697D5C}">
      <dsp:nvSpPr>
        <dsp:cNvPr id="0" name=""/>
        <dsp:cNvSpPr/>
      </dsp:nvSpPr>
      <dsp:spPr>
        <a:xfrm>
          <a:off x="2424718" y="2490030"/>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2424718" y="2490030"/>
        <a:ext cx="876544" cy="438272"/>
      </dsp:txXfrm>
    </dsp:sp>
    <dsp:sp modelId="{0DAB1D9E-05CD-8848-BFEE-0FA3AFD7217D}">
      <dsp:nvSpPr>
        <dsp:cNvPr id="0" name=""/>
        <dsp:cNvSpPr/>
      </dsp:nvSpPr>
      <dsp:spPr>
        <a:xfrm>
          <a:off x="3266201" y="622989"/>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Finance</a:t>
          </a:r>
        </a:p>
      </dsp:txBody>
      <dsp:txXfrm>
        <a:off x="3266201" y="622989"/>
        <a:ext cx="876544" cy="438272"/>
      </dsp:txXfrm>
    </dsp:sp>
    <dsp:sp modelId="{815F693B-0782-AF40-826F-2E86A78D4088}">
      <dsp:nvSpPr>
        <dsp:cNvPr id="0" name=""/>
        <dsp:cNvSpPr/>
      </dsp:nvSpPr>
      <dsp:spPr>
        <a:xfrm>
          <a:off x="3485337" y="1245336"/>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3485337" y="1245336"/>
        <a:ext cx="876544" cy="438272"/>
      </dsp:txXfrm>
    </dsp:sp>
    <dsp:sp modelId="{005083D2-0AD8-344D-B1B3-32776343855E}">
      <dsp:nvSpPr>
        <dsp:cNvPr id="0" name=""/>
        <dsp:cNvSpPr/>
      </dsp:nvSpPr>
      <dsp:spPr>
        <a:xfrm>
          <a:off x="3485337" y="1867683"/>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3485337" y="1867683"/>
        <a:ext cx="876544" cy="438272"/>
      </dsp:txXfrm>
    </dsp:sp>
    <dsp:sp modelId="{9256BF15-6A0B-6F42-88BF-CEA5F120C84D}">
      <dsp:nvSpPr>
        <dsp:cNvPr id="0" name=""/>
        <dsp:cNvSpPr/>
      </dsp:nvSpPr>
      <dsp:spPr>
        <a:xfrm>
          <a:off x="3485337" y="2490030"/>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3485337" y="2490030"/>
        <a:ext cx="876544" cy="4382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3C6845-C751-1E42-BBAD-633E3B976132}">
      <dsp:nvSpPr>
        <dsp:cNvPr id="0" name=""/>
        <dsp:cNvSpPr/>
      </dsp:nvSpPr>
      <dsp:spPr>
        <a:xfrm>
          <a:off x="3353855" y="1061262"/>
          <a:ext cx="131481" cy="1647904"/>
        </a:xfrm>
        <a:custGeom>
          <a:avLst/>
          <a:gdLst/>
          <a:ahLst/>
          <a:cxnLst/>
          <a:rect l="0" t="0" r="0" b="0"/>
          <a:pathLst>
            <a:path>
              <a:moveTo>
                <a:pt x="0" y="0"/>
              </a:moveTo>
              <a:lnTo>
                <a:pt x="0" y="1647904"/>
              </a:lnTo>
              <a:lnTo>
                <a:pt x="131481" y="1647904"/>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53760F8-EA0D-8341-8FEA-46D443DC57C5}">
      <dsp:nvSpPr>
        <dsp:cNvPr id="0" name=""/>
        <dsp:cNvSpPr/>
      </dsp:nvSpPr>
      <dsp:spPr>
        <a:xfrm>
          <a:off x="3353855" y="1061262"/>
          <a:ext cx="131481" cy="1025557"/>
        </a:xfrm>
        <a:custGeom>
          <a:avLst/>
          <a:gdLst/>
          <a:ahLst/>
          <a:cxnLst/>
          <a:rect l="0" t="0" r="0" b="0"/>
          <a:pathLst>
            <a:path>
              <a:moveTo>
                <a:pt x="0" y="0"/>
              </a:moveTo>
              <a:lnTo>
                <a:pt x="0" y="1025557"/>
              </a:lnTo>
              <a:lnTo>
                <a:pt x="131481" y="1025557"/>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2039E1D-F222-D840-8679-EDAF196011AE}">
      <dsp:nvSpPr>
        <dsp:cNvPr id="0" name=""/>
        <dsp:cNvSpPr/>
      </dsp:nvSpPr>
      <dsp:spPr>
        <a:xfrm>
          <a:off x="3353855" y="1061262"/>
          <a:ext cx="131481" cy="403210"/>
        </a:xfrm>
        <a:custGeom>
          <a:avLst/>
          <a:gdLst/>
          <a:ahLst/>
          <a:cxnLst/>
          <a:rect l="0" t="0" r="0" b="0"/>
          <a:pathLst>
            <a:path>
              <a:moveTo>
                <a:pt x="0" y="0"/>
              </a:moveTo>
              <a:lnTo>
                <a:pt x="0" y="403210"/>
              </a:lnTo>
              <a:lnTo>
                <a:pt x="131481" y="403210"/>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04AB00F-AD33-724E-9E07-9F61E51E40D5}">
      <dsp:nvSpPr>
        <dsp:cNvPr id="0" name=""/>
        <dsp:cNvSpPr/>
      </dsp:nvSpPr>
      <dsp:spPr>
        <a:xfrm>
          <a:off x="2113544" y="438915"/>
          <a:ext cx="1590928" cy="184074"/>
        </a:xfrm>
        <a:custGeom>
          <a:avLst/>
          <a:gdLst/>
          <a:ahLst/>
          <a:cxnLst/>
          <a:rect l="0" t="0" r="0" b="0"/>
          <a:pathLst>
            <a:path>
              <a:moveTo>
                <a:pt x="0" y="0"/>
              </a:moveTo>
              <a:lnTo>
                <a:pt x="0" y="92037"/>
              </a:lnTo>
              <a:lnTo>
                <a:pt x="1590928" y="92037"/>
              </a:lnTo>
              <a:lnTo>
                <a:pt x="1590928" y="184074"/>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6F8AAA-508F-9845-B76D-3F87F2B7DD02}">
      <dsp:nvSpPr>
        <dsp:cNvPr id="0" name=""/>
        <dsp:cNvSpPr/>
      </dsp:nvSpPr>
      <dsp:spPr>
        <a:xfrm>
          <a:off x="2293236" y="1061262"/>
          <a:ext cx="131481" cy="1647904"/>
        </a:xfrm>
        <a:custGeom>
          <a:avLst/>
          <a:gdLst/>
          <a:ahLst/>
          <a:cxnLst/>
          <a:rect l="0" t="0" r="0" b="0"/>
          <a:pathLst>
            <a:path>
              <a:moveTo>
                <a:pt x="0" y="0"/>
              </a:moveTo>
              <a:lnTo>
                <a:pt x="0" y="1647904"/>
              </a:lnTo>
              <a:lnTo>
                <a:pt x="131481" y="1647904"/>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8493D4-DFDC-AA40-99CC-CE8581EBCC48}">
      <dsp:nvSpPr>
        <dsp:cNvPr id="0" name=""/>
        <dsp:cNvSpPr/>
      </dsp:nvSpPr>
      <dsp:spPr>
        <a:xfrm>
          <a:off x="2293236" y="1061262"/>
          <a:ext cx="131481" cy="1025557"/>
        </a:xfrm>
        <a:custGeom>
          <a:avLst/>
          <a:gdLst/>
          <a:ahLst/>
          <a:cxnLst/>
          <a:rect l="0" t="0" r="0" b="0"/>
          <a:pathLst>
            <a:path>
              <a:moveTo>
                <a:pt x="0" y="0"/>
              </a:moveTo>
              <a:lnTo>
                <a:pt x="0" y="1025557"/>
              </a:lnTo>
              <a:lnTo>
                <a:pt x="131481" y="1025557"/>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17089B0-AFD4-5D42-85FB-D1CED29EB92C}">
      <dsp:nvSpPr>
        <dsp:cNvPr id="0" name=""/>
        <dsp:cNvSpPr/>
      </dsp:nvSpPr>
      <dsp:spPr>
        <a:xfrm>
          <a:off x="2293236" y="1061262"/>
          <a:ext cx="131481" cy="403210"/>
        </a:xfrm>
        <a:custGeom>
          <a:avLst/>
          <a:gdLst/>
          <a:ahLst/>
          <a:cxnLst/>
          <a:rect l="0" t="0" r="0" b="0"/>
          <a:pathLst>
            <a:path>
              <a:moveTo>
                <a:pt x="0" y="0"/>
              </a:moveTo>
              <a:lnTo>
                <a:pt x="0" y="403210"/>
              </a:lnTo>
              <a:lnTo>
                <a:pt x="131481" y="403210"/>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81CE094-E691-5648-8E6D-E097627A8C36}">
      <dsp:nvSpPr>
        <dsp:cNvPr id="0" name=""/>
        <dsp:cNvSpPr/>
      </dsp:nvSpPr>
      <dsp:spPr>
        <a:xfrm>
          <a:off x="2113544" y="438915"/>
          <a:ext cx="530309" cy="184074"/>
        </a:xfrm>
        <a:custGeom>
          <a:avLst/>
          <a:gdLst/>
          <a:ahLst/>
          <a:cxnLst/>
          <a:rect l="0" t="0" r="0" b="0"/>
          <a:pathLst>
            <a:path>
              <a:moveTo>
                <a:pt x="0" y="0"/>
              </a:moveTo>
              <a:lnTo>
                <a:pt x="0" y="92037"/>
              </a:lnTo>
              <a:lnTo>
                <a:pt x="530309" y="92037"/>
              </a:lnTo>
              <a:lnTo>
                <a:pt x="530309" y="184074"/>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39F84AE-CB8E-B84F-8B36-02BC5B63E070}">
      <dsp:nvSpPr>
        <dsp:cNvPr id="0" name=""/>
        <dsp:cNvSpPr/>
      </dsp:nvSpPr>
      <dsp:spPr>
        <a:xfrm>
          <a:off x="1232617" y="1061262"/>
          <a:ext cx="131481" cy="1647904"/>
        </a:xfrm>
        <a:custGeom>
          <a:avLst/>
          <a:gdLst/>
          <a:ahLst/>
          <a:cxnLst/>
          <a:rect l="0" t="0" r="0" b="0"/>
          <a:pathLst>
            <a:path>
              <a:moveTo>
                <a:pt x="0" y="0"/>
              </a:moveTo>
              <a:lnTo>
                <a:pt x="0" y="1647904"/>
              </a:lnTo>
              <a:lnTo>
                <a:pt x="131481" y="1647904"/>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E149C36-054E-E64F-AC3B-74A2A06B483C}">
      <dsp:nvSpPr>
        <dsp:cNvPr id="0" name=""/>
        <dsp:cNvSpPr/>
      </dsp:nvSpPr>
      <dsp:spPr>
        <a:xfrm>
          <a:off x="1232617" y="1061262"/>
          <a:ext cx="131481" cy="1025557"/>
        </a:xfrm>
        <a:custGeom>
          <a:avLst/>
          <a:gdLst/>
          <a:ahLst/>
          <a:cxnLst/>
          <a:rect l="0" t="0" r="0" b="0"/>
          <a:pathLst>
            <a:path>
              <a:moveTo>
                <a:pt x="0" y="0"/>
              </a:moveTo>
              <a:lnTo>
                <a:pt x="0" y="1025557"/>
              </a:lnTo>
              <a:lnTo>
                <a:pt x="131481" y="1025557"/>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48D0BB-3743-1449-8E67-19A34975A0F8}">
      <dsp:nvSpPr>
        <dsp:cNvPr id="0" name=""/>
        <dsp:cNvSpPr/>
      </dsp:nvSpPr>
      <dsp:spPr>
        <a:xfrm>
          <a:off x="1232617" y="1061262"/>
          <a:ext cx="131481" cy="403210"/>
        </a:xfrm>
        <a:custGeom>
          <a:avLst/>
          <a:gdLst/>
          <a:ahLst/>
          <a:cxnLst/>
          <a:rect l="0" t="0" r="0" b="0"/>
          <a:pathLst>
            <a:path>
              <a:moveTo>
                <a:pt x="0" y="0"/>
              </a:moveTo>
              <a:lnTo>
                <a:pt x="0" y="403210"/>
              </a:lnTo>
              <a:lnTo>
                <a:pt x="131481" y="403210"/>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0C83114-CD4B-4543-B4D5-CE8F99347AC2}">
      <dsp:nvSpPr>
        <dsp:cNvPr id="0" name=""/>
        <dsp:cNvSpPr/>
      </dsp:nvSpPr>
      <dsp:spPr>
        <a:xfrm>
          <a:off x="1583235" y="438915"/>
          <a:ext cx="530309" cy="184074"/>
        </a:xfrm>
        <a:custGeom>
          <a:avLst/>
          <a:gdLst/>
          <a:ahLst/>
          <a:cxnLst/>
          <a:rect l="0" t="0" r="0" b="0"/>
          <a:pathLst>
            <a:path>
              <a:moveTo>
                <a:pt x="530309" y="0"/>
              </a:moveTo>
              <a:lnTo>
                <a:pt x="530309" y="92037"/>
              </a:lnTo>
              <a:lnTo>
                <a:pt x="0" y="92037"/>
              </a:lnTo>
              <a:lnTo>
                <a:pt x="0" y="184074"/>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7E87D59-4A43-2E44-91E1-1FB003C97860}">
      <dsp:nvSpPr>
        <dsp:cNvPr id="0" name=""/>
        <dsp:cNvSpPr/>
      </dsp:nvSpPr>
      <dsp:spPr>
        <a:xfrm>
          <a:off x="171998" y="1061262"/>
          <a:ext cx="131481" cy="1647904"/>
        </a:xfrm>
        <a:custGeom>
          <a:avLst/>
          <a:gdLst/>
          <a:ahLst/>
          <a:cxnLst/>
          <a:rect l="0" t="0" r="0" b="0"/>
          <a:pathLst>
            <a:path>
              <a:moveTo>
                <a:pt x="0" y="0"/>
              </a:moveTo>
              <a:lnTo>
                <a:pt x="0" y="1647904"/>
              </a:lnTo>
              <a:lnTo>
                <a:pt x="131481" y="1647904"/>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166DA2-DE45-E749-B55D-1479A20D11E1}">
      <dsp:nvSpPr>
        <dsp:cNvPr id="0" name=""/>
        <dsp:cNvSpPr/>
      </dsp:nvSpPr>
      <dsp:spPr>
        <a:xfrm>
          <a:off x="171998" y="1061262"/>
          <a:ext cx="131481" cy="1025557"/>
        </a:xfrm>
        <a:custGeom>
          <a:avLst/>
          <a:gdLst/>
          <a:ahLst/>
          <a:cxnLst/>
          <a:rect l="0" t="0" r="0" b="0"/>
          <a:pathLst>
            <a:path>
              <a:moveTo>
                <a:pt x="0" y="0"/>
              </a:moveTo>
              <a:lnTo>
                <a:pt x="0" y="1025557"/>
              </a:lnTo>
              <a:lnTo>
                <a:pt x="131481" y="1025557"/>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D680F4-7C88-A44A-9BB2-A8E438E6B6A4}">
      <dsp:nvSpPr>
        <dsp:cNvPr id="0" name=""/>
        <dsp:cNvSpPr/>
      </dsp:nvSpPr>
      <dsp:spPr>
        <a:xfrm>
          <a:off x="171998" y="1061262"/>
          <a:ext cx="131481" cy="403210"/>
        </a:xfrm>
        <a:custGeom>
          <a:avLst/>
          <a:gdLst/>
          <a:ahLst/>
          <a:cxnLst/>
          <a:rect l="0" t="0" r="0" b="0"/>
          <a:pathLst>
            <a:path>
              <a:moveTo>
                <a:pt x="0" y="0"/>
              </a:moveTo>
              <a:lnTo>
                <a:pt x="0" y="403210"/>
              </a:lnTo>
              <a:lnTo>
                <a:pt x="131481" y="403210"/>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EE56942-8CC2-2C4F-A5D6-3BFCE42A5A12}">
      <dsp:nvSpPr>
        <dsp:cNvPr id="0" name=""/>
        <dsp:cNvSpPr/>
      </dsp:nvSpPr>
      <dsp:spPr>
        <a:xfrm>
          <a:off x="522616" y="438915"/>
          <a:ext cx="1590928" cy="184074"/>
        </a:xfrm>
        <a:custGeom>
          <a:avLst/>
          <a:gdLst/>
          <a:ahLst/>
          <a:cxnLst/>
          <a:rect l="0" t="0" r="0" b="0"/>
          <a:pathLst>
            <a:path>
              <a:moveTo>
                <a:pt x="1590928" y="0"/>
              </a:moveTo>
              <a:lnTo>
                <a:pt x="1590928" y="92037"/>
              </a:lnTo>
              <a:lnTo>
                <a:pt x="0" y="92037"/>
              </a:lnTo>
              <a:lnTo>
                <a:pt x="0" y="184074"/>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475619-E8D2-FB45-92F2-F57D2DFBD771}">
      <dsp:nvSpPr>
        <dsp:cNvPr id="0" name=""/>
        <dsp:cNvSpPr/>
      </dsp:nvSpPr>
      <dsp:spPr>
        <a:xfrm>
          <a:off x="1675272" y="643"/>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President</a:t>
          </a:r>
        </a:p>
      </dsp:txBody>
      <dsp:txXfrm>
        <a:off x="1675272" y="643"/>
        <a:ext cx="876544" cy="438272"/>
      </dsp:txXfrm>
    </dsp:sp>
    <dsp:sp modelId="{F1E444B3-2622-5F4C-8AD5-41067DB42589}">
      <dsp:nvSpPr>
        <dsp:cNvPr id="0" name=""/>
        <dsp:cNvSpPr/>
      </dsp:nvSpPr>
      <dsp:spPr>
        <a:xfrm>
          <a:off x="84343" y="622989"/>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Manufacturing</a:t>
          </a:r>
        </a:p>
      </dsp:txBody>
      <dsp:txXfrm>
        <a:off x="84343" y="622989"/>
        <a:ext cx="876544" cy="438272"/>
      </dsp:txXfrm>
    </dsp:sp>
    <dsp:sp modelId="{4A9AB7C7-7D91-6B41-80EA-9D53714E47BB}">
      <dsp:nvSpPr>
        <dsp:cNvPr id="0" name=""/>
        <dsp:cNvSpPr/>
      </dsp:nvSpPr>
      <dsp:spPr>
        <a:xfrm>
          <a:off x="303479" y="1245336"/>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303479" y="1245336"/>
        <a:ext cx="876544" cy="438272"/>
      </dsp:txXfrm>
    </dsp:sp>
    <dsp:sp modelId="{D3586F14-6BBD-CB42-AE24-A1B240E7A8C2}">
      <dsp:nvSpPr>
        <dsp:cNvPr id="0" name=""/>
        <dsp:cNvSpPr/>
      </dsp:nvSpPr>
      <dsp:spPr>
        <a:xfrm>
          <a:off x="303479" y="1867683"/>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303479" y="1867683"/>
        <a:ext cx="876544" cy="438272"/>
      </dsp:txXfrm>
    </dsp:sp>
    <dsp:sp modelId="{8FD48F09-58E3-4A47-B8E4-71DD35B9D83E}">
      <dsp:nvSpPr>
        <dsp:cNvPr id="0" name=""/>
        <dsp:cNvSpPr/>
      </dsp:nvSpPr>
      <dsp:spPr>
        <a:xfrm>
          <a:off x="303479" y="2490030"/>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303479" y="2490030"/>
        <a:ext cx="876544" cy="438272"/>
      </dsp:txXfrm>
    </dsp:sp>
    <dsp:sp modelId="{FCB403E8-7CD0-2F4B-ADF8-2C0A8AA1E754}">
      <dsp:nvSpPr>
        <dsp:cNvPr id="0" name=""/>
        <dsp:cNvSpPr/>
      </dsp:nvSpPr>
      <dsp:spPr>
        <a:xfrm>
          <a:off x="1144962" y="622989"/>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Sales</a:t>
          </a:r>
        </a:p>
      </dsp:txBody>
      <dsp:txXfrm>
        <a:off x="1144962" y="622989"/>
        <a:ext cx="876544" cy="438272"/>
      </dsp:txXfrm>
    </dsp:sp>
    <dsp:sp modelId="{26433F28-69B9-4D48-813F-355000119E6E}">
      <dsp:nvSpPr>
        <dsp:cNvPr id="0" name=""/>
        <dsp:cNvSpPr/>
      </dsp:nvSpPr>
      <dsp:spPr>
        <a:xfrm>
          <a:off x="1364099" y="1245336"/>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1364099" y="1245336"/>
        <a:ext cx="876544" cy="438272"/>
      </dsp:txXfrm>
    </dsp:sp>
    <dsp:sp modelId="{3BEB5611-F1FB-FD4F-9135-7ACC3894D3A4}">
      <dsp:nvSpPr>
        <dsp:cNvPr id="0" name=""/>
        <dsp:cNvSpPr/>
      </dsp:nvSpPr>
      <dsp:spPr>
        <a:xfrm>
          <a:off x="1364099" y="1867683"/>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1364099" y="1867683"/>
        <a:ext cx="876544" cy="438272"/>
      </dsp:txXfrm>
    </dsp:sp>
    <dsp:sp modelId="{C920E83D-8B77-524D-B23D-ED4576BBC3AE}">
      <dsp:nvSpPr>
        <dsp:cNvPr id="0" name=""/>
        <dsp:cNvSpPr/>
      </dsp:nvSpPr>
      <dsp:spPr>
        <a:xfrm>
          <a:off x="1364099" y="2490030"/>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1364099" y="2490030"/>
        <a:ext cx="876544" cy="438272"/>
      </dsp:txXfrm>
    </dsp:sp>
    <dsp:sp modelId="{701B193D-17E5-5B4F-93AA-6941E4DD257A}">
      <dsp:nvSpPr>
        <dsp:cNvPr id="0" name=""/>
        <dsp:cNvSpPr/>
      </dsp:nvSpPr>
      <dsp:spPr>
        <a:xfrm>
          <a:off x="2205582" y="622989"/>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Engineering</a:t>
          </a:r>
        </a:p>
      </dsp:txBody>
      <dsp:txXfrm>
        <a:off x="2205582" y="622989"/>
        <a:ext cx="876544" cy="438272"/>
      </dsp:txXfrm>
    </dsp:sp>
    <dsp:sp modelId="{FC4A473B-1FD5-3A43-A59A-5239A808BCA6}">
      <dsp:nvSpPr>
        <dsp:cNvPr id="0" name=""/>
        <dsp:cNvSpPr/>
      </dsp:nvSpPr>
      <dsp:spPr>
        <a:xfrm>
          <a:off x="2424718" y="1245336"/>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2424718" y="1245336"/>
        <a:ext cx="876544" cy="438272"/>
      </dsp:txXfrm>
    </dsp:sp>
    <dsp:sp modelId="{BAAAC9D1-9CD4-7841-BBAA-408D131693E5}">
      <dsp:nvSpPr>
        <dsp:cNvPr id="0" name=""/>
        <dsp:cNvSpPr/>
      </dsp:nvSpPr>
      <dsp:spPr>
        <a:xfrm>
          <a:off x="2424718" y="1867683"/>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2424718" y="1867683"/>
        <a:ext cx="876544" cy="438272"/>
      </dsp:txXfrm>
    </dsp:sp>
    <dsp:sp modelId="{6556FEED-BD6A-BC4E-8669-2D312B697D5C}">
      <dsp:nvSpPr>
        <dsp:cNvPr id="0" name=""/>
        <dsp:cNvSpPr/>
      </dsp:nvSpPr>
      <dsp:spPr>
        <a:xfrm>
          <a:off x="2424718" y="2490030"/>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2424718" y="2490030"/>
        <a:ext cx="876544" cy="438272"/>
      </dsp:txXfrm>
    </dsp:sp>
    <dsp:sp modelId="{0DAB1D9E-05CD-8848-BFEE-0FA3AFD7217D}">
      <dsp:nvSpPr>
        <dsp:cNvPr id="0" name=""/>
        <dsp:cNvSpPr/>
      </dsp:nvSpPr>
      <dsp:spPr>
        <a:xfrm>
          <a:off x="3266201" y="622989"/>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Finance</a:t>
          </a:r>
        </a:p>
      </dsp:txBody>
      <dsp:txXfrm>
        <a:off x="3266201" y="622989"/>
        <a:ext cx="876544" cy="438272"/>
      </dsp:txXfrm>
    </dsp:sp>
    <dsp:sp modelId="{815F693B-0782-AF40-826F-2E86A78D4088}">
      <dsp:nvSpPr>
        <dsp:cNvPr id="0" name=""/>
        <dsp:cNvSpPr/>
      </dsp:nvSpPr>
      <dsp:spPr>
        <a:xfrm>
          <a:off x="3485337" y="1245336"/>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3485337" y="1245336"/>
        <a:ext cx="876544" cy="438272"/>
      </dsp:txXfrm>
    </dsp:sp>
    <dsp:sp modelId="{005083D2-0AD8-344D-B1B3-32776343855E}">
      <dsp:nvSpPr>
        <dsp:cNvPr id="0" name=""/>
        <dsp:cNvSpPr/>
      </dsp:nvSpPr>
      <dsp:spPr>
        <a:xfrm>
          <a:off x="3485337" y="1867683"/>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3485337" y="1867683"/>
        <a:ext cx="876544" cy="438272"/>
      </dsp:txXfrm>
    </dsp:sp>
    <dsp:sp modelId="{9256BF15-6A0B-6F42-88BF-CEA5F120C84D}">
      <dsp:nvSpPr>
        <dsp:cNvPr id="0" name=""/>
        <dsp:cNvSpPr/>
      </dsp:nvSpPr>
      <dsp:spPr>
        <a:xfrm>
          <a:off x="3485337" y="2490030"/>
          <a:ext cx="876544" cy="4382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3485337" y="2490030"/>
        <a:ext cx="876544" cy="438272"/>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0.11316</cdr:x>
      <cdr:y>0.9222</cdr:y>
    </cdr:from>
    <cdr:to>
      <cdr:x>0.9528</cdr:x>
      <cdr:y>1</cdr:y>
    </cdr:to>
    <cdr:sp macro="" textlink="">
      <cdr:nvSpPr>
        <cdr:cNvPr id="2" name="TextBox 10">
          <a:extLst xmlns:a="http://schemas.openxmlformats.org/drawingml/2006/main">
            <a:ext uri="{FF2B5EF4-FFF2-40B4-BE49-F238E27FC236}">
              <a16:creationId xmlns:a16="http://schemas.microsoft.com/office/drawing/2014/main" id="{41C7445F-46BD-9563-364B-08803BBBFD27}"/>
            </a:ext>
          </a:extLst>
        </cdr:cNvPr>
        <cdr:cNvSpPr txBox="1"/>
      </cdr:nvSpPr>
      <cdr:spPr>
        <a:xfrm xmlns:a="http://schemas.openxmlformats.org/drawingml/2006/main">
          <a:off x="586373" y="4012784"/>
          <a:ext cx="4350678" cy="338554"/>
        </a:xfrm>
        <a:prstGeom xmlns:a="http://schemas.openxmlformats.org/drawingml/2006/main" prst="rect">
          <a:avLst/>
        </a:prstGeom>
        <a:noFill xmlns:a="http://schemas.openxmlformats.org/drawingml/2006/main"/>
      </cdr:spPr>
      <cdr:txBody>
        <a:bodyPr xmlns:a="http://schemas.openxmlformats.org/drawingml/2006/main" wrap="none" rtlCol="0">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sz="1600" b="1" dirty="0"/>
            <a:t>Source: Hackett Benchmarking Solutions</a:t>
          </a:r>
        </a:p>
      </cdr:txBody>
    </cdr:sp>
  </cdr:relSizeAnchor>
</c:userShapes>
</file>

<file path=ppt/drawings/drawing2.xml><?xml version="1.0" encoding="utf-8"?>
<c:userShapes xmlns:c="http://schemas.openxmlformats.org/drawingml/2006/chart">
  <cdr:relSizeAnchor xmlns:cdr="http://schemas.openxmlformats.org/drawingml/2006/chartDrawing">
    <cdr:from>
      <cdr:x>0.22113</cdr:x>
      <cdr:y>0.9222</cdr:y>
    </cdr:from>
    <cdr:to>
      <cdr:x>0.68878</cdr:x>
      <cdr:y>1</cdr:y>
    </cdr:to>
    <cdr:sp macro="" textlink="">
      <cdr:nvSpPr>
        <cdr:cNvPr id="3" name="TextBox 11">
          <a:extLst xmlns:a="http://schemas.openxmlformats.org/drawingml/2006/main">
            <a:ext uri="{FF2B5EF4-FFF2-40B4-BE49-F238E27FC236}">
              <a16:creationId xmlns:a16="http://schemas.microsoft.com/office/drawing/2014/main" id="{5782CDC4-49DD-624B-AE2F-44F2AD2C6ADA}"/>
            </a:ext>
          </a:extLst>
        </cdr:cNvPr>
        <cdr:cNvSpPr txBox="1"/>
      </cdr:nvSpPr>
      <cdr:spPr>
        <a:xfrm xmlns:a="http://schemas.openxmlformats.org/drawingml/2006/main">
          <a:off x="1145831" y="4012784"/>
          <a:ext cx="2423164" cy="338554"/>
        </a:xfrm>
        <a:prstGeom xmlns:a="http://schemas.openxmlformats.org/drawingml/2006/main" prst="rect">
          <a:avLst/>
        </a:prstGeom>
        <a:noFill xmlns:a="http://schemas.openxmlformats.org/drawingml/2006/main"/>
      </cdr:spPr>
      <cdr:txBody>
        <a:bodyPr xmlns:a="http://schemas.openxmlformats.org/drawingml/2006/main" wrap="none" rtlCol="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r>
            <a:rPr lang="en-US" sz="1600" b="1" dirty="0"/>
            <a:t>Source: CFO Magazine</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9/30/2025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29757054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Calibri" panose="020F0502020204030204" pitchFamily="34" charset="0"/>
              <a:buAutoNum type="arabicPeriod"/>
            </a:pPr>
            <a:r>
              <a:rPr lang="en-US" altLang="en-US" dirty="0">
                <a:latin typeface="Arial" panose="020B0604020202020204" pitchFamily="34" charset="0"/>
                <a:ea typeface="ＭＳ Ｐゴシック" panose="020B0600070205080204" pitchFamily="34" charset="-128"/>
              </a:rPr>
              <a:t>Lines the tools of SD with PDCA</a:t>
            </a:r>
          </a:p>
          <a:p>
            <a:pPr marL="228600" indent="-228600">
              <a:buFont typeface="Calibri" panose="020F0502020204030204" pitchFamily="34" charset="0"/>
              <a:buAutoNum type="arabicPeriod"/>
            </a:pPr>
            <a:r>
              <a:rPr lang="en-US" altLang="en-US" dirty="0">
                <a:latin typeface="Arial" panose="020B0604020202020204" pitchFamily="34" charset="0"/>
                <a:ea typeface="ＭＳ Ｐゴシック" panose="020B0600070205080204" pitchFamily="34" charset="-128"/>
              </a:rPr>
              <a:t>Stress that there is overlap, but generally the matrix is about planning, the action plan about doing, the bowling chart about checking, and the A3 about acting when off course</a:t>
            </a:r>
          </a:p>
          <a:p>
            <a:pPr marL="228600" indent="-228600">
              <a:buFont typeface="Calibri" panose="020F0502020204030204" pitchFamily="34" charset="0"/>
              <a:buAutoNum type="arabicPeriod"/>
            </a:pPr>
            <a:endParaRPr lang="en-US" altLang="en-US" dirty="0">
              <a:latin typeface="Arial" panose="020B0604020202020204" pitchFamily="34" charset="0"/>
              <a:ea typeface="ＭＳ Ｐゴシック" panose="020B0600070205080204" pitchFamily="34" charset="-128"/>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13777265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anose="020B0604020202020204" pitchFamily="34" charset="0"/>
                <a:ea typeface="ＭＳ Ｐゴシック" panose="020B0600070205080204" pitchFamily="34" charset="-128"/>
              </a:rPr>
              <a:t>DO: Use this analogy and stress the common error that many companies make during Strategic Deployment.</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240400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ea typeface="ＭＳ Ｐゴシック" panose="020B0600070205080204" pitchFamily="34" charset="-128"/>
              </a:rPr>
              <a:t>DO: Use this analogy and stress the common error that many companies make during Strategic Deployment.</a:t>
            </a:r>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2650195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ea typeface="ＭＳ Ｐゴシック" panose="020B0600070205080204" pitchFamily="34" charset="-128"/>
              </a:rPr>
              <a:t>DO: Use this analogy and stress the common error that many companies make during Strategic Deployment.</a:t>
            </a:r>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3192900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ea typeface="ＭＳ Ｐゴシック" panose="020B0600070205080204" pitchFamily="34" charset="-128"/>
              </a:rPr>
              <a:t>DO: BREIFLY walk the group through this chart noting that you will be taking them through each step in the  process in great detail.  Key points to stress:</a:t>
            </a:r>
          </a:p>
          <a:p>
            <a:pPr>
              <a:buFontTx/>
              <a:buAutoNum type="arabicPeriod"/>
            </a:pPr>
            <a:r>
              <a:rPr lang="en-US" altLang="en-US" dirty="0">
                <a:latin typeface="Arial" panose="020B0604020202020204" pitchFamily="34" charset="0"/>
                <a:ea typeface="ＭＳ Ｐゴシック" panose="020B0600070205080204" pitchFamily="34" charset="-128"/>
              </a:rPr>
              <a:t>Strategic Deployment is a PROCESS.</a:t>
            </a:r>
          </a:p>
          <a:p>
            <a:pPr>
              <a:buFontTx/>
              <a:buAutoNum type="arabicPeriod"/>
            </a:pPr>
            <a:r>
              <a:rPr lang="en-US" altLang="en-US" dirty="0">
                <a:latin typeface="Arial" panose="020B0604020202020204" pitchFamily="34" charset="0"/>
                <a:ea typeface="ＭＳ Ｐゴシック" panose="020B0600070205080204" pitchFamily="34" charset="-128"/>
              </a:rPr>
              <a:t>The SD process is mirrored after the PDCA cycle.</a:t>
            </a:r>
          </a:p>
          <a:p>
            <a:pPr>
              <a:buFontTx/>
              <a:buAutoNum type="arabicPeriod"/>
            </a:pPr>
            <a:r>
              <a:rPr lang="en-US" altLang="en-US" dirty="0">
                <a:latin typeface="Arial" panose="020B0604020202020204" pitchFamily="34" charset="0"/>
                <a:ea typeface="ＭＳ Ｐゴシック" panose="020B0600070205080204" pitchFamily="34" charset="-128"/>
              </a:rPr>
              <a:t>You must do ALL of the steps to be successful.</a:t>
            </a:r>
          </a:p>
          <a:p>
            <a:pPr>
              <a:buFontTx/>
              <a:buAutoNum type="arabicPeriod"/>
            </a:pPr>
            <a:r>
              <a:rPr lang="en-US" altLang="en-US" dirty="0">
                <a:latin typeface="Arial" panose="020B0604020202020204" pitchFamily="34" charset="0"/>
                <a:ea typeface="ＭＳ Ｐゴシック" panose="020B0600070205080204" pitchFamily="34" charset="-128"/>
              </a:rPr>
              <a:t>Most companies fail by not implementing steps 5 &amp; 6.</a:t>
            </a:r>
          </a:p>
          <a:p>
            <a:pPr>
              <a:buFontTx/>
              <a:buAutoNum type="arabicPeriod"/>
            </a:pPr>
            <a:r>
              <a:rPr lang="en-US" altLang="en-US" dirty="0">
                <a:latin typeface="Arial" panose="020B0604020202020204" pitchFamily="34" charset="0"/>
                <a:ea typeface="ＭＳ Ｐゴシック" panose="020B0600070205080204" pitchFamily="34" charset="-128"/>
              </a:rPr>
              <a:t>Just because you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Planned</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 does not mean you did SD.</a:t>
            </a:r>
          </a:p>
          <a:p>
            <a:pPr>
              <a:buFontTx/>
              <a:buAutoNum type="arabicPeriod"/>
            </a:pPr>
            <a:r>
              <a:rPr lang="en-US" altLang="en-US" dirty="0">
                <a:latin typeface="Arial" panose="020B0604020202020204" pitchFamily="34" charset="0"/>
                <a:ea typeface="ＭＳ Ｐゴシック" panose="020B0600070205080204" pitchFamily="34" charset="-128"/>
              </a:rPr>
              <a:t>Note the considerable amount of steps in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Plan</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 vs. other steps.  This is typically a Japanese philosophy where they will spend more time in Planning and a small amount of time in the execution (DO) stage.  This is sometimes the opposite thinking of traditional Western management.</a:t>
            </a:r>
          </a:p>
          <a:p>
            <a:r>
              <a:rPr lang="en-US" altLang="en-US" dirty="0">
                <a:latin typeface="Arial" panose="020B0604020202020204" pitchFamily="34" charset="0"/>
                <a:ea typeface="ＭＳ Ｐゴシック" panose="020B0600070205080204" pitchFamily="34" charset="-128"/>
              </a:rPr>
              <a:t>SAY: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This cycle is based on the Deming Cycle, or the Plan-Do-Check-Act cycle. When leading with Strategic Deployment your business and its processes will continuously be at different points of implementing this cycle. Notice that it is a cycle (and there are cycles within the cycle) because continuous improvement never ends. </a:t>
            </a:r>
            <a:endParaRPr lang="en-US" altLang="en-US"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3334743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ea typeface="ＭＳ Ｐゴシック" panose="020B0600070205080204" pitchFamily="34" charset="-128"/>
              </a:rPr>
              <a:t>DO: Use this analogy and stress the common error that many companies make during Strategic Deployment.</a:t>
            </a:r>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605377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26359188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dirty="0">
                <a:latin typeface="Arial" panose="020B0604020202020204" pitchFamily="34" charset="0"/>
                <a:ea typeface="ＭＳ Ｐゴシック" panose="020B0600070205080204" pitchFamily="34" charset="-128"/>
              </a:rPr>
              <a:t>DO: State how this case study maps back to the model.</a:t>
            </a:r>
          </a:p>
          <a:p>
            <a:pPr>
              <a:lnSpc>
                <a:spcPct val="90000"/>
              </a:lnSpc>
            </a:pPr>
            <a:r>
              <a:rPr lang="en-US" altLang="en-US" dirty="0">
                <a:latin typeface="Arial" panose="020B0604020202020204" pitchFamily="34" charset="0"/>
                <a:ea typeface="ＭＳ Ｐゴシック" panose="020B0600070205080204" pitchFamily="34" charset="-128"/>
              </a:rPr>
              <a:t>This example highlights the key elements of Strategic Deployment:</a:t>
            </a:r>
          </a:p>
          <a:p>
            <a:pPr lvl="1">
              <a:lnSpc>
                <a:spcPct val="90000"/>
              </a:lnSpc>
            </a:pPr>
            <a:r>
              <a:rPr lang="en-US" altLang="en-US" dirty="0">
                <a:latin typeface="Arial" panose="020B0604020202020204" pitchFamily="34" charset="0"/>
                <a:ea typeface="ＭＳ Ｐゴシック" panose="020B0600070205080204" pitchFamily="34" charset="-128"/>
              </a:rPr>
              <a:t>Strategy</a:t>
            </a:r>
          </a:p>
          <a:p>
            <a:pPr lvl="1">
              <a:lnSpc>
                <a:spcPct val="90000"/>
              </a:lnSpc>
            </a:pPr>
            <a:r>
              <a:rPr lang="en-US" altLang="en-US" dirty="0">
                <a:latin typeface="Arial" panose="020B0604020202020204" pitchFamily="34" charset="0"/>
                <a:ea typeface="ＭＳ Ｐゴシック" panose="020B0600070205080204" pitchFamily="34" charset="-128"/>
              </a:rPr>
              <a:t>Strategic Breakthrough Objectives</a:t>
            </a:r>
          </a:p>
          <a:p>
            <a:pPr lvl="1">
              <a:lnSpc>
                <a:spcPct val="90000"/>
              </a:lnSpc>
            </a:pPr>
            <a:r>
              <a:rPr lang="en-US" altLang="en-US" dirty="0">
                <a:latin typeface="Arial" panose="020B0604020202020204" pitchFamily="34" charset="0"/>
                <a:ea typeface="ＭＳ Ｐゴシック" panose="020B0600070205080204" pitchFamily="34" charset="-128"/>
              </a:rPr>
              <a:t>Annual Improvement Priorities</a:t>
            </a:r>
          </a:p>
          <a:p>
            <a:pPr lvl="1">
              <a:lnSpc>
                <a:spcPct val="90000"/>
              </a:lnSpc>
            </a:pPr>
            <a:r>
              <a:rPr lang="en-US" altLang="en-US" dirty="0">
                <a:latin typeface="Arial" panose="020B0604020202020204" pitchFamily="34" charset="0"/>
                <a:ea typeface="ＭＳ Ｐゴシック" panose="020B0600070205080204" pitchFamily="34" charset="-128"/>
              </a:rPr>
              <a:t>Targets</a:t>
            </a:r>
          </a:p>
          <a:p>
            <a:pPr>
              <a:lnSpc>
                <a:spcPct val="90000"/>
              </a:lnSpc>
            </a:pPr>
            <a:r>
              <a:rPr lang="en-US" altLang="en-US" dirty="0">
                <a:latin typeface="Arial" panose="020B0604020202020204" pitchFamily="34" charset="0"/>
                <a:ea typeface="ＭＳ Ｐゴシック" panose="020B0600070205080204" pitchFamily="34" charset="-128"/>
              </a:rPr>
              <a:t>In this example,  one of the most critical value streams in New Product Development was determined to be the Engine Lab Testing.  Within that value stream changeover time was identified as waste and thus attacked.  Notice the Pareto chart thinking to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drill down</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 into the opportunity.  Also notice how Lean approaches can be linked with changing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how</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 we run our business.</a:t>
            </a:r>
          </a:p>
          <a:p>
            <a:pPr>
              <a:lnSpc>
                <a:spcPct val="90000"/>
              </a:lnSpc>
            </a:pPr>
            <a:r>
              <a:rPr lang="en-US" altLang="en-US" dirty="0">
                <a:latin typeface="Arial" panose="020B0604020202020204" pitchFamily="34" charset="0"/>
                <a:ea typeface="ＭＳ Ｐゴシック" panose="020B0600070205080204" pitchFamily="34" charset="-128"/>
              </a:rPr>
              <a:t>Important to note here is that the Lean tool (SMED) was chosen AFTER the business objectives were determined.  Lean tools should not be implemented without a business purpose.  Also stress that SD can help us understand which value streams are strategic.  Not all value streams should receive the same time and attention due to their strategic significance to the organization.</a:t>
            </a:r>
          </a:p>
          <a:p>
            <a:pPr>
              <a:lnSpc>
                <a:spcPct val="90000"/>
              </a:lnSpc>
            </a:pPr>
            <a:r>
              <a:rPr lang="en-US" altLang="en-US" dirty="0">
                <a:latin typeface="Arial" panose="020B0604020202020204" pitchFamily="34" charset="0"/>
                <a:ea typeface="ＭＳ Ｐゴシック" panose="020B0600070205080204" pitchFamily="34" charset="-128"/>
              </a:rPr>
              <a:t>DO: Ask the participants if they can also provide a case study/example within their own organizations?</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7468961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27053969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ea typeface="ＭＳ Ｐゴシック" panose="020B0600070205080204" pitchFamily="34" charset="-128"/>
              </a:rPr>
              <a:t>DO: Remind the participants what is meant by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kaizen</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 (just in case).</a:t>
            </a:r>
          </a:p>
          <a:p>
            <a:r>
              <a:rPr lang="en-US" altLang="en-US" dirty="0">
                <a:latin typeface="Arial" panose="020B0604020202020204" pitchFamily="34" charset="0"/>
                <a:ea typeface="ＭＳ Ｐゴシック" panose="020B0600070205080204" pitchFamily="34" charset="-128"/>
              </a:rPr>
              <a:t>ASK: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What is this chart telling you?</a:t>
            </a:r>
            <a:r>
              <a:rPr lang="ja-JP" altLang="en-US" dirty="0">
                <a:latin typeface="Arial" panose="020B0604020202020204" pitchFamily="34" charset="0"/>
                <a:ea typeface="ＭＳ Ｐゴシック" panose="020B0600070205080204" pitchFamily="34" charset="-128"/>
              </a:rPr>
              <a:t>”</a:t>
            </a:r>
            <a:endParaRPr lang="en-US" altLang="ja-JP"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SAY: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Key points to consider:</a:t>
            </a:r>
          </a:p>
          <a:p>
            <a:r>
              <a:rPr lang="en-US" altLang="en-US" dirty="0">
                <a:latin typeface="Arial" panose="020B0604020202020204" pitchFamily="34" charset="0"/>
                <a:ea typeface="ＭＳ Ｐゴシック" panose="020B0600070205080204" pitchFamily="34" charset="-128"/>
              </a:rPr>
              <a:t>We want senior management to spend most of their time on strategic breakthroughs, NOT on daily management.</a:t>
            </a:r>
          </a:p>
          <a:p>
            <a:r>
              <a:rPr lang="en-US" altLang="en-US" dirty="0" err="1">
                <a:latin typeface="Arial" panose="020B0604020202020204" pitchFamily="34" charset="0"/>
                <a:ea typeface="ＭＳ Ｐゴシック" panose="020B0600070205080204" pitchFamily="34" charset="-128"/>
              </a:rPr>
              <a:t>Kaizening</a:t>
            </a:r>
            <a:r>
              <a:rPr lang="en-US" altLang="en-US" dirty="0">
                <a:latin typeface="Arial" panose="020B0604020202020204" pitchFamily="34" charset="0"/>
                <a:ea typeface="ＭＳ Ｐゴシック" panose="020B0600070205080204" pitchFamily="34" charset="-128"/>
              </a:rPr>
              <a:t> daily management is critical if we are to free up our time to work on breakthrough.</a:t>
            </a:r>
          </a:p>
          <a:p>
            <a:r>
              <a:rPr lang="en-US" altLang="en-US" dirty="0">
                <a:latin typeface="Arial" panose="020B0604020202020204" pitchFamily="34" charset="0"/>
                <a:ea typeface="ＭＳ Ｐゴシック" panose="020B0600070205080204" pitchFamily="34" charset="-128"/>
              </a:rPr>
              <a:t>Note that Front Line associates spend more of their time executing the work (working IN the business) within existing daily management processes.</a:t>
            </a:r>
            <a:r>
              <a:rPr lang="ja-JP" altLang="en-US" dirty="0">
                <a:latin typeface="Arial" panose="020B0604020202020204" pitchFamily="34" charset="0"/>
                <a:ea typeface="ＭＳ Ｐゴシック" panose="020B0600070205080204" pitchFamily="34" charset="-128"/>
              </a:rPr>
              <a:t>”</a:t>
            </a:r>
            <a:endParaRPr lang="en-US" altLang="ja-JP" dirty="0">
              <a:latin typeface="Arial" panose="020B0604020202020204" pitchFamily="34" charset="0"/>
              <a:ea typeface="ＭＳ Ｐゴシック" panose="020B0600070205080204" pitchFamily="34" charset="-128"/>
            </a:endParaRPr>
          </a:p>
          <a:p>
            <a:endParaRPr lang="en-US" altLang="en-US" dirty="0">
              <a:latin typeface="Arial" panose="020B0604020202020204" pitchFamily="34" charset="0"/>
              <a:ea typeface="ＭＳ Ｐゴシック" panose="020B0600070205080204" pitchFamily="34" charset="-128"/>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24299019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400110"/>
          </a:xfrm>
          <a:prstGeom prst="rect">
            <a:avLst/>
          </a:prstGeom>
          <a:noFill/>
        </p:spPr>
        <p:txBody>
          <a:bodyPr wrap="square" rtlCol="0">
            <a:spAutoFit/>
          </a:bodyPr>
          <a:lstStyle/>
          <a:p>
            <a:r>
              <a:rPr lang="en-US" sz="1000" dirty="0"/>
              <a:t>Strategy Deployment Overview Training</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2024.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5" name="Slide Number Placeholder 5">
            <a:extLst>
              <a:ext uri="{FF2B5EF4-FFF2-40B4-BE49-F238E27FC236}">
                <a16:creationId xmlns:a16="http://schemas.microsoft.com/office/drawing/2014/main" id="{1099632B-E122-EDE0-0BAF-755FD08A2404}"/>
              </a:ext>
            </a:extLst>
          </p:cNvPr>
          <p:cNvSpPr txBox="1">
            <a:spLocks/>
          </p:cNvSpPr>
          <p:nvPr userDrawn="1"/>
        </p:nvSpPr>
        <p:spPr>
          <a:xfrm>
            <a:off x="8595078" y="633314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solidFill>
                  <a:schemeClr val="tx1"/>
                </a:solidFill>
              </a:rPr>
              <a:pPr/>
              <a:t>‹#›</a:t>
            </a:fld>
            <a:endParaRPr lang="en-US" dirty="0">
              <a:solidFill>
                <a:schemeClr val="tx1"/>
              </a:solidFill>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10.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slideLayout" Target="../slideLayouts/slideLayout7.xml"/><Relationship Id="rId1" Type="http://schemas.openxmlformats.org/officeDocument/2006/relationships/tags" Target="../tags/tag5.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1.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11.emf"/><Relationship Id="rId2" Type="http://schemas.openxmlformats.org/officeDocument/2006/relationships/slideLayout" Target="../slideLayouts/slideLayout9.xml"/><Relationship Id="rId1" Type="http://schemas.openxmlformats.org/officeDocument/2006/relationships/tags" Target="../tags/tag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e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9.xml"/><Relationship Id="rId1" Type="http://schemas.openxmlformats.org/officeDocument/2006/relationships/tags" Target="../tags/tag9.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15.svg"/><Relationship Id="rId2" Type="http://schemas.openxmlformats.org/officeDocument/2006/relationships/slideLayout" Target="../slideLayouts/slideLayout9.xml"/><Relationship Id="rId1" Type="http://schemas.openxmlformats.org/officeDocument/2006/relationships/tags" Target="../tags/tag10.xml"/><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9.xml"/><Relationship Id="rId1" Type="http://schemas.openxmlformats.org/officeDocument/2006/relationships/tags" Target="../tags/tag11.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9.xml"/><Relationship Id="rId1" Type="http://schemas.openxmlformats.org/officeDocument/2006/relationships/tags" Target="../tags/tag12.xml"/><Relationship Id="rId4" Type="http://schemas.openxmlformats.org/officeDocument/2006/relationships/image" Target="../media/image19.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9.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10.xml"/><Relationship Id="rId1" Type="http://schemas.openxmlformats.org/officeDocument/2006/relationships/tags" Target="../tags/tag14.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slideLayout" Target="../slideLayouts/slideLayout11.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xml"/><Relationship Id="rId1" Type="http://schemas.openxmlformats.org/officeDocument/2006/relationships/tags" Target="../tags/tag16.xml"/><Relationship Id="rId4" Type="http://schemas.openxmlformats.org/officeDocument/2006/relationships/image" Target="../media/image22.jpe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10.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10.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10.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12.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9.xml"/><Relationship Id="rId1" Type="http://schemas.openxmlformats.org/officeDocument/2006/relationships/tags" Target="../tags/tag22.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slideLayout" Target="../slideLayouts/slideLayout10.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3" Type="http://schemas.openxmlformats.org/officeDocument/2006/relationships/image" Target="../media/image29.jpeg"/><Relationship Id="rId7" Type="http://schemas.openxmlformats.org/officeDocument/2006/relationships/image" Target="../media/image33.jpeg"/><Relationship Id="rId2" Type="http://schemas.openxmlformats.org/officeDocument/2006/relationships/slideLayout" Target="../slideLayouts/slideLayout8.xml"/><Relationship Id="rId1" Type="http://schemas.openxmlformats.org/officeDocument/2006/relationships/tags" Target="../tags/tag24.xml"/><Relationship Id="rId6" Type="http://schemas.openxmlformats.org/officeDocument/2006/relationships/image" Target="../media/image32.jpeg"/><Relationship Id="rId5" Type="http://schemas.openxmlformats.org/officeDocument/2006/relationships/image" Target="../media/image31.jpeg"/><Relationship Id="rId4" Type="http://schemas.openxmlformats.org/officeDocument/2006/relationships/image" Target="../media/image30.jpe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8.xml"/><Relationship Id="rId1" Type="http://schemas.openxmlformats.org/officeDocument/2006/relationships/tags" Target="../tags/tag25.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s/_rels/slide2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slideLayout" Target="../slideLayouts/slideLayout8.xml"/><Relationship Id="rId1" Type="http://schemas.openxmlformats.org/officeDocument/2006/relationships/tags" Target="../tags/tag26.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jpeg"/></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Layout" Target="../slideLayouts/slideLayout10.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9.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Layout" Target="../slideLayouts/slideLayout10.xml"/><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diagramColors" Target="../diagrams/colors2.xml"/><Relationship Id="rId3" Type="http://schemas.openxmlformats.org/officeDocument/2006/relationships/notesSlide" Target="../notesSlides/notesSlide10.xml"/><Relationship Id="rId7" Type="http://schemas.openxmlformats.org/officeDocument/2006/relationships/diagramQuickStyle" Target="../diagrams/quickStyle1.xml"/><Relationship Id="rId12" Type="http://schemas.openxmlformats.org/officeDocument/2006/relationships/diagramQuickStyle" Target="../diagrams/quickStyle2.xml"/><Relationship Id="rId2" Type="http://schemas.openxmlformats.org/officeDocument/2006/relationships/slideLayout" Target="../slideLayouts/slideLayout9.xml"/><Relationship Id="rId1" Type="http://schemas.openxmlformats.org/officeDocument/2006/relationships/tags" Target="../tags/tag30.xml"/><Relationship Id="rId6" Type="http://schemas.openxmlformats.org/officeDocument/2006/relationships/diagramLayout" Target="../diagrams/layout1.xml"/><Relationship Id="rId11" Type="http://schemas.openxmlformats.org/officeDocument/2006/relationships/diagramLayout" Target="../diagrams/layout2.xml"/><Relationship Id="rId5" Type="http://schemas.openxmlformats.org/officeDocument/2006/relationships/diagramData" Target="../diagrams/data1.xml"/><Relationship Id="rId10" Type="http://schemas.openxmlformats.org/officeDocument/2006/relationships/diagramData" Target="../diagrams/data2.xml"/><Relationship Id="rId4" Type="http://schemas.openxmlformats.org/officeDocument/2006/relationships/image" Target="../media/image44.png"/><Relationship Id="rId9" Type="http://schemas.microsoft.com/office/2007/relationships/diagramDrawing" Target="../diagrams/drawing1.xml"/><Relationship Id="rId14" Type="http://schemas.microsoft.com/office/2007/relationships/diagramDrawing" Target="../diagrams/drawing2.xml"/></Relationships>
</file>

<file path=ppt/slides/_rels/slide30.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slideLayout" Target="../slideLayouts/slideLayout10.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1.xml"/><Relationship Id="rId1" Type="http://schemas.openxmlformats.org/officeDocument/2006/relationships/tags" Target="../tags/tag32.xml"/><Relationship Id="rId5" Type="http://schemas.openxmlformats.org/officeDocument/2006/relationships/image" Target="../media/image47.jpeg"/><Relationship Id="rId4" Type="http://schemas.openxmlformats.org/officeDocument/2006/relationships/image" Target="../media/image46.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33.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Layout" Target="../slideLayouts/slideLayout10.xml"/><Relationship Id="rId1" Type="http://schemas.openxmlformats.org/officeDocument/2006/relationships/tags" Target="../tags/tag35.xml"/></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Layout" Target="../slideLayouts/slideLayout11.xml"/><Relationship Id="rId1" Type="http://schemas.openxmlformats.org/officeDocument/2006/relationships/tags" Target="../tags/tag36.xml"/><Relationship Id="rId5" Type="http://schemas.openxmlformats.org/officeDocument/2006/relationships/image" Target="../media/image50.jpeg"/><Relationship Id="rId4" Type="http://schemas.microsoft.com/office/2007/relationships/hdphoto" Target="../media/hdphoto2.wdp"/></Relationships>
</file>

<file path=ppt/slides/_rels/slide36.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slideLayout" Target="../slideLayouts/slideLayout5.xml"/><Relationship Id="rId1" Type="http://schemas.openxmlformats.org/officeDocument/2006/relationships/tags" Target="../tags/tag37.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38.xml"/></Relationships>
</file>

<file path=ppt/slides/_rels/slide38.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slideLayout" Target="../slideLayouts/slideLayout10.xml"/><Relationship Id="rId1" Type="http://schemas.openxmlformats.org/officeDocument/2006/relationships/tags" Target="../tags/tag39.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40.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668594" y="4138306"/>
            <a:ext cx="10746658" cy="646331"/>
          </a:xfrm>
          <a:prstGeom prst="rect">
            <a:avLst/>
          </a:prstGeom>
          <a:noFill/>
        </p:spPr>
        <p:txBody>
          <a:bodyPr wrap="square" rtlCol="0">
            <a:spAutoFit/>
          </a:bodyPr>
          <a:lstStyle/>
          <a:p>
            <a:pPr algn="ctr"/>
            <a:r>
              <a:rPr lang="en-US" sz="3600" dirty="0">
                <a:latin typeface="Roboto" panose="02000000000000000000" pitchFamily="2" charset="0"/>
                <a:ea typeface="Roboto" panose="02000000000000000000" pitchFamily="2" charset="0"/>
                <a:cs typeface="Roboto" panose="02000000000000000000" pitchFamily="2" charset="0"/>
              </a:rPr>
              <a:t> Overview Workshop</a:t>
            </a:r>
          </a:p>
        </p:txBody>
      </p:sp>
    </p:spTree>
    <p:custDataLst>
      <p:tags r:id="rId1"/>
    </p:custDataLst>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sz="4400" b="1" dirty="0">
                <a:latin typeface=""/>
              </a:rPr>
              <a:t>Purpose &amp; Learning Objectives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pPr marL="0" indent="0">
              <a:buNone/>
            </a:pPr>
            <a:r>
              <a:rPr lang="en-US" b="1" i="1" u="sng" dirty="0"/>
              <a:t>Purpose:</a:t>
            </a:r>
          </a:p>
          <a:p>
            <a:pPr marL="0" indent="0">
              <a:lnSpc>
                <a:spcPct val="100000"/>
              </a:lnSpc>
              <a:buNone/>
            </a:pPr>
            <a:r>
              <a:rPr lang="en-US" dirty="0"/>
              <a:t>To provide explicit knowledge of the Strategy Deployment process and architecture. This training is provided virtually in order to better utilize team members’ time and schedule.</a:t>
            </a:r>
          </a:p>
          <a:p>
            <a:pPr marL="0" indent="0">
              <a:buNone/>
            </a:pPr>
            <a:r>
              <a:rPr lang="en-US" b="1" i="1" u="sng" dirty="0"/>
              <a:t>Learning Objectives:</a:t>
            </a:r>
          </a:p>
          <a:p>
            <a:pPr marL="0" indent="0">
              <a:lnSpc>
                <a:spcPct val="100000"/>
              </a:lnSpc>
              <a:buNone/>
            </a:pPr>
            <a:r>
              <a:rPr lang="en-US" dirty="0"/>
              <a:t>Participants should gain a basic understanding of the Strategy Deployment process and architecture, mechanics, philosophy, and terminology, as well as its importance to all stakeholders within the company.</a:t>
            </a:r>
          </a:p>
          <a:p>
            <a:pPr marL="0" indent="0">
              <a:buNone/>
            </a:pPr>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2</a:t>
            </a:fld>
            <a:endParaRPr lang="en-US"/>
          </a:p>
        </p:txBody>
      </p:sp>
    </p:spTree>
    <p:custDataLst>
      <p:tags r:id="rId1"/>
    </p:custDataLst>
    <p:extLst>
      <p:ext uri="{BB962C8B-B14F-4D97-AF65-F5344CB8AC3E}">
        <p14:creationId xmlns:p14="http://schemas.microsoft.com/office/powerpoint/2010/main" val="439207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DDDD3B-CD00-AB89-61A7-A88A5663BF96}"/>
              </a:ext>
            </a:extLst>
          </p:cNvPr>
          <p:cNvSpPr/>
          <p:nvPr/>
        </p:nvSpPr>
        <p:spPr>
          <a:xfrm>
            <a:off x="702128" y="2951946"/>
            <a:ext cx="6206771" cy="954107"/>
          </a:xfrm>
          <a:prstGeom prst="rect">
            <a:avLst/>
          </a:prstGeom>
        </p:spPr>
        <p:txBody>
          <a:bodyPr wrap="square">
            <a:spAutoFit/>
          </a:bodyPr>
          <a:lstStyle/>
          <a:p>
            <a:r>
              <a:rPr lang="en-US" sz="2800" dirty="0"/>
              <a:t>What is </a:t>
            </a:r>
            <a:r>
              <a:rPr lang="en-US" sz="2800" b="1" dirty="0"/>
              <a:t>Strategy Deployment </a:t>
            </a:r>
          </a:p>
          <a:p>
            <a:r>
              <a:rPr lang="en-US" sz="2800" dirty="0"/>
              <a:t>                      - and What it is NOT!</a:t>
            </a:r>
            <a:endParaRPr lang="en-US" sz="2800" b="1" dirty="0"/>
          </a:p>
        </p:txBody>
      </p:sp>
      <p:pic>
        <p:nvPicPr>
          <p:cNvPr id="3" name="Picture Placeholder 4">
            <a:extLst>
              <a:ext uri="{FF2B5EF4-FFF2-40B4-BE49-F238E27FC236}">
                <a16:creationId xmlns:a16="http://schemas.microsoft.com/office/drawing/2014/main" id="{BC87DFCD-66FB-D05B-AB72-B6757C052C4C}"/>
              </a:ext>
            </a:extLst>
          </p:cNvPr>
          <p:cNvPicPr>
            <a:picLocks noChangeAspect="1"/>
          </p:cNvPicPr>
          <p:nvPr/>
        </p:nvPicPr>
        <p:blipFill>
          <a:blip r:embed="rId3"/>
          <a:srcRect l="9082" r="9082"/>
          <a:stretch>
            <a:fillRect/>
          </a:stretch>
        </p:blipFill>
        <p:spPr>
          <a:xfrm>
            <a:off x="6286838" y="872302"/>
            <a:ext cx="4426857" cy="5411107"/>
          </a:xfrm>
          <a:custGeom>
            <a:avLst/>
            <a:gdLst>
              <a:gd name="connsiteX0" fmla="*/ 0 w 4426857"/>
              <a:gd name="connsiteY0" fmla="*/ 0 h 5411107"/>
              <a:gd name="connsiteX1" fmla="*/ 4426857 w 4426857"/>
              <a:gd name="connsiteY1" fmla="*/ 0 h 5411107"/>
              <a:gd name="connsiteX2" fmla="*/ 4426857 w 4426857"/>
              <a:gd name="connsiteY2" fmla="*/ 5411107 h 5411107"/>
              <a:gd name="connsiteX3" fmla="*/ 0 w 4426857"/>
              <a:gd name="connsiteY3" fmla="*/ 5411107 h 5411107"/>
            </a:gdLst>
            <a:ahLst/>
            <a:cxnLst>
              <a:cxn ang="0">
                <a:pos x="connsiteX0" y="connsiteY0"/>
              </a:cxn>
              <a:cxn ang="0">
                <a:pos x="connsiteX1" y="connsiteY1"/>
              </a:cxn>
              <a:cxn ang="0">
                <a:pos x="connsiteX2" y="connsiteY2"/>
              </a:cxn>
              <a:cxn ang="0">
                <a:pos x="connsiteX3" y="connsiteY3"/>
              </a:cxn>
            </a:cxnLst>
            <a:rect l="l" t="t" r="r" b="b"/>
            <a:pathLst>
              <a:path w="4426857" h="5411107">
                <a:moveTo>
                  <a:pt x="0" y="0"/>
                </a:moveTo>
                <a:lnTo>
                  <a:pt x="4426857" y="0"/>
                </a:lnTo>
                <a:lnTo>
                  <a:pt x="4426857" y="5411107"/>
                </a:lnTo>
                <a:lnTo>
                  <a:pt x="0" y="5411107"/>
                </a:lnTo>
                <a:close/>
              </a:path>
            </a:pathLst>
          </a:custGeom>
        </p:spPr>
      </p:pic>
    </p:spTree>
    <p:custDataLst>
      <p:tags r:id="rId1"/>
    </p:custDataLst>
    <p:extLst>
      <p:ext uri="{BB962C8B-B14F-4D97-AF65-F5344CB8AC3E}">
        <p14:creationId xmlns:p14="http://schemas.microsoft.com/office/powerpoint/2010/main" val="4285676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a:bodyPr>
          <a:lstStyle/>
          <a:p>
            <a:r>
              <a:rPr lang="en-US" sz="4000" dirty="0"/>
              <a:t>Interesting Statistics Regarding Strategy</a:t>
            </a:r>
          </a:p>
        </p:txBody>
      </p:sp>
      <p:graphicFrame>
        <p:nvGraphicFramePr>
          <p:cNvPr id="6" name="Content Placeholder 5">
            <a:extLst>
              <a:ext uri="{FF2B5EF4-FFF2-40B4-BE49-F238E27FC236}">
                <a16:creationId xmlns:a16="http://schemas.microsoft.com/office/drawing/2014/main" id="{CBAB5F5A-7C18-19DB-DEED-D8C069C243A1}"/>
              </a:ext>
            </a:extLst>
          </p:cNvPr>
          <p:cNvGraphicFramePr>
            <a:graphicFrameLocks noGrp="1"/>
          </p:cNvGraphicFramePr>
          <p:nvPr>
            <p:ph sz="half" idx="2"/>
            <p:extLst>
              <p:ext uri="{D42A27DB-BD31-4B8C-83A1-F6EECF244321}">
                <p14:modId xmlns:p14="http://schemas.microsoft.com/office/powerpoint/2010/main" val="2976028476"/>
              </p:ext>
            </p:extLst>
          </p:nvPr>
        </p:nvGraphicFramePr>
        <p:xfrm>
          <a:off x="6172200" y="2190307"/>
          <a:ext cx="5181600" cy="398665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ontent Placeholder 8">
            <a:extLst>
              <a:ext uri="{FF2B5EF4-FFF2-40B4-BE49-F238E27FC236}">
                <a16:creationId xmlns:a16="http://schemas.microsoft.com/office/drawing/2014/main" id="{B2AF613B-D4D9-AF75-52DA-7DF0B7C6217E}"/>
              </a:ext>
            </a:extLst>
          </p:cNvPr>
          <p:cNvGraphicFramePr>
            <a:graphicFrameLocks noGrp="1"/>
          </p:cNvGraphicFramePr>
          <p:nvPr>
            <p:ph sz="half" idx="1"/>
            <p:extLst>
              <p:ext uri="{D42A27DB-BD31-4B8C-83A1-F6EECF244321}">
                <p14:modId xmlns:p14="http://schemas.microsoft.com/office/powerpoint/2010/main" val="2179358760"/>
              </p:ext>
            </p:extLst>
          </p:nvPr>
        </p:nvGraphicFramePr>
        <p:xfrm>
          <a:off x="838200" y="1825625"/>
          <a:ext cx="5181600" cy="4351338"/>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1802971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altLang="en-US" sz="4400" b="1" dirty="0">
                <a:latin typeface="+mn-lt"/>
                <a:ea typeface="ＭＳ Ｐゴシック" panose="020B0600070205080204" pitchFamily="34" charset="-128"/>
              </a:rPr>
              <a:t>What is This Called? - Many Names…</a:t>
            </a:r>
            <a:endParaRPr lang="en-US" dirty="0"/>
          </a:p>
        </p:txBody>
      </p:sp>
      <p:sp>
        <p:nvSpPr>
          <p:cNvPr id="3" name="Content Placeholder 2">
            <a:extLst>
              <a:ext uri="{FF2B5EF4-FFF2-40B4-BE49-F238E27FC236}">
                <a16:creationId xmlns:a16="http://schemas.microsoft.com/office/drawing/2014/main" id="{23C83347-F741-264E-7C36-00DE92F01451}"/>
              </a:ext>
            </a:extLst>
          </p:cNvPr>
          <p:cNvSpPr>
            <a:spLocks noGrp="1"/>
          </p:cNvSpPr>
          <p:nvPr>
            <p:ph sz="half" idx="1"/>
          </p:nvPr>
        </p:nvSpPr>
        <p:spPr>
          <a:xfrm>
            <a:off x="838200" y="1825625"/>
            <a:ext cx="6700986" cy="4351338"/>
          </a:xfrm>
        </p:spPr>
        <p:txBody>
          <a:bodyPr/>
          <a:lstStyle/>
          <a:p>
            <a:r>
              <a:rPr lang="en-US" dirty="0"/>
              <a:t>Strategy Deployment Kanri</a:t>
            </a:r>
          </a:p>
          <a:p>
            <a:r>
              <a:rPr lang="en-US" dirty="0"/>
              <a:t>Strategy Deployment Planning</a:t>
            </a:r>
          </a:p>
          <a:p>
            <a:r>
              <a:rPr lang="en-US" dirty="0"/>
              <a:t>Strategy Deployment</a:t>
            </a:r>
          </a:p>
          <a:p>
            <a:r>
              <a:rPr lang="en-US" dirty="0"/>
              <a:t>Policy Deployment</a:t>
            </a:r>
          </a:p>
          <a:p>
            <a:r>
              <a:rPr lang="en-US" dirty="0"/>
              <a:t>Goal Deployment </a:t>
            </a:r>
            <a:r>
              <a:rPr lang="en-US" dirty="0">
                <a:solidFill>
                  <a:schemeClr val="accent1"/>
                </a:solidFill>
              </a:rPr>
              <a:t>(DO NOT USE THIS!)</a:t>
            </a:r>
          </a:p>
          <a:p>
            <a:r>
              <a:rPr lang="en-US" dirty="0"/>
              <a:t>Etc.</a:t>
            </a:r>
          </a:p>
          <a:p>
            <a:endParaRPr lang="en-US" dirty="0"/>
          </a:p>
        </p:txBody>
      </p:sp>
      <p:sp>
        <p:nvSpPr>
          <p:cNvPr id="6" name="Text Box 13">
            <a:extLst>
              <a:ext uri="{FF2B5EF4-FFF2-40B4-BE49-F238E27FC236}">
                <a16:creationId xmlns:a16="http://schemas.microsoft.com/office/drawing/2014/main" id="{B36D3473-073E-5052-1355-59FD142D8549}"/>
              </a:ext>
            </a:extLst>
          </p:cNvPr>
          <p:cNvSpPr txBox="1">
            <a:spLocks noChangeArrowheads="1"/>
          </p:cNvSpPr>
          <p:nvPr/>
        </p:nvSpPr>
        <p:spPr bwMode="auto">
          <a:xfrm>
            <a:off x="1825097" y="6024298"/>
            <a:ext cx="8237537" cy="369887"/>
          </a:xfrm>
          <a:prstGeom prst="rect">
            <a:avLst/>
          </a:prstGeom>
          <a:solidFill>
            <a:schemeClr val="bg2"/>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itchFamily="2" charset="2"/>
              <a:buNone/>
            </a:pPr>
            <a:r>
              <a:rPr lang="en-US" altLang="en-US" b="0" i="1" dirty="0">
                <a:latin typeface="+mn-lt"/>
              </a:rPr>
              <a:t>Disciplined Process to Achieve </a:t>
            </a:r>
            <a:r>
              <a:rPr lang="en-US" altLang="en-US" b="0" dirty="0">
                <a:latin typeface="+mn-lt"/>
              </a:rPr>
              <a:t>Sustainable, Profitable</a:t>
            </a:r>
            <a:r>
              <a:rPr lang="en-US" altLang="en-US" b="0" i="1" dirty="0">
                <a:latin typeface="+mn-lt"/>
              </a:rPr>
              <a:t> Growth</a:t>
            </a:r>
            <a:endParaRPr lang="en-US" altLang="en-US" sz="1400" b="0" dirty="0">
              <a:solidFill>
                <a:srgbClr val="000066"/>
              </a:solidFill>
              <a:latin typeface="+mn-lt"/>
            </a:endParaRPr>
          </a:p>
        </p:txBody>
      </p:sp>
      <p:pic>
        <p:nvPicPr>
          <p:cNvPr id="10" name="Content Placeholder 9">
            <a:extLst>
              <a:ext uri="{FF2B5EF4-FFF2-40B4-BE49-F238E27FC236}">
                <a16:creationId xmlns:a16="http://schemas.microsoft.com/office/drawing/2014/main" id="{D837F4B9-9CDC-FAB3-050B-5EC2FCB9E34E}"/>
              </a:ext>
            </a:extLst>
          </p:cNvPr>
          <p:cNvPicPr>
            <a:picLocks noGrp="1" noChangeAspect="1"/>
          </p:cNvPicPr>
          <p:nvPr>
            <p:ph sz="half" idx="2"/>
          </p:nvPr>
        </p:nvPicPr>
        <p:blipFill>
          <a:blip r:embed="rId3"/>
          <a:stretch>
            <a:fillRect/>
          </a:stretch>
        </p:blipFill>
        <p:spPr>
          <a:xfrm>
            <a:off x="7539186" y="1825625"/>
            <a:ext cx="2447627" cy="4351338"/>
          </a:xfrm>
        </p:spPr>
      </p:pic>
    </p:spTree>
    <p:custDataLst>
      <p:tags r:id="rId1"/>
    </p:custDataLst>
    <p:extLst>
      <p:ext uri="{BB962C8B-B14F-4D97-AF65-F5344CB8AC3E}">
        <p14:creationId xmlns:p14="http://schemas.microsoft.com/office/powerpoint/2010/main" val="369415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B62DF-A6DE-C799-14DA-50A19F94C4D0}"/>
              </a:ext>
            </a:extLst>
          </p:cNvPr>
          <p:cNvSpPr>
            <a:spLocks noGrp="1"/>
          </p:cNvSpPr>
          <p:nvPr>
            <p:ph type="title"/>
          </p:nvPr>
        </p:nvSpPr>
        <p:spPr/>
        <p:txBody>
          <a:bodyPr/>
          <a:lstStyle/>
          <a:p>
            <a:r>
              <a:rPr lang="en-US" dirty="0"/>
              <a:t>What is Strategy Deployment?</a:t>
            </a:r>
          </a:p>
        </p:txBody>
      </p:sp>
      <p:sp>
        <p:nvSpPr>
          <p:cNvPr id="3" name="Content Placeholder 2">
            <a:extLst>
              <a:ext uri="{FF2B5EF4-FFF2-40B4-BE49-F238E27FC236}">
                <a16:creationId xmlns:a16="http://schemas.microsoft.com/office/drawing/2014/main" id="{98882F37-3A34-8D7D-5A07-CFEB10CD28A3}"/>
              </a:ext>
            </a:extLst>
          </p:cNvPr>
          <p:cNvSpPr>
            <a:spLocks noGrp="1"/>
          </p:cNvSpPr>
          <p:nvPr>
            <p:ph idx="1"/>
          </p:nvPr>
        </p:nvSpPr>
        <p:spPr>
          <a:xfrm>
            <a:off x="5183188" y="1424763"/>
            <a:ext cx="6172200" cy="4436287"/>
          </a:xfrm>
        </p:spPr>
        <p:txBody>
          <a:bodyPr>
            <a:normAutofit fontScale="85000" lnSpcReduction="10000"/>
          </a:bodyPr>
          <a:lstStyle/>
          <a:p>
            <a:pPr>
              <a:lnSpc>
                <a:spcPct val="120000"/>
              </a:lnSpc>
            </a:pPr>
            <a:r>
              <a:rPr lang="en-US" sz="2400" dirty="0"/>
              <a:t>A logical, three-year plan with one-year components</a:t>
            </a:r>
          </a:p>
          <a:p>
            <a:pPr>
              <a:lnSpc>
                <a:spcPct val="120000"/>
              </a:lnSpc>
            </a:pPr>
            <a:r>
              <a:rPr lang="en-US" sz="2400" dirty="0"/>
              <a:t>Drives breakthrough (stretch) performance levels</a:t>
            </a:r>
          </a:p>
          <a:p>
            <a:pPr>
              <a:lnSpc>
                <a:spcPct val="120000"/>
              </a:lnSpc>
            </a:pPr>
            <a:r>
              <a:rPr lang="en-US" sz="2400" dirty="0"/>
              <a:t>Aligns valuable resources within the company</a:t>
            </a:r>
          </a:p>
          <a:p>
            <a:pPr>
              <a:lnSpc>
                <a:spcPct val="120000"/>
              </a:lnSpc>
            </a:pPr>
            <a:r>
              <a:rPr lang="en-US" sz="2400" dirty="0"/>
              <a:t>“Operationalizes” strategy by linking to tactics</a:t>
            </a:r>
          </a:p>
          <a:p>
            <a:pPr>
              <a:lnSpc>
                <a:spcPct val="120000"/>
              </a:lnSpc>
            </a:pPr>
            <a:r>
              <a:rPr lang="en-US" sz="2400" dirty="0"/>
              <a:t>Integrated performance review process (PDCA)</a:t>
            </a:r>
          </a:p>
          <a:p>
            <a:pPr>
              <a:lnSpc>
                <a:spcPct val="120000"/>
              </a:lnSpc>
            </a:pPr>
            <a:r>
              <a:rPr lang="en-US" sz="2400" dirty="0"/>
              <a:t>Results in specific action plans—Not discussion</a:t>
            </a:r>
          </a:p>
          <a:p>
            <a:pPr>
              <a:lnSpc>
                <a:spcPct val="120000"/>
              </a:lnSpc>
            </a:pPr>
            <a:r>
              <a:rPr lang="en-US" sz="2400" dirty="0"/>
              <a:t>Facilitates communication of the right vision</a:t>
            </a:r>
          </a:p>
        </p:txBody>
      </p:sp>
      <p:pic>
        <p:nvPicPr>
          <p:cNvPr id="5" name="Picture 4">
            <a:extLst>
              <a:ext uri="{FF2B5EF4-FFF2-40B4-BE49-F238E27FC236}">
                <a16:creationId xmlns:a16="http://schemas.microsoft.com/office/drawing/2014/main" id="{8809452A-8A39-38D0-4C7E-869DC6C780AB}"/>
              </a:ext>
            </a:extLst>
          </p:cNvPr>
          <p:cNvPicPr>
            <a:picLocks noChangeAspect="1"/>
          </p:cNvPicPr>
          <p:nvPr/>
        </p:nvPicPr>
        <p:blipFill>
          <a:blip r:embed="rId3"/>
          <a:stretch>
            <a:fillRect/>
          </a:stretch>
        </p:blipFill>
        <p:spPr>
          <a:xfrm>
            <a:off x="536183" y="2463447"/>
            <a:ext cx="4539446" cy="1921579"/>
          </a:xfrm>
          <a:prstGeom prst="rect">
            <a:avLst/>
          </a:prstGeom>
          <a:effectLst>
            <a:outerShdw blurRad="50800" dist="203200" dir="8100000" algn="tr" rotWithShape="0">
              <a:prstClr val="black">
                <a:alpha val="40000"/>
              </a:prstClr>
            </a:outerShdw>
          </a:effectLst>
        </p:spPr>
      </p:pic>
      <p:sp>
        <p:nvSpPr>
          <p:cNvPr id="6" name="Text Box 13">
            <a:extLst>
              <a:ext uri="{FF2B5EF4-FFF2-40B4-BE49-F238E27FC236}">
                <a16:creationId xmlns:a16="http://schemas.microsoft.com/office/drawing/2014/main" id="{938BDA6A-A566-112C-C64F-4D2D56B1932B}"/>
              </a:ext>
            </a:extLst>
          </p:cNvPr>
          <p:cNvSpPr txBox="1">
            <a:spLocks noChangeArrowheads="1"/>
          </p:cNvSpPr>
          <p:nvPr/>
        </p:nvSpPr>
        <p:spPr bwMode="auto">
          <a:xfrm>
            <a:off x="1705028" y="5861050"/>
            <a:ext cx="8781943" cy="400110"/>
          </a:xfrm>
          <a:prstGeom prst="rect">
            <a:avLst/>
          </a:prstGeom>
          <a:solidFill>
            <a:schemeClr val="bg2"/>
          </a:solidFill>
          <a:ln w="25400">
            <a:solidFill>
              <a:schemeClr val="tx1"/>
            </a:solidFill>
            <a:miter lim="800000"/>
            <a:headEnd/>
            <a:tailEnd/>
          </a:ln>
        </p:spPr>
        <p:txBody>
          <a:bodyPr wrap="square" anchor="b" anchorCtr="1">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itchFamily="2" charset="2"/>
              <a:buNone/>
            </a:pPr>
            <a:r>
              <a:rPr lang="en-US" altLang="en-US" sz="2000" b="0" i="1" dirty="0">
                <a:latin typeface="+mn-lt"/>
              </a:rPr>
              <a:t>Deciding on what NOT to do is as important as deciding what to do!</a:t>
            </a:r>
            <a:endParaRPr lang="en-US" altLang="en-US" sz="2000" b="0" dirty="0">
              <a:solidFill>
                <a:srgbClr val="000066"/>
              </a:solidFill>
              <a:latin typeface="+mn-lt"/>
            </a:endParaRPr>
          </a:p>
        </p:txBody>
      </p:sp>
    </p:spTree>
    <p:custDataLst>
      <p:tags r:id="rId1"/>
    </p:custDataLst>
    <p:extLst>
      <p:ext uri="{BB962C8B-B14F-4D97-AF65-F5344CB8AC3E}">
        <p14:creationId xmlns:p14="http://schemas.microsoft.com/office/powerpoint/2010/main" val="3050625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D0BE8375-DB9D-A665-4097-8CC40971E8E5}"/>
              </a:ext>
            </a:extLst>
          </p:cNvPr>
          <p:cNvPicPr>
            <a:picLocks noChangeAspect="1"/>
          </p:cNvPicPr>
          <p:nvPr/>
        </p:nvPicPr>
        <p:blipFill>
          <a:blip r:embed="rId4"/>
          <a:stretch>
            <a:fillRect/>
          </a:stretch>
        </p:blipFill>
        <p:spPr>
          <a:xfrm>
            <a:off x="2499566" y="1953191"/>
            <a:ext cx="2471738" cy="1667669"/>
          </a:xfrm>
          <a:prstGeom prst="rect">
            <a:avLst/>
          </a:prstGeom>
        </p:spPr>
      </p:pic>
      <p:sp>
        <p:nvSpPr>
          <p:cNvPr id="2" name="Title 1">
            <a:extLst>
              <a:ext uri="{FF2B5EF4-FFF2-40B4-BE49-F238E27FC236}">
                <a16:creationId xmlns:a16="http://schemas.microsoft.com/office/drawing/2014/main" id="{CF77A778-4D09-1E90-E55B-2DB838F06077}"/>
              </a:ext>
            </a:extLst>
          </p:cNvPr>
          <p:cNvSpPr>
            <a:spLocks noGrp="1"/>
          </p:cNvSpPr>
          <p:nvPr>
            <p:ph type="title"/>
          </p:nvPr>
        </p:nvSpPr>
        <p:spPr/>
        <p:txBody>
          <a:bodyPr/>
          <a:lstStyle/>
          <a:p>
            <a:r>
              <a:rPr lang="en-US" altLang="en-US" sz="4400" b="1" dirty="0">
                <a:latin typeface="+mn-lt"/>
                <a:ea typeface="ＭＳ Ｐゴシック" panose="020B0600070205080204" pitchFamily="34" charset="-128"/>
              </a:rPr>
              <a:t>The Forms of Strategy Deployment</a:t>
            </a:r>
            <a:endParaRPr lang="en-US" dirty="0"/>
          </a:p>
        </p:txBody>
      </p:sp>
      <p:sp>
        <p:nvSpPr>
          <p:cNvPr id="3" name="Text Box 13">
            <a:extLst>
              <a:ext uri="{FF2B5EF4-FFF2-40B4-BE49-F238E27FC236}">
                <a16:creationId xmlns:a16="http://schemas.microsoft.com/office/drawing/2014/main" id="{A069B3FC-19FB-E712-55B6-A78EAA130C88}"/>
              </a:ext>
            </a:extLst>
          </p:cNvPr>
          <p:cNvSpPr txBox="1">
            <a:spLocks noChangeArrowheads="1"/>
          </p:cNvSpPr>
          <p:nvPr/>
        </p:nvSpPr>
        <p:spPr bwMode="auto">
          <a:xfrm>
            <a:off x="2301041" y="1623167"/>
            <a:ext cx="286833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30000"/>
              </a:spcBef>
              <a:spcAft>
                <a:spcPct val="0"/>
              </a:spcAft>
              <a:buClrTx/>
              <a:buSzTx/>
              <a:buFontTx/>
              <a:buNone/>
            </a:pPr>
            <a:r>
              <a:rPr lang="en-US" altLang="en-US" sz="1600" dirty="0">
                <a:solidFill>
                  <a:srgbClr val="000000"/>
                </a:solidFill>
                <a:latin typeface="+mn-lt"/>
              </a:rPr>
              <a:t>Strategy Deployment Matrix</a:t>
            </a:r>
          </a:p>
        </p:txBody>
      </p:sp>
      <p:sp>
        <p:nvSpPr>
          <p:cNvPr id="4" name="Text Box 14">
            <a:extLst>
              <a:ext uri="{FF2B5EF4-FFF2-40B4-BE49-F238E27FC236}">
                <a16:creationId xmlns:a16="http://schemas.microsoft.com/office/drawing/2014/main" id="{C3CDD364-A3AF-25EB-7891-870FBD7B7EBC}"/>
              </a:ext>
            </a:extLst>
          </p:cNvPr>
          <p:cNvSpPr txBox="1">
            <a:spLocks noChangeArrowheads="1"/>
          </p:cNvSpPr>
          <p:nvPr/>
        </p:nvSpPr>
        <p:spPr bwMode="auto">
          <a:xfrm>
            <a:off x="5979565" y="1638677"/>
            <a:ext cx="375965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30000"/>
              </a:spcBef>
              <a:spcAft>
                <a:spcPct val="0"/>
              </a:spcAft>
              <a:buClrTx/>
              <a:buSzTx/>
              <a:buFontTx/>
              <a:buNone/>
            </a:pPr>
            <a:r>
              <a:rPr lang="en-US" altLang="en-US" sz="1600" dirty="0">
                <a:solidFill>
                  <a:srgbClr val="000000"/>
                </a:solidFill>
                <a:latin typeface="+mn-lt"/>
              </a:rPr>
              <a:t>Strategy Deployment Bowling Chart</a:t>
            </a:r>
          </a:p>
        </p:txBody>
      </p:sp>
      <p:sp>
        <p:nvSpPr>
          <p:cNvPr id="5" name="Text Box 15">
            <a:extLst>
              <a:ext uri="{FF2B5EF4-FFF2-40B4-BE49-F238E27FC236}">
                <a16:creationId xmlns:a16="http://schemas.microsoft.com/office/drawing/2014/main" id="{C3609F57-578F-25F3-EDB9-7A4FCE99926A}"/>
              </a:ext>
            </a:extLst>
          </p:cNvPr>
          <p:cNvSpPr txBox="1">
            <a:spLocks noChangeArrowheads="1"/>
          </p:cNvSpPr>
          <p:nvPr/>
        </p:nvSpPr>
        <p:spPr bwMode="auto">
          <a:xfrm>
            <a:off x="6509422" y="3592972"/>
            <a:ext cx="269994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30000"/>
              </a:spcBef>
              <a:spcAft>
                <a:spcPct val="0"/>
              </a:spcAft>
              <a:buClrTx/>
              <a:buSzTx/>
              <a:buFontTx/>
              <a:buNone/>
            </a:pPr>
            <a:r>
              <a:rPr lang="en-US" altLang="en-US" sz="1600" dirty="0">
                <a:solidFill>
                  <a:srgbClr val="000000"/>
                </a:solidFill>
                <a:latin typeface="+mn-lt"/>
              </a:rPr>
              <a:t>8D - Countermeasure Form</a:t>
            </a:r>
          </a:p>
        </p:txBody>
      </p:sp>
      <p:sp>
        <p:nvSpPr>
          <p:cNvPr id="6" name="Text Box 18">
            <a:extLst>
              <a:ext uri="{FF2B5EF4-FFF2-40B4-BE49-F238E27FC236}">
                <a16:creationId xmlns:a16="http://schemas.microsoft.com/office/drawing/2014/main" id="{6272760B-7D89-750D-1FDF-2FF28E735B0E}"/>
              </a:ext>
            </a:extLst>
          </p:cNvPr>
          <p:cNvSpPr txBox="1">
            <a:spLocks noChangeArrowheads="1"/>
          </p:cNvSpPr>
          <p:nvPr/>
        </p:nvSpPr>
        <p:spPr bwMode="auto">
          <a:xfrm>
            <a:off x="2499565" y="3597049"/>
            <a:ext cx="245903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30000"/>
              </a:spcBef>
              <a:spcAft>
                <a:spcPct val="0"/>
              </a:spcAft>
              <a:buClrTx/>
              <a:buSzTx/>
              <a:buFontTx/>
              <a:buNone/>
            </a:pPr>
            <a:r>
              <a:rPr lang="en-US" altLang="en-US" sz="1600" dirty="0">
                <a:solidFill>
                  <a:srgbClr val="000000"/>
                </a:solidFill>
                <a:latin typeface="+mn-lt"/>
              </a:rPr>
              <a:t>Action Plan</a:t>
            </a:r>
          </a:p>
        </p:txBody>
      </p:sp>
      <p:pic>
        <p:nvPicPr>
          <p:cNvPr id="7" name="Picture 1325">
            <a:extLst>
              <a:ext uri="{FF2B5EF4-FFF2-40B4-BE49-F238E27FC236}">
                <a16:creationId xmlns:a16="http://schemas.microsoft.com/office/drawing/2014/main" id="{4567CF28-C634-2E9D-2480-46B1D51173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99566" y="3931526"/>
            <a:ext cx="2459038"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9587D296-FD58-10D9-69F4-6DFA9BD94F8E}"/>
              </a:ext>
            </a:extLst>
          </p:cNvPr>
          <p:cNvSpPr>
            <a:spLocks noChangeArrowheads="1"/>
          </p:cNvSpPr>
          <p:nvPr/>
        </p:nvSpPr>
        <p:spPr bwMode="auto">
          <a:xfrm>
            <a:off x="1366369" y="2510919"/>
            <a:ext cx="723899" cy="332468"/>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rgbClr val="FFFFFF"/>
                </a:solidFill>
                <a:latin typeface="+mn-lt"/>
              </a:rPr>
              <a:t>PLAN</a:t>
            </a:r>
          </a:p>
        </p:txBody>
      </p:sp>
      <p:sp>
        <p:nvSpPr>
          <p:cNvPr id="9" name="Rectangle 8">
            <a:extLst>
              <a:ext uri="{FF2B5EF4-FFF2-40B4-BE49-F238E27FC236}">
                <a16:creationId xmlns:a16="http://schemas.microsoft.com/office/drawing/2014/main" id="{F475D1BF-F48F-6682-E995-8EAFA2D3A6DF}"/>
              </a:ext>
            </a:extLst>
          </p:cNvPr>
          <p:cNvSpPr>
            <a:spLocks noChangeArrowheads="1"/>
          </p:cNvSpPr>
          <p:nvPr/>
        </p:nvSpPr>
        <p:spPr bwMode="auto">
          <a:xfrm>
            <a:off x="1366369" y="4705193"/>
            <a:ext cx="723899" cy="332468"/>
          </a:xfrm>
          <a:prstGeom prst="rect">
            <a:avLst/>
          </a:prstGeom>
          <a:solidFill>
            <a:schemeClr val="accent6"/>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rgbClr val="FFFFFF"/>
                </a:solidFill>
                <a:latin typeface="+mn-lt"/>
              </a:rPr>
              <a:t>DO</a:t>
            </a:r>
          </a:p>
        </p:txBody>
      </p:sp>
      <p:sp>
        <p:nvSpPr>
          <p:cNvPr id="10" name="Rectangle 9">
            <a:extLst>
              <a:ext uri="{FF2B5EF4-FFF2-40B4-BE49-F238E27FC236}">
                <a16:creationId xmlns:a16="http://schemas.microsoft.com/office/drawing/2014/main" id="{C11C79F2-D817-8E23-A48F-13D319B964F2}"/>
              </a:ext>
            </a:extLst>
          </p:cNvPr>
          <p:cNvSpPr>
            <a:spLocks noChangeArrowheads="1"/>
          </p:cNvSpPr>
          <p:nvPr/>
        </p:nvSpPr>
        <p:spPr bwMode="auto">
          <a:xfrm>
            <a:off x="9518651" y="2510919"/>
            <a:ext cx="844549" cy="332468"/>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latin typeface="+mn-lt"/>
              </a:rPr>
              <a:t>CHECK</a:t>
            </a:r>
          </a:p>
        </p:txBody>
      </p:sp>
      <p:sp>
        <p:nvSpPr>
          <p:cNvPr id="11" name="Rectangle 10">
            <a:extLst>
              <a:ext uri="{FF2B5EF4-FFF2-40B4-BE49-F238E27FC236}">
                <a16:creationId xmlns:a16="http://schemas.microsoft.com/office/drawing/2014/main" id="{F8731C21-BC0C-32C1-2F8E-3D4F36168FCA}"/>
              </a:ext>
            </a:extLst>
          </p:cNvPr>
          <p:cNvSpPr>
            <a:spLocks noChangeArrowheads="1"/>
          </p:cNvSpPr>
          <p:nvPr/>
        </p:nvSpPr>
        <p:spPr bwMode="auto">
          <a:xfrm>
            <a:off x="9639301" y="4705193"/>
            <a:ext cx="723899" cy="332468"/>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rgbClr val="FFFFFF"/>
                </a:solidFill>
                <a:latin typeface="+mn-lt"/>
              </a:rPr>
              <a:t>ACT</a:t>
            </a:r>
          </a:p>
        </p:txBody>
      </p:sp>
      <p:pic>
        <p:nvPicPr>
          <p:cNvPr id="13" name="Picture 12">
            <a:extLst>
              <a:ext uri="{FF2B5EF4-FFF2-40B4-BE49-F238E27FC236}">
                <a16:creationId xmlns:a16="http://schemas.microsoft.com/office/drawing/2014/main" id="{8E9454F3-041A-0F1C-CA45-ABEB5F604426}"/>
              </a:ext>
            </a:extLst>
          </p:cNvPr>
          <p:cNvPicPr>
            <a:picLocks noChangeAspect="1"/>
          </p:cNvPicPr>
          <p:nvPr/>
        </p:nvPicPr>
        <p:blipFill>
          <a:blip r:embed="rId6"/>
          <a:stretch>
            <a:fillRect/>
          </a:stretch>
        </p:blipFill>
        <p:spPr>
          <a:xfrm>
            <a:off x="6603546" y="3880827"/>
            <a:ext cx="2511697" cy="1981200"/>
          </a:xfrm>
          <a:prstGeom prst="rect">
            <a:avLst/>
          </a:prstGeom>
        </p:spPr>
      </p:pic>
      <p:pic>
        <p:nvPicPr>
          <p:cNvPr id="15" name="Picture 14">
            <a:extLst>
              <a:ext uri="{FF2B5EF4-FFF2-40B4-BE49-F238E27FC236}">
                <a16:creationId xmlns:a16="http://schemas.microsoft.com/office/drawing/2014/main" id="{59EC9E5F-8749-E6D2-2DCA-8873B096A664}"/>
              </a:ext>
            </a:extLst>
          </p:cNvPr>
          <p:cNvPicPr>
            <a:picLocks noChangeAspect="1"/>
          </p:cNvPicPr>
          <p:nvPr/>
        </p:nvPicPr>
        <p:blipFill>
          <a:blip r:embed="rId7"/>
          <a:stretch>
            <a:fillRect/>
          </a:stretch>
        </p:blipFill>
        <p:spPr>
          <a:xfrm>
            <a:off x="6603546" y="1927755"/>
            <a:ext cx="2423489" cy="1718540"/>
          </a:xfrm>
          <a:prstGeom prst="rect">
            <a:avLst/>
          </a:prstGeom>
        </p:spPr>
      </p:pic>
      <p:sp>
        <p:nvSpPr>
          <p:cNvPr id="12" name="Text Box 13">
            <a:extLst>
              <a:ext uri="{FF2B5EF4-FFF2-40B4-BE49-F238E27FC236}">
                <a16:creationId xmlns:a16="http://schemas.microsoft.com/office/drawing/2014/main" id="{05525C36-7B7E-A2A2-7B15-D309740A3FA1}"/>
              </a:ext>
            </a:extLst>
          </p:cNvPr>
          <p:cNvSpPr txBox="1">
            <a:spLocks noChangeArrowheads="1"/>
          </p:cNvSpPr>
          <p:nvPr/>
        </p:nvSpPr>
        <p:spPr bwMode="auto">
          <a:xfrm>
            <a:off x="2080532" y="5862027"/>
            <a:ext cx="8030935" cy="400110"/>
          </a:xfrm>
          <a:prstGeom prst="rect">
            <a:avLst/>
          </a:prstGeom>
          <a:solidFill>
            <a:schemeClr val="bg2"/>
          </a:solidFill>
          <a:ln w="25400">
            <a:solidFill>
              <a:schemeClr val="tx1"/>
            </a:solidFill>
            <a:miter lim="800000"/>
            <a:headEnd/>
            <a:tailEnd/>
          </a:ln>
        </p:spPr>
        <p:txBody>
          <a:bodyPr wrap="square" anchor="b" anchorCtr="1">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itchFamily="2" charset="2"/>
              <a:buNone/>
            </a:pPr>
            <a:r>
              <a:rPr lang="en-US" altLang="en-US" sz="2000" b="0" i="1" dirty="0">
                <a:latin typeface="+mn-lt"/>
              </a:rPr>
              <a:t>QUESTION: Is your Strategy Deployment a “Form-Filling” Exercise?</a:t>
            </a:r>
            <a:endParaRPr lang="en-US" altLang="en-US" sz="2000" b="0" dirty="0">
              <a:solidFill>
                <a:srgbClr val="000066"/>
              </a:solidFill>
              <a:latin typeface="+mn-lt"/>
            </a:endParaRPr>
          </a:p>
        </p:txBody>
      </p:sp>
    </p:spTree>
    <p:custDataLst>
      <p:tags r:id="rId1"/>
    </p:custDataLst>
    <p:extLst>
      <p:ext uri="{BB962C8B-B14F-4D97-AF65-F5344CB8AC3E}">
        <p14:creationId xmlns:p14="http://schemas.microsoft.com/office/powerpoint/2010/main" val="498158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86B0C-9143-3850-FB0A-5A4D0972645C}"/>
              </a:ext>
            </a:extLst>
          </p:cNvPr>
          <p:cNvSpPr>
            <a:spLocks noGrp="1"/>
          </p:cNvSpPr>
          <p:nvPr>
            <p:ph type="title"/>
          </p:nvPr>
        </p:nvSpPr>
        <p:spPr/>
        <p:txBody>
          <a:bodyPr>
            <a:normAutofit fontScale="90000"/>
          </a:bodyPr>
          <a:lstStyle/>
          <a:p>
            <a:r>
              <a:rPr lang="en-US" dirty="0"/>
              <a:t>Strategy Deployment is Not Long-Range Planning!</a:t>
            </a:r>
          </a:p>
        </p:txBody>
      </p:sp>
      <p:cxnSp>
        <p:nvCxnSpPr>
          <p:cNvPr id="3" name="Straight Arrow Connector 2">
            <a:extLst>
              <a:ext uri="{FF2B5EF4-FFF2-40B4-BE49-F238E27FC236}">
                <a16:creationId xmlns:a16="http://schemas.microsoft.com/office/drawing/2014/main" id="{278D0796-74DB-942F-C415-5ADDC0B2A1F9}"/>
              </a:ext>
            </a:extLst>
          </p:cNvPr>
          <p:cNvCxnSpPr>
            <a:cxnSpLocks/>
          </p:cNvCxnSpPr>
          <p:nvPr/>
        </p:nvCxnSpPr>
        <p:spPr>
          <a:xfrm>
            <a:off x="3036348" y="4142433"/>
            <a:ext cx="4580302" cy="0"/>
          </a:xfrm>
          <a:prstGeom prst="straightConnector1">
            <a:avLst/>
          </a:prstGeom>
          <a:ln w="1174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Text Box 2">
            <a:extLst>
              <a:ext uri="{FF2B5EF4-FFF2-40B4-BE49-F238E27FC236}">
                <a16:creationId xmlns:a16="http://schemas.microsoft.com/office/drawing/2014/main" id="{A5DBB491-6018-4B00-0D20-171EACDFDED5}"/>
              </a:ext>
            </a:extLst>
          </p:cNvPr>
          <p:cNvSpPr txBox="1">
            <a:spLocks noChangeArrowheads="1"/>
          </p:cNvSpPr>
          <p:nvPr/>
        </p:nvSpPr>
        <p:spPr bwMode="auto">
          <a:xfrm>
            <a:off x="2255448" y="1676716"/>
            <a:ext cx="76811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000" dirty="0">
                <a:solidFill>
                  <a:srgbClr val="000000"/>
                </a:solidFill>
                <a:latin typeface="+mn-lt"/>
              </a:rPr>
              <a:t>Strategy Deployment is a Means to Make Your Long Range Plan a Reality</a:t>
            </a:r>
            <a:endParaRPr lang="en-US" altLang="en-US" sz="2000" b="0" dirty="0">
              <a:solidFill>
                <a:srgbClr val="000000"/>
              </a:solidFill>
              <a:latin typeface="+mn-lt"/>
            </a:endParaRPr>
          </a:p>
        </p:txBody>
      </p:sp>
      <p:sp>
        <p:nvSpPr>
          <p:cNvPr id="5" name="Text Box 13">
            <a:extLst>
              <a:ext uri="{FF2B5EF4-FFF2-40B4-BE49-F238E27FC236}">
                <a16:creationId xmlns:a16="http://schemas.microsoft.com/office/drawing/2014/main" id="{91A3D7F9-A236-7B12-1B68-300D73C52453}"/>
              </a:ext>
            </a:extLst>
          </p:cNvPr>
          <p:cNvSpPr txBox="1">
            <a:spLocks noChangeArrowheads="1"/>
          </p:cNvSpPr>
          <p:nvPr/>
        </p:nvSpPr>
        <p:spPr bwMode="auto">
          <a:xfrm>
            <a:off x="1473740" y="5849937"/>
            <a:ext cx="9244516" cy="400110"/>
          </a:xfrm>
          <a:prstGeom prst="rect">
            <a:avLst/>
          </a:prstGeom>
          <a:solidFill>
            <a:schemeClr val="bg2"/>
          </a:solidFill>
          <a:ln w="25400">
            <a:solidFill>
              <a:schemeClr val="tx1"/>
            </a:solidFill>
            <a:miter lim="800000"/>
            <a:headEnd/>
            <a:tailEnd/>
          </a:ln>
        </p:spPr>
        <p:txBody>
          <a:bodyPr wrap="square" anchor="b" anchorCtr="1">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itchFamily="2" charset="2"/>
              <a:buNone/>
            </a:pPr>
            <a:r>
              <a:rPr lang="en-US" altLang="en-US" sz="2000" b="0" i="1" dirty="0">
                <a:latin typeface="+mn-lt"/>
              </a:rPr>
              <a:t>Strategy Must Describe: What game are we playing and how are we going to win?</a:t>
            </a:r>
            <a:endParaRPr lang="en-US" altLang="en-US" sz="2000" b="0" dirty="0">
              <a:solidFill>
                <a:srgbClr val="000066"/>
              </a:solidFill>
              <a:latin typeface="+mn-lt"/>
            </a:endParaRPr>
          </a:p>
        </p:txBody>
      </p:sp>
      <p:pic>
        <p:nvPicPr>
          <p:cNvPr id="6" name="Picture 5">
            <a:extLst>
              <a:ext uri="{FF2B5EF4-FFF2-40B4-BE49-F238E27FC236}">
                <a16:creationId xmlns:a16="http://schemas.microsoft.com/office/drawing/2014/main" id="{B51575BC-89AC-9578-C7D8-0A978FFCB196}"/>
              </a:ext>
            </a:extLst>
          </p:cNvPr>
          <p:cNvPicPr>
            <a:picLocks noChangeAspect="1"/>
          </p:cNvPicPr>
          <p:nvPr/>
        </p:nvPicPr>
        <p:blipFill>
          <a:blip r:embed="rId4"/>
          <a:stretch>
            <a:fillRect/>
          </a:stretch>
        </p:blipFill>
        <p:spPr>
          <a:xfrm>
            <a:off x="6924087" y="2404512"/>
            <a:ext cx="4697528" cy="3196702"/>
          </a:xfrm>
          <a:prstGeom prst="rect">
            <a:avLst/>
          </a:prstGeom>
          <a:ln>
            <a:noFill/>
          </a:ln>
        </p:spPr>
      </p:pic>
      <p:sp>
        <p:nvSpPr>
          <p:cNvPr id="7" name="Text Box 2">
            <a:extLst>
              <a:ext uri="{FF2B5EF4-FFF2-40B4-BE49-F238E27FC236}">
                <a16:creationId xmlns:a16="http://schemas.microsoft.com/office/drawing/2014/main" id="{BACD32AF-CA75-24F3-19AC-3DD9198BEAB4}"/>
              </a:ext>
            </a:extLst>
          </p:cNvPr>
          <p:cNvSpPr txBox="1">
            <a:spLocks noChangeArrowheads="1"/>
          </p:cNvSpPr>
          <p:nvPr/>
        </p:nvSpPr>
        <p:spPr bwMode="auto">
          <a:xfrm>
            <a:off x="7633225" y="2075014"/>
            <a:ext cx="327925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000" dirty="0">
                <a:solidFill>
                  <a:srgbClr val="000000"/>
                </a:solidFill>
                <a:latin typeface="+mn-lt"/>
              </a:rPr>
              <a:t>Strategy Deployment Process</a:t>
            </a:r>
            <a:endParaRPr lang="en-US" altLang="en-US" sz="2000" b="0" dirty="0">
              <a:solidFill>
                <a:srgbClr val="000000"/>
              </a:solidFill>
              <a:latin typeface="+mn-lt"/>
            </a:endParaRPr>
          </a:p>
        </p:txBody>
      </p:sp>
      <p:sp>
        <p:nvSpPr>
          <p:cNvPr id="8" name="Document 6">
            <a:extLst>
              <a:ext uri="{FF2B5EF4-FFF2-40B4-BE49-F238E27FC236}">
                <a16:creationId xmlns:a16="http://schemas.microsoft.com/office/drawing/2014/main" id="{C4094A3B-697C-153A-F3CD-EA14A078D57D}"/>
              </a:ext>
            </a:extLst>
          </p:cNvPr>
          <p:cNvSpPr/>
          <p:nvPr/>
        </p:nvSpPr>
        <p:spPr>
          <a:xfrm>
            <a:off x="873952" y="3188653"/>
            <a:ext cx="2762994" cy="1907559"/>
          </a:xfrm>
          <a:prstGeom prst="flowChartDocument">
            <a:avLst/>
          </a:prstGeom>
          <a:solidFill>
            <a:schemeClr val="accent3"/>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Strategy</a:t>
            </a:r>
          </a:p>
        </p:txBody>
      </p:sp>
    </p:spTree>
    <p:custDataLst>
      <p:tags r:id="rId1"/>
    </p:custDataLst>
    <p:extLst>
      <p:ext uri="{BB962C8B-B14F-4D97-AF65-F5344CB8AC3E}">
        <p14:creationId xmlns:p14="http://schemas.microsoft.com/office/powerpoint/2010/main" val="3581185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86B0C-9143-3850-FB0A-5A4D0972645C}"/>
              </a:ext>
            </a:extLst>
          </p:cNvPr>
          <p:cNvSpPr>
            <a:spLocks noGrp="1"/>
          </p:cNvSpPr>
          <p:nvPr>
            <p:ph type="title"/>
          </p:nvPr>
        </p:nvSpPr>
        <p:spPr/>
        <p:txBody>
          <a:bodyPr>
            <a:normAutofit/>
          </a:bodyPr>
          <a:lstStyle/>
          <a:p>
            <a:r>
              <a:rPr lang="en-US" dirty="0"/>
              <a:t>Budgets and Strategy Deployment</a:t>
            </a:r>
          </a:p>
        </p:txBody>
      </p:sp>
      <p:cxnSp>
        <p:nvCxnSpPr>
          <p:cNvPr id="3" name="Straight Arrow Connector 2">
            <a:extLst>
              <a:ext uri="{FF2B5EF4-FFF2-40B4-BE49-F238E27FC236}">
                <a16:creationId xmlns:a16="http://schemas.microsoft.com/office/drawing/2014/main" id="{278D0796-74DB-942F-C415-5ADDC0B2A1F9}"/>
              </a:ext>
            </a:extLst>
          </p:cNvPr>
          <p:cNvCxnSpPr>
            <a:cxnSpLocks/>
          </p:cNvCxnSpPr>
          <p:nvPr/>
        </p:nvCxnSpPr>
        <p:spPr>
          <a:xfrm>
            <a:off x="3036348" y="4142433"/>
            <a:ext cx="4580302" cy="0"/>
          </a:xfrm>
          <a:prstGeom prst="straightConnector1">
            <a:avLst/>
          </a:prstGeom>
          <a:ln w="1174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Text Box 2">
            <a:extLst>
              <a:ext uri="{FF2B5EF4-FFF2-40B4-BE49-F238E27FC236}">
                <a16:creationId xmlns:a16="http://schemas.microsoft.com/office/drawing/2014/main" id="{A5DBB491-6018-4B00-0D20-171EACDFDED5}"/>
              </a:ext>
            </a:extLst>
          </p:cNvPr>
          <p:cNvSpPr txBox="1">
            <a:spLocks noChangeArrowheads="1"/>
          </p:cNvSpPr>
          <p:nvPr/>
        </p:nvSpPr>
        <p:spPr bwMode="auto">
          <a:xfrm>
            <a:off x="2255450" y="1676716"/>
            <a:ext cx="76811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000" dirty="0">
                <a:solidFill>
                  <a:srgbClr val="000000"/>
                </a:solidFill>
                <a:latin typeface="+mn-lt"/>
              </a:rPr>
              <a:t>Do Not Use Strategy Deployment to Implement Your Budget</a:t>
            </a:r>
          </a:p>
        </p:txBody>
      </p:sp>
      <p:sp>
        <p:nvSpPr>
          <p:cNvPr id="5" name="Text Box 13">
            <a:extLst>
              <a:ext uri="{FF2B5EF4-FFF2-40B4-BE49-F238E27FC236}">
                <a16:creationId xmlns:a16="http://schemas.microsoft.com/office/drawing/2014/main" id="{91A3D7F9-A236-7B12-1B68-300D73C52453}"/>
              </a:ext>
            </a:extLst>
          </p:cNvPr>
          <p:cNvSpPr txBox="1">
            <a:spLocks noChangeArrowheads="1"/>
          </p:cNvSpPr>
          <p:nvPr/>
        </p:nvSpPr>
        <p:spPr bwMode="auto">
          <a:xfrm>
            <a:off x="1589734" y="5849937"/>
            <a:ext cx="9012527" cy="400110"/>
          </a:xfrm>
          <a:prstGeom prst="rect">
            <a:avLst/>
          </a:prstGeom>
          <a:solidFill>
            <a:schemeClr val="bg2"/>
          </a:solidFill>
          <a:ln w="25400">
            <a:solidFill>
              <a:schemeClr val="tx1"/>
            </a:solidFill>
            <a:miter lim="800000"/>
            <a:headEnd/>
            <a:tailEnd/>
          </a:ln>
        </p:spPr>
        <p:txBody>
          <a:bodyPr wrap="square" anchor="b" anchorCtr="1">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itchFamily="2" charset="2"/>
              <a:buNone/>
            </a:pPr>
            <a:r>
              <a:rPr lang="en-US" altLang="en-US" sz="2000" b="0" i="1" dirty="0">
                <a:latin typeface="+mn-lt"/>
              </a:rPr>
              <a:t>Budgets are NOT Breakthrough!</a:t>
            </a:r>
            <a:endParaRPr lang="en-US" altLang="en-US" sz="2000" b="0" dirty="0">
              <a:solidFill>
                <a:srgbClr val="000066"/>
              </a:solidFill>
              <a:latin typeface="+mn-lt"/>
            </a:endParaRPr>
          </a:p>
        </p:txBody>
      </p:sp>
      <p:pic>
        <p:nvPicPr>
          <p:cNvPr id="6" name="Picture 5">
            <a:extLst>
              <a:ext uri="{FF2B5EF4-FFF2-40B4-BE49-F238E27FC236}">
                <a16:creationId xmlns:a16="http://schemas.microsoft.com/office/drawing/2014/main" id="{B51575BC-89AC-9578-C7D8-0A978FFCB196}"/>
              </a:ext>
            </a:extLst>
          </p:cNvPr>
          <p:cNvPicPr>
            <a:picLocks noChangeAspect="1"/>
          </p:cNvPicPr>
          <p:nvPr/>
        </p:nvPicPr>
        <p:blipFill>
          <a:blip r:embed="rId4"/>
          <a:stretch>
            <a:fillRect/>
          </a:stretch>
        </p:blipFill>
        <p:spPr>
          <a:xfrm>
            <a:off x="6924087" y="2404512"/>
            <a:ext cx="4697528" cy="3196702"/>
          </a:xfrm>
          <a:prstGeom prst="rect">
            <a:avLst/>
          </a:prstGeom>
          <a:ln>
            <a:noFill/>
          </a:ln>
        </p:spPr>
      </p:pic>
      <p:sp>
        <p:nvSpPr>
          <p:cNvPr id="7" name="Text Box 2">
            <a:extLst>
              <a:ext uri="{FF2B5EF4-FFF2-40B4-BE49-F238E27FC236}">
                <a16:creationId xmlns:a16="http://schemas.microsoft.com/office/drawing/2014/main" id="{BACD32AF-CA75-24F3-19AC-3DD9198BEAB4}"/>
              </a:ext>
            </a:extLst>
          </p:cNvPr>
          <p:cNvSpPr txBox="1">
            <a:spLocks noChangeArrowheads="1"/>
          </p:cNvSpPr>
          <p:nvPr/>
        </p:nvSpPr>
        <p:spPr bwMode="auto">
          <a:xfrm>
            <a:off x="7633225" y="2068406"/>
            <a:ext cx="32792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000" dirty="0">
                <a:solidFill>
                  <a:srgbClr val="000000"/>
                </a:solidFill>
                <a:latin typeface="+mn-lt"/>
              </a:rPr>
              <a:t>Strategy Deployment</a:t>
            </a:r>
            <a:endParaRPr lang="en-US" altLang="en-US" sz="2000" b="0" dirty="0">
              <a:solidFill>
                <a:srgbClr val="000000"/>
              </a:solidFill>
              <a:latin typeface="+mn-lt"/>
            </a:endParaRPr>
          </a:p>
        </p:txBody>
      </p:sp>
      <p:sp>
        <p:nvSpPr>
          <p:cNvPr id="9" name="Text Box 2">
            <a:extLst>
              <a:ext uri="{FF2B5EF4-FFF2-40B4-BE49-F238E27FC236}">
                <a16:creationId xmlns:a16="http://schemas.microsoft.com/office/drawing/2014/main" id="{B19C5A41-3005-0B4C-A21B-5EA82CD7C069}"/>
              </a:ext>
            </a:extLst>
          </p:cNvPr>
          <p:cNvSpPr txBox="1">
            <a:spLocks noChangeArrowheads="1"/>
          </p:cNvSpPr>
          <p:nvPr/>
        </p:nvSpPr>
        <p:spPr bwMode="auto">
          <a:xfrm>
            <a:off x="519711" y="2597686"/>
            <a:ext cx="34714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0"/>
              </a:spcBef>
              <a:spcAft>
                <a:spcPct val="0"/>
              </a:spcAft>
              <a:buClrTx/>
              <a:buSzTx/>
              <a:buFontTx/>
              <a:buNone/>
            </a:pPr>
            <a:r>
              <a:rPr lang="en-US" altLang="en-US" sz="2000" dirty="0">
                <a:solidFill>
                  <a:srgbClr val="000000"/>
                </a:solidFill>
                <a:latin typeface="+mn-lt"/>
              </a:rPr>
              <a:t>BUDGET/FINANCIAL PLAN</a:t>
            </a:r>
            <a:endParaRPr lang="en-US" altLang="en-US" sz="2000" b="0" dirty="0">
              <a:solidFill>
                <a:srgbClr val="000000"/>
              </a:solidFill>
              <a:latin typeface="+mn-lt"/>
            </a:endParaRPr>
          </a:p>
        </p:txBody>
      </p:sp>
      <p:pic>
        <p:nvPicPr>
          <p:cNvPr id="10" name="Picture 9">
            <a:extLst>
              <a:ext uri="{FF2B5EF4-FFF2-40B4-BE49-F238E27FC236}">
                <a16:creationId xmlns:a16="http://schemas.microsoft.com/office/drawing/2014/main" id="{5EFFDE08-282B-7796-2087-505B61C22709}"/>
              </a:ext>
            </a:extLst>
          </p:cNvPr>
          <p:cNvPicPr>
            <a:picLocks noChangeAspect="1"/>
          </p:cNvPicPr>
          <p:nvPr/>
        </p:nvPicPr>
        <p:blipFill>
          <a:blip r:embed="rId5"/>
          <a:stretch>
            <a:fillRect/>
          </a:stretch>
        </p:blipFill>
        <p:spPr>
          <a:xfrm>
            <a:off x="838200" y="3229669"/>
            <a:ext cx="2540581" cy="1795599"/>
          </a:xfrm>
          <a:prstGeom prst="rect">
            <a:avLst/>
          </a:prstGeom>
        </p:spPr>
      </p:pic>
      <p:pic>
        <p:nvPicPr>
          <p:cNvPr id="11" name="Graphic 10" descr="Close">
            <a:extLst>
              <a:ext uri="{FF2B5EF4-FFF2-40B4-BE49-F238E27FC236}">
                <a16:creationId xmlns:a16="http://schemas.microsoft.com/office/drawing/2014/main" id="{E6C51490-1C18-E8FD-6B1F-1D20DB3E29C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95505" y="3352311"/>
            <a:ext cx="1672957" cy="1672957"/>
          </a:xfrm>
          <a:prstGeom prst="rect">
            <a:avLst/>
          </a:prstGeom>
        </p:spPr>
      </p:pic>
    </p:spTree>
    <p:custDataLst>
      <p:tags r:id="rId1"/>
    </p:custDataLst>
    <p:extLst>
      <p:ext uri="{BB962C8B-B14F-4D97-AF65-F5344CB8AC3E}">
        <p14:creationId xmlns:p14="http://schemas.microsoft.com/office/powerpoint/2010/main" val="11415612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86B0C-9143-3850-FB0A-5A4D0972645C}"/>
              </a:ext>
            </a:extLst>
          </p:cNvPr>
          <p:cNvSpPr>
            <a:spLocks noGrp="1"/>
          </p:cNvSpPr>
          <p:nvPr>
            <p:ph type="title"/>
          </p:nvPr>
        </p:nvSpPr>
        <p:spPr/>
        <p:txBody>
          <a:bodyPr>
            <a:normAutofit fontScale="90000"/>
          </a:bodyPr>
          <a:lstStyle/>
          <a:p>
            <a:r>
              <a:rPr lang="en-US" altLang="en-US" sz="4400" b="1" dirty="0">
                <a:latin typeface="+mn-lt"/>
                <a:ea typeface="ＭＳ Ｐゴシック" panose="020B0600070205080204" pitchFamily="34" charset="-128"/>
              </a:rPr>
              <a:t>How to Think About Strategy Deployment</a:t>
            </a:r>
            <a:endParaRPr lang="en-US" dirty="0"/>
          </a:p>
        </p:txBody>
      </p:sp>
      <p:sp>
        <p:nvSpPr>
          <p:cNvPr id="4" name="Text Box 2">
            <a:extLst>
              <a:ext uri="{FF2B5EF4-FFF2-40B4-BE49-F238E27FC236}">
                <a16:creationId xmlns:a16="http://schemas.microsoft.com/office/drawing/2014/main" id="{A5DBB491-6018-4B00-0D20-171EACDFDED5}"/>
              </a:ext>
            </a:extLst>
          </p:cNvPr>
          <p:cNvSpPr txBox="1">
            <a:spLocks noChangeArrowheads="1"/>
          </p:cNvSpPr>
          <p:nvPr/>
        </p:nvSpPr>
        <p:spPr bwMode="auto">
          <a:xfrm>
            <a:off x="2255450" y="1676716"/>
            <a:ext cx="76811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000" dirty="0">
                <a:solidFill>
                  <a:srgbClr val="000000"/>
                </a:solidFill>
                <a:latin typeface="+mn-lt"/>
              </a:rPr>
              <a:t>When building a house, which would you do first?</a:t>
            </a:r>
          </a:p>
        </p:txBody>
      </p:sp>
      <p:sp>
        <p:nvSpPr>
          <p:cNvPr id="5" name="Text Box 13">
            <a:extLst>
              <a:ext uri="{FF2B5EF4-FFF2-40B4-BE49-F238E27FC236}">
                <a16:creationId xmlns:a16="http://schemas.microsoft.com/office/drawing/2014/main" id="{91A3D7F9-A236-7B12-1B68-300D73C52453}"/>
              </a:ext>
            </a:extLst>
          </p:cNvPr>
          <p:cNvSpPr txBox="1">
            <a:spLocks noChangeArrowheads="1"/>
          </p:cNvSpPr>
          <p:nvPr/>
        </p:nvSpPr>
        <p:spPr bwMode="auto">
          <a:xfrm>
            <a:off x="1589734" y="5849937"/>
            <a:ext cx="9012527" cy="400110"/>
          </a:xfrm>
          <a:prstGeom prst="rect">
            <a:avLst/>
          </a:prstGeom>
          <a:solidFill>
            <a:schemeClr val="bg2"/>
          </a:solidFill>
          <a:ln w="25400">
            <a:solidFill>
              <a:schemeClr val="tx1"/>
            </a:solidFill>
            <a:miter lim="800000"/>
            <a:headEnd/>
            <a:tailEnd/>
          </a:ln>
        </p:spPr>
        <p:txBody>
          <a:bodyPr wrap="square" anchor="b" anchorCtr="1">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itchFamily="2" charset="2"/>
              <a:buNone/>
            </a:pPr>
            <a:r>
              <a:rPr lang="en-US" altLang="en-US" sz="2000" b="0" i="1" dirty="0">
                <a:latin typeface="+mn-lt"/>
              </a:rPr>
              <a:t>Strategy Deployment turns your Strategy into reality!</a:t>
            </a:r>
          </a:p>
        </p:txBody>
      </p:sp>
      <p:pic>
        <p:nvPicPr>
          <p:cNvPr id="8" name="Picture 2" descr="Tips for Construction Site Engineers - Baker Academy">
            <a:extLst>
              <a:ext uri="{FF2B5EF4-FFF2-40B4-BE49-F238E27FC236}">
                <a16:creationId xmlns:a16="http://schemas.microsoft.com/office/drawing/2014/main" id="{D6FBB78A-44F2-32B4-9EBC-29727CC67C5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09652" y="3314963"/>
            <a:ext cx="1864906" cy="1244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4" descr="7 Types of Architects">
            <a:extLst>
              <a:ext uri="{FF2B5EF4-FFF2-40B4-BE49-F238E27FC236}">
                <a16:creationId xmlns:a16="http://schemas.microsoft.com/office/drawing/2014/main" id="{CC6A07D5-5F90-E821-66BE-AB8C0857E50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09652" y="2068063"/>
            <a:ext cx="1864906" cy="1244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6" descr="Close-up De Jeunes Heureux Africaine Homme Plombier Réparation ...">
            <a:extLst>
              <a:ext uri="{FF2B5EF4-FFF2-40B4-BE49-F238E27FC236}">
                <a16:creationId xmlns:a16="http://schemas.microsoft.com/office/drawing/2014/main" id="{C472232B-3136-4E0C-7B6E-6208F557AD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9652" y="4530726"/>
            <a:ext cx="1864906" cy="1256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2">
            <a:extLst>
              <a:ext uri="{FF2B5EF4-FFF2-40B4-BE49-F238E27FC236}">
                <a16:creationId xmlns:a16="http://schemas.microsoft.com/office/drawing/2014/main" id="{4ABF7D00-A94C-B570-F337-FF45C6A69254}"/>
              </a:ext>
            </a:extLst>
          </p:cNvPr>
          <p:cNvSpPr txBox="1">
            <a:spLocks noChangeArrowheads="1"/>
          </p:cNvSpPr>
          <p:nvPr/>
        </p:nvSpPr>
        <p:spPr bwMode="auto">
          <a:xfrm>
            <a:off x="4051004" y="2469045"/>
            <a:ext cx="50823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0"/>
              </a:spcBef>
              <a:spcAft>
                <a:spcPct val="0"/>
              </a:spcAft>
              <a:buClrTx/>
              <a:buSzTx/>
              <a:buFontTx/>
              <a:buNone/>
            </a:pPr>
            <a:r>
              <a:rPr lang="en-US" altLang="en-US" sz="2000" dirty="0">
                <a:solidFill>
                  <a:srgbClr val="000000"/>
                </a:solidFill>
                <a:latin typeface="+mn-lt"/>
              </a:rPr>
              <a:t>Hire an Architect? – Long-Range Plan</a:t>
            </a:r>
          </a:p>
        </p:txBody>
      </p:sp>
      <p:sp>
        <p:nvSpPr>
          <p:cNvPr id="15" name="Text Box 2">
            <a:extLst>
              <a:ext uri="{FF2B5EF4-FFF2-40B4-BE49-F238E27FC236}">
                <a16:creationId xmlns:a16="http://schemas.microsoft.com/office/drawing/2014/main" id="{59974B87-31BF-2137-3100-077772A5FB38}"/>
              </a:ext>
            </a:extLst>
          </p:cNvPr>
          <p:cNvSpPr txBox="1">
            <a:spLocks noChangeArrowheads="1"/>
          </p:cNvSpPr>
          <p:nvPr/>
        </p:nvSpPr>
        <p:spPr bwMode="auto">
          <a:xfrm>
            <a:off x="4051004" y="3737256"/>
            <a:ext cx="536944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0"/>
              </a:spcBef>
              <a:spcAft>
                <a:spcPct val="0"/>
              </a:spcAft>
              <a:buClrTx/>
              <a:buSzTx/>
              <a:buFontTx/>
              <a:buNone/>
            </a:pPr>
            <a:r>
              <a:rPr lang="en-US" altLang="en-US" sz="2000" dirty="0">
                <a:solidFill>
                  <a:srgbClr val="000000"/>
                </a:solidFill>
                <a:latin typeface="+mn-lt"/>
              </a:rPr>
              <a:t>Hire a General Contractor? – Strategy Deployment Process</a:t>
            </a:r>
          </a:p>
        </p:txBody>
      </p:sp>
      <p:sp>
        <p:nvSpPr>
          <p:cNvPr id="16" name="Text Box 2">
            <a:extLst>
              <a:ext uri="{FF2B5EF4-FFF2-40B4-BE49-F238E27FC236}">
                <a16:creationId xmlns:a16="http://schemas.microsoft.com/office/drawing/2014/main" id="{02BFDF00-E28A-BCEE-F795-A3A5A17DF280}"/>
              </a:ext>
            </a:extLst>
          </p:cNvPr>
          <p:cNvSpPr txBox="1">
            <a:spLocks noChangeArrowheads="1"/>
          </p:cNvSpPr>
          <p:nvPr/>
        </p:nvSpPr>
        <p:spPr bwMode="auto">
          <a:xfrm>
            <a:off x="4051004" y="5005467"/>
            <a:ext cx="536944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0"/>
              </a:spcBef>
              <a:spcAft>
                <a:spcPct val="0"/>
              </a:spcAft>
              <a:buClrTx/>
              <a:buSzTx/>
              <a:buFontTx/>
              <a:buNone/>
            </a:pPr>
            <a:r>
              <a:rPr lang="en-US" altLang="en-US" sz="2000" dirty="0">
                <a:solidFill>
                  <a:srgbClr val="000000"/>
                </a:solidFill>
                <a:latin typeface="+mn-lt"/>
              </a:rPr>
              <a:t>Hire Skilled Tradesmen? – Targeted CI Tools</a:t>
            </a:r>
          </a:p>
        </p:txBody>
      </p:sp>
    </p:spTree>
    <p:custDataLst>
      <p:tags r:id="rId1"/>
    </p:custDataLst>
    <p:extLst>
      <p:ext uri="{BB962C8B-B14F-4D97-AF65-F5344CB8AC3E}">
        <p14:creationId xmlns:p14="http://schemas.microsoft.com/office/powerpoint/2010/main" val="1669454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8B19F82A-F9BA-4400-6678-7A3917D44A32}"/>
              </a:ext>
            </a:extLst>
          </p:cNvPr>
          <p:cNvGrpSpPr/>
          <p:nvPr/>
        </p:nvGrpSpPr>
        <p:grpSpPr>
          <a:xfrm>
            <a:off x="1939306" y="4116340"/>
            <a:ext cx="2527397" cy="1136650"/>
            <a:chOff x="1939306" y="4116340"/>
            <a:chExt cx="2527397" cy="1136650"/>
          </a:xfrm>
        </p:grpSpPr>
        <p:sp>
          <p:nvSpPr>
            <p:cNvPr id="39" name="Line 13">
              <a:extLst>
                <a:ext uri="{FF2B5EF4-FFF2-40B4-BE49-F238E27FC236}">
                  <a16:creationId xmlns:a16="http://schemas.microsoft.com/office/drawing/2014/main" id="{0103937A-117A-8B29-C743-0B1AECE57D1A}"/>
                </a:ext>
              </a:extLst>
            </p:cNvPr>
            <p:cNvSpPr>
              <a:spLocks noChangeShapeType="1"/>
            </p:cNvSpPr>
            <p:nvPr/>
          </p:nvSpPr>
          <p:spPr bwMode="auto">
            <a:xfrm flipH="1">
              <a:off x="3023665" y="4925364"/>
              <a:ext cx="1443038" cy="0"/>
            </a:xfrm>
            <a:prstGeom prst="line">
              <a:avLst/>
            </a:prstGeom>
            <a:solidFill>
              <a:schemeClr val="accent2">
                <a:lumMod val="75000"/>
              </a:schemeClr>
            </a:solidFill>
            <a:ln w="57150">
              <a:solidFill>
                <a:schemeClr val="tx1"/>
              </a:solidFill>
              <a:round/>
              <a:headEnd/>
              <a:tailEnd type="triangle" w="med" len="med"/>
            </a:ln>
          </p:spPr>
          <p:txBody>
            <a:bodyPr/>
            <a:lstStyle/>
            <a:p>
              <a:endParaRPr lang="en-US" dirty="0"/>
            </a:p>
          </p:txBody>
        </p:sp>
        <p:sp>
          <p:nvSpPr>
            <p:cNvPr id="42" name="Line 13">
              <a:extLst>
                <a:ext uri="{FF2B5EF4-FFF2-40B4-BE49-F238E27FC236}">
                  <a16:creationId xmlns:a16="http://schemas.microsoft.com/office/drawing/2014/main" id="{DAEF4F1F-75B8-B733-4D70-39F60F099301}"/>
                </a:ext>
              </a:extLst>
            </p:cNvPr>
            <p:cNvSpPr>
              <a:spLocks noChangeShapeType="1"/>
            </p:cNvSpPr>
            <p:nvPr/>
          </p:nvSpPr>
          <p:spPr bwMode="auto">
            <a:xfrm rot="10800000" flipH="1">
              <a:off x="2899841" y="4371997"/>
              <a:ext cx="1443038" cy="0"/>
            </a:xfrm>
            <a:prstGeom prst="line">
              <a:avLst/>
            </a:prstGeom>
            <a:solidFill>
              <a:schemeClr val="accent2">
                <a:lumMod val="75000"/>
              </a:schemeClr>
            </a:solidFill>
            <a:ln w="57150">
              <a:solidFill>
                <a:schemeClr val="tx1"/>
              </a:solidFill>
              <a:round/>
              <a:headEnd/>
              <a:tailEnd type="triangle" w="med" len="med"/>
            </a:ln>
          </p:spPr>
          <p:txBody>
            <a:bodyPr/>
            <a:lstStyle/>
            <a:p>
              <a:endParaRPr lang="en-US" dirty="0"/>
            </a:p>
          </p:txBody>
        </p:sp>
        <p:sp>
          <p:nvSpPr>
            <p:cNvPr id="21" name="Oval 19">
              <a:extLst>
                <a:ext uri="{FF2B5EF4-FFF2-40B4-BE49-F238E27FC236}">
                  <a16:creationId xmlns:a16="http://schemas.microsoft.com/office/drawing/2014/main" id="{2603A965-41AF-D3FD-6A2E-3CD3DBE84AA0}"/>
                </a:ext>
              </a:extLst>
            </p:cNvPr>
            <p:cNvSpPr>
              <a:spLocks noChangeArrowheads="1"/>
            </p:cNvSpPr>
            <p:nvPr/>
          </p:nvSpPr>
          <p:spPr bwMode="auto">
            <a:xfrm>
              <a:off x="1939306" y="4116340"/>
              <a:ext cx="1139825" cy="1136650"/>
            </a:xfrm>
            <a:prstGeom prst="ellipse">
              <a:avLst/>
            </a:prstGeom>
            <a:solidFill>
              <a:schemeClr val="accent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600" i="1" dirty="0">
                  <a:solidFill>
                    <a:srgbClr val="FFFFFF"/>
                  </a:solidFill>
                  <a:latin typeface="+mn-lt"/>
                </a:rPr>
                <a:t>Counter</a:t>
              </a:r>
              <a:r>
                <a:rPr lang="en-US" altLang="en-US" sz="1600" b="0" i="1" dirty="0">
                  <a:solidFill>
                    <a:srgbClr val="FFFFFF"/>
                  </a:solidFill>
                  <a:latin typeface="+mn-lt"/>
                </a:rPr>
                <a:t>-</a:t>
              </a:r>
            </a:p>
            <a:p>
              <a:pPr algn="ctr" eaLnBrk="1" hangingPunct="1">
                <a:lnSpc>
                  <a:spcPct val="100000"/>
                </a:lnSpc>
                <a:spcBef>
                  <a:spcPct val="0"/>
                </a:spcBef>
                <a:spcAft>
                  <a:spcPct val="0"/>
                </a:spcAft>
                <a:buClrTx/>
                <a:buSzTx/>
                <a:buFontTx/>
                <a:buNone/>
              </a:pPr>
              <a:r>
                <a:rPr lang="en-US" altLang="en-US" sz="1600" i="1" dirty="0">
                  <a:solidFill>
                    <a:srgbClr val="FFFFFF"/>
                  </a:solidFill>
                  <a:latin typeface="+mn-lt"/>
                </a:rPr>
                <a:t>measures</a:t>
              </a:r>
            </a:p>
          </p:txBody>
        </p:sp>
      </p:grpSp>
      <p:sp>
        <p:nvSpPr>
          <p:cNvPr id="2" name="Title 1">
            <a:extLst>
              <a:ext uri="{FF2B5EF4-FFF2-40B4-BE49-F238E27FC236}">
                <a16:creationId xmlns:a16="http://schemas.microsoft.com/office/drawing/2014/main" id="{62986B0C-9143-3850-FB0A-5A4D0972645C}"/>
              </a:ext>
            </a:extLst>
          </p:cNvPr>
          <p:cNvSpPr>
            <a:spLocks noGrp="1"/>
          </p:cNvSpPr>
          <p:nvPr>
            <p:ph type="title"/>
          </p:nvPr>
        </p:nvSpPr>
        <p:spPr/>
        <p:txBody>
          <a:bodyPr>
            <a:noAutofit/>
          </a:bodyPr>
          <a:lstStyle/>
          <a:p>
            <a:r>
              <a:rPr lang="en-US" altLang="en-US" sz="3600" b="1" dirty="0">
                <a:latin typeface="+mn-lt"/>
                <a:ea typeface="ＭＳ Ｐゴシック" panose="020B0600070205080204" pitchFamily="34" charset="-128"/>
              </a:rPr>
              <a:t>7 Phases of the Strategy Deployment Process</a:t>
            </a:r>
            <a:br>
              <a:rPr lang="en-US" altLang="en-US" sz="3600" b="1" dirty="0">
                <a:latin typeface="+mn-lt"/>
                <a:ea typeface="ＭＳ Ｐゴシック" panose="020B0600070205080204" pitchFamily="34" charset="-128"/>
              </a:rPr>
            </a:br>
            <a:r>
              <a:rPr lang="en-US" altLang="en-US" sz="3600" b="1" dirty="0">
                <a:latin typeface="+mn-lt"/>
                <a:ea typeface="ＭＳ Ｐゴシック" panose="020B0600070205080204" pitchFamily="34" charset="-128"/>
              </a:rPr>
              <a:t>Based on the Deming Cycle - PDCA</a:t>
            </a:r>
            <a:endParaRPr lang="en-US" sz="3600" dirty="0"/>
          </a:p>
        </p:txBody>
      </p:sp>
      <p:sp>
        <p:nvSpPr>
          <p:cNvPr id="5" name="Text Box 13">
            <a:extLst>
              <a:ext uri="{FF2B5EF4-FFF2-40B4-BE49-F238E27FC236}">
                <a16:creationId xmlns:a16="http://schemas.microsoft.com/office/drawing/2014/main" id="{91A3D7F9-A236-7B12-1B68-300D73C52453}"/>
              </a:ext>
            </a:extLst>
          </p:cNvPr>
          <p:cNvSpPr txBox="1">
            <a:spLocks noChangeArrowheads="1"/>
          </p:cNvSpPr>
          <p:nvPr/>
        </p:nvSpPr>
        <p:spPr bwMode="auto">
          <a:xfrm>
            <a:off x="1589734" y="5849937"/>
            <a:ext cx="9012527" cy="400110"/>
          </a:xfrm>
          <a:prstGeom prst="rect">
            <a:avLst/>
          </a:prstGeom>
          <a:solidFill>
            <a:schemeClr val="bg2"/>
          </a:solidFill>
          <a:ln w="25400">
            <a:solidFill>
              <a:schemeClr val="tx1"/>
            </a:solidFill>
            <a:miter lim="800000"/>
            <a:headEnd/>
            <a:tailEnd/>
          </a:ln>
        </p:spPr>
        <p:txBody>
          <a:bodyPr wrap="square" anchor="b" anchorCtr="1">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itchFamily="2" charset="2"/>
              <a:buNone/>
            </a:pPr>
            <a:r>
              <a:rPr lang="en-US" altLang="en-US" sz="2000" b="0" i="1" dirty="0">
                <a:latin typeface="+mn-lt"/>
              </a:rPr>
              <a:t>QUESTION: Where could be the failure point in your organization?</a:t>
            </a:r>
          </a:p>
        </p:txBody>
      </p:sp>
      <p:sp>
        <p:nvSpPr>
          <p:cNvPr id="6" name="Line 4">
            <a:extLst>
              <a:ext uri="{FF2B5EF4-FFF2-40B4-BE49-F238E27FC236}">
                <a16:creationId xmlns:a16="http://schemas.microsoft.com/office/drawing/2014/main" id="{CBA2949E-9336-26A1-E71E-20498679B59C}"/>
              </a:ext>
            </a:extLst>
          </p:cNvPr>
          <p:cNvSpPr>
            <a:spLocks noChangeShapeType="1"/>
          </p:cNvSpPr>
          <p:nvPr/>
        </p:nvSpPr>
        <p:spPr bwMode="auto">
          <a:xfrm flipH="1">
            <a:off x="6096000" y="2086645"/>
            <a:ext cx="0" cy="3763292"/>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7" name="Rectangle 5">
            <a:extLst>
              <a:ext uri="{FF2B5EF4-FFF2-40B4-BE49-F238E27FC236}">
                <a16:creationId xmlns:a16="http://schemas.microsoft.com/office/drawing/2014/main" id="{BC41E4CD-7510-7B56-FBD8-5F043370717E}"/>
              </a:ext>
            </a:extLst>
          </p:cNvPr>
          <p:cNvSpPr>
            <a:spLocks noChangeArrowheads="1"/>
          </p:cNvSpPr>
          <p:nvPr/>
        </p:nvSpPr>
        <p:spPr bwMode="auto">
          <a:xfrm>
            <a:off x="4342879" y="2004520"/>
            <a:ext cx="3506234" cy="308019"/>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None/>
            </a:pPr>
            <a:r>
              <a:rPr lang="en-US" altLang="en-US" sz="1400" dirty="0">
                <a:solidFill>
                  <a:srgbClr val="FFFFFF"/>
                </a:solidFill>
              </a:rPr>
              <a:t>Develop Strategy</a:t>
            </a:r>
          </a:p>
        </p:txBody>
      </p:sp>
      <p:sp>
        <p:nvSpPr>
          <p:cNvPr id="8" name="Rectangle 6">
            <a:extLst>
              <a:ext uri="{FF2B5EF4-FFF2-40B4-BE49-F238E27FC236}">
                <a16:creationId xmlns:a16="http://schemas.microsoft.com/office/drawing/2014/main" id="{E6399D34-9153-0274-3F0D-AA7E7BD224DA}"/>
              </a:ext>
            </a:extLst>
          </p:cNvPr>
          <p:cNvSpPr>
            <a:spLocks noChangeArrowheads="1"/>
          </p:cNvSpPr>
          <p:nvPr/>
        </p:nvSpPr>
        <p:spPr bwMode="auto">
          <a:xfrm>
            <a:off x="4342879" y="2557887"/>
            <a:ext cx="3506234" cy="308019"/>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400" dirty="0">
                <a:solidFill>
                  <a:srgbClr val="FFFFFF"/>
                </a:solidFill>
                <a:latin typeface="+mn-lt"/>
              </a:rPr>
              <a:t>Develop Breakthrough Objectives</a:t>
            </a:r>
          </a:p>
        </p:txBody>
      </p:sp>
      <p:sp>
        <p:nvSpPr>
          <p:cNvPr id="9" name="Rectangle 7">
            <a:extLst>
              <a:ext uri="{FF2B5EF4-FFF2-40B4-BE49-F238E27FC236}">
                <a16:creationId xmlns:a16="http://schemas.microsoft.com/office/drawing/2014/main" id="{A065B1F8-627A-3DD1-10D6-5030DD79A776}"/>
              </a:ext>
            </a:extLst>
          </p:cNvPr>
          <p:cNvSpPr>
            <a:spLocks noChangeArrowheads="1"/>
          </p:cNvSpPr>
          <p:nvPr/>
        </p:nvSpPr>
        <p:spPr bwMode="auto">
          <a:xfrm>
            <a:off x="4342879" y="3111254"/>
            <a:ext cx="3506234" cy="308019"/>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None/>
            </a:pPr>
            <a:r>
              <a:rPr lang="en-US" altLang="en-US" sz="1400" dirty="0">
                <a:solidFill>
                  <a:srgbClr val="FFFFFF"/>
                </a:solidFill>
              </a:rPr>
              <a:t>Develop AIPs, Targets, Resources</a:t>
            </a:r>
          </a:p>
        </p:txBody>
      </p:sp>
      <p:sp>
        <p:nvSpPr>
          <p:cNvPr id="10" name="Rectangle 8">
            <a:extLst>
              <a:ext uri="{FF2B5EF4-FFF2-40B4-BE49-F238E27FC236}">
                <a16:creationId xmlns:a16="http://schemas.microsoft.com/office/drawing/2014/main" id="{F07BE3CD-0982-9006-A114-5F3DBD795468}"/>
              </a:ext>
            </a:extLst>
          </p:cNvPr>
          <p:cNvSpPr>
            <a:spLocks noChangeArrowheads="1"/>
          </p:cNvSpPr>
          <p:nvPr/>
        </p:nvSpPr>
        <p:spPr bwMode="auto">
          <a:xfrm>
            <a:off x="4342879" y="3664621"/>
            <a:ext cx="3506234" cy="308019"/>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None/>
            </a:pPr>
            <a:r>
              <a:rPr lang="en-US" altLang="en-US" sz="1400" dirty="0">
                <a:solidFill>
                  <a:srgbClr val="FFFFFF"/>
                </a:solidFill>
              </a:rPr>
              <a:t>Deploy AIPs</a:t>
            </a:r>
          </a:p>
        </p:txBody>
      </p:sp>
      <p:sp>
        <p:nvSpPr>
          <p:cNvPr id="11" name="Rectangle 9">
            <a:extLst>
              <a:ext uri="{FF2B5EF4-FFF2-40B4-BE49-F238E27FC236}">
                <a16:creationId xmlns:a16="http://schemas.microsoft.com/office/drawing/2014/main" id="{3B2D13E5-691F-7372-2016-440CC93C3AD6}"/>
              </a:ext>
            </a:extLst>
          </p:cNvPr>
          <p:cNvSpPr>
            <a:spLocks noChangeArrowheads="1"/>
          </p:cNvSpPr>
          <p:nvPr/>
        </p:nvSpPr>
        <p:spPr bwMode="auto">
          <a:xfrm>
            <a:off x="4342879" y="4217988"/>
            <a:ext cx="3506234" cy="308019"/>
          </a:xfrm>
          <a:prstGeom prst="rect">
            <a:avLst/>
          </a:prstGeom>
          <a:solidFill>
            <a:schemeClr val="accent6"/>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None/>
            </a:pPr>
            <a:r>
              <a:rPr lang="en-US" altLang="en-US" sz="1400" dirty="0"/>
              <a:t>Implement AIPs</a:t>
            </a:r>
          </a:p>
        </p:txBody>
      </p:sp>
      <p:sp>
        <p:nvSpPr>
          <p:cNvPr id="12" name="Rectangle 10">
            <a:extLst>
              <a:ext uri="{FF2B5EF4-FFF2-40B4-BE49-F238E27FC236}">
                <a16:creationId xmlns:a16="http://schemas.microsoft.com/office/drawing/2014/main" id="{C3A8D347-AB51-1BF8-0942-280EBD01F179}"/>
              </a:ext>
            </a:extLst>
          </p:cNvPr>
          <p:cNvSpPr>
            <a:spLocks noChangeArrowheads="1"/>
          </p:cNvSpPr>
          <p:nvPr/>
        </p:nvSpPr>
        <p:spPr bwMode="auto">
          <a:xfrm>
            <a:off x="4342879" y="4771355"/>
            <a:ext cx="3506234" cy="308019"/>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None/>
            </a:pPr>
            <a:r>
              <a:rPr lang="en-US" altLang="en-US" sz="1400" dirty="0"/>
              <a:t>Monthly PDCA Review</a:t>
            </a:r>
          </a:p>
        </p:txBody>
      </p:sp>
      <p:sp>
        <p:nvSpPr>
          <p:cNvPr id="13" name="Rectangle 11">
            <a:extLst>
              <a:ext uri="{FF2B5EF4-FFF2-40B4-BE49-F238E27FC236}">
                <a16:creationId xmlns:a16="http://schemas.microsoft.com/office/drawing/2014/main" id="{8CF2D058-CF18-901A-8FF2-1C617F361907}"/>
              </a:ext>
            </a:extLst>
          </p:cNvPr>
          <p:cNvSpPr>
            <a:spLocks noChangeArrowheads="1"/>
          </p:cNvSpPr>
          <p:nvPr/>
        </p:nvSpPr>
        <p:spPr bwMode="auto">
          <a:xfrm>
            <a:off x="4342880" y="5324721"/>
            <a:ext cx="3506233" cy="308019"/>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None/>
            </a:pPr>
            <a:r>
              <a:rPr lang="en-US" altLang="en-US" sz="1400" dirty="0"/>
              <a:t>Annual Review</a:t>
            </a:r>
          </a:p>
        </p:txBody>
      </p:sp>
      <p:grpSp>
        <p:nvGrpSpPr>
          <p:cNvPr id="37" name="Group 36">
            <a:extLst>
              <a:ext uri="{FF2B5EF4-FFF2-40B4-BE49-F238E27FC236}">
                <a16:creationId xmlns:a16="http://schemas.microsoft.com/office/drawing/2014/main" id="{041FAC16-F51D-8116-748F-5AAA43511344}"/>
              </a:ext>
            </a:extLst>
          </p:cNvPr>
          <p:cNvGrpSpPr/>
          <p:nvPr/>
        </p:nvGrpSpPr>
        <p:grpSpPr>
          <a:xfrm>
            <a:off x="7849179" y="2432171"/>
            <a:ext cx="1752600" cy="1135063"/>
            <a:chOff x="7849179" y="2432171"/>
            <a:chExt cx="1752600" cy="1135063"/>
          </a:xfrm>
        </p:grpSpPr>
        <p:sp>
          <p:nvSpPr>
            <p:cNvPr id="15" name="Line 13">
              <a:extLst>
                <a:ext uri="{FF2B5EF4-FFF2-40B4-BE49-F238E27FC236}">
                  <a16:creationId xmlns:a16="http://schemas.microsoft.com/office/drawing/2014/main" id="{4246DC88-CD39-B38C-62E6-1B650A43C49E}"/>
                </a:ext>
              </a:extLst>
            </p:cNvPr>
            <p:cNvSpPr>
              <a:spLocks noChangeShapeType="1"/>
            </p:cNvSpPr>
            <p:nvPr/>
          </p:nvSpPr>
          <p:spPr bwMode="auto">
            <a:xfrm flipH="1">
              <a:off x="7849179" y="2711896"/>
              <a:ext cx="1443038" cy="0"/>
            </a:xfrm>
            <a:prstGeom prst="line">
              <a:avLst/>
            </a:prstGeom>
            <a:solidFill>
              <a:schemeClr val="accent2">
                <a:lumMod val="75000"/>
              </a:schemeClr>
            </a:solidFill>
            <a:ln w="57150">
              <a:solidFill>
                <a:schemeClr val="tx1"/>
              </a:solidFill>
              <a:round/>
              <a:headEnd/>
              <a:tailEnd type="triangle" w="med" len="med"/>
            </a:ln>
          </p:spPr>
          <p:txBody>
            <a:bodyPr/>
            <a:lstStyle/>
            <a:p>
              <a:endParaRPr lang="en-US" dirty="0"/>
            </a:p>
          </p:txBody>
        </p:sp>
        <p:sp>
          <p:nvSpPr>
            <p:cNvPr id="35" name="Line 13">
              <a:extLst>
                <a:ext uri="{FF2B5EF4-FFF2-40B4-BE49-F238E27FC236}">
                  <a16:creationId xmlns:a16="http://schemas.microsoft.com/office/drawing/2014/main" id="{35C91105-EFAC-F01A-E9D6-AA8156EC0CB9}"/>
                </a:ext>
              </a:extLst>
            </p:cNvPr>
            <p:cNvSpPr>
              <a:spLocks noChangeShapeType="1"/>
            </p:cNvSpPr>
            <p:nvPr/>
          </p:nvSpPr>
          <p:spPr bwMode="auto">
            <a:xfrm flipH="1">
              <a:off x="7849179" y="3265263"/>
              <a:ext cx="1443038" cy="0"/>
            </a:xfrm>
            <a:prstGeom prst="line">
              <a:avLst/>
            </a:prstGeom>
            <a:solidFill>
              <a:schemeClr val="accent2">
                <a:lumMod val="75000"/>
              </a:schemeClr>
            </a:solidFill>
            <a:ln w="57150">
              <a:solidFill>
                <a:schemeClr val="tx1"/>
              </a:solidFill>
              <a:round/>
              <a:headEnd/>
              <a:tailEnd type="triangle" w="med" len="med"/>
            </a:ln>
          </p:spPr>
          <p:txBody>
            <a:bodyPr/>
            <a:lstStyle/>
            <a:p>
              <a:endParaRPr lang="en-US" dirty="0"/>
            </a:p>
          </p:txBody>
        </p:sp>
        <p:sp>
          <p:nvSpPr>
            <p:cNvPr id="17" name="Oval 15">
              <a:extLst>
                <a:ext uri="{FF2B5EF4-FFF2-40B4-BE49-F238E27FC236}">
                  <a16:creationId xmlns:a16="http://schemas.microsoft.com/office/drawing/2014/main" id="{DBC7ABDB-8570-5844-C013-6172D435BEDA}"/>
                </a:ext>
              </a:extLst>
            </p:cNvPr>
            <p:cNvSpPr>
              <a:spLocks noChangeArrowheads="1"/>
            </p:cNvSpPr>
            <p:nvPr/>
          </p:nvSpPr>
          <p:spPr bwMode="auto">
            <a:xfrm>
              <a:off x="8461954" y="2432171"/>
              <a:ext cx="1139825" cy="1135063"/>
            </a:xfrm>
            <a:prstGeom prst="ellipse">
              <a:avLst/>
            </a:prstGeom>
            <a:solidFill>
              <a:schemeClr val="accent5"/>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600" i="1" dirty="0">
                  <a:solidFill>
                    <a:srgbClr val="FFFFFF"/>
                  </a:solidFill>
                  <a:latin typeface="+mn-lt"/>
                </a:rPr>
                <a:t>Catchball</a:t>
              </a:r>
            </a:p>
          </p:txBody>
        </p:sp>
      </p:grpSp>
      <p:grpSp>
        <p:nvGrpSpPr>
          <p:cNvPr id="38" name="Group 37">
            <a:extLst>
              <a:ext uri="{FF2B5EF4-FFF2-40B4-BE49-F238E27FC236}">
                <a16:creationId xmlns:a16="http://schemas.microsoft.com/office/drawing/2014/main" id="{350CFDFB-5CF5-3284-D3FB-7BB791426E68}"/>
              </a:ext>
            </a:extLst>
          </p:cNvPr>
          <p:cNvGrpSpPr/>
          <p:nvPr/>
        </p:nvGrpSpPr>
        <p:grpSpPr>
          <a:xfrm>
            <a:off x="7849179" y="3765061"/>
            <a:ext cx="1848602" cy="1213871"/>
            <a:chOff x="7849179" y="3765061"/>
            <a:chExt cx="1848602" cy="1213871"/>
          </a:xfrm>
        </p:grpSpPr>
        <p:sp>
          <p:nvSpPr>
            <p:cNvPr id="36" name="Line 13">
              <a:extLst>
                <a:ext uri="{FF2B5EF4-FFF2-40B4-BE49-F238E27FC236}">
                  <a16:creationId xmlns:a16="http://schemas.microsoft.com/office/drawing/2014/main" id="{957FC68F-2735-56E8-F635-BA07B26774F4}"/>
                </a:ext>
              </a:extLst>
            </p:cNvPr>
            <p:cNvSpPr>
              <a:spLocks noChangeShapeType="1"/>
            </p:cNvSpPr>
            <p:nvPr/>
          </p:nvSpPr>
          <p:spPr bwMode="auto">
            <a:xfrm flipH="1">
              <a:off x="7849179" y="4371997"/>
              <a:ext cx="1443038" cy="0"/>
            </a:xfrm>
            <a:prstGeom prst="line">
              <a:avLst/>
            </a:prstGeom>
            <a:solidFill>
              <a:schemeClr val="accent2">
                <a:lumMod val="75000"/>
              </a:schemeClr>
            </a:solidFill>
            <a:ln w="57150">
              <a:solidFill>
                <a:schemeClr val="tx1"/>
              </a:solidFill>
              <a:round/>
              <a:headEnd/>
              <a:tailEnd type="triangle" w="med" len="med"/>
            </a:ln>
          </p:spPr>
          <p:txBody>
            <a:bodyPr/>
            <a:lstStyle/>
            <a:p>
              <a:endParaRPr lang="en-US" dirty="0"/>
            </a:p>
          </p:txBody>
        </p:sp>
        <p:sp>
          <p:nvSpPr>
            <p:cNvPr id="20" name="Oval 18">
              <a:extLst>
                <a:ext uri="{FF2B5EF4-FFF2-40B4-BE49-F238E27FC236}">
                  <a16:creationId xmlns:a16="http://schemas.microsoft.com/office/drawing/2014/main" id="{35F08D2B-C7F6-4733-D90A-1BFBB82029D0}"/>
                </a:ext>
              </a:extLst>
            </p:cNvPr>
            <p:cNvSpPr>
              <a:spLocks noChangeArrowheads="1"/>
            </p:cNvSpPr>
            <p:nvPr/>
          </p:nvSpPr>
          <p:spPr bwMode="auto">
            <a:xfrm>
              <a:off x="8461954" y="3765061"/>
              <a:ext cx="1235827" cy="1213871"/>
            </a:xfrm>
            <a:prstGeom prst="ellipse">
              <a:avLst/>
            </a:prstGeom>
            <a:solidFill>
              <a:schemeClr val="accent6"/>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600" i="1" dirty="0">
                  <a:latin typeface="+mn-lt"/>
                </a:rPr>
                <a:t>Targeted</a:t>
              </a:r>
            </a:p>
            <a:p>
              <a:pPr algn="ctr" eaLnBrk="1" hangingPunct="1">
                <a:lnSpc>
                  <a:spcPct val="100000"/>
                </a:lnSpc>
                <a:spcBef>
                  <a:spcPct val="0"/>
                </a:spcBef>
                <a:spcAft>
                  <a:spcPct val="0"/>
                </a:spcAft>
                <a:buClrTx/>
                <a:buSzTx/>
                <a:buFontTx/>
                <a:buNone/>
              </a:pPr>
              <a:r>
                <a:rPr lang="en-US" altLang="en-US" sz="1600" i="1" dirty="0">
                  <a:latin typeface="+mn-lt"/>
                </a:rPr>
                <a:t>CI Efforts</a:t>
              </a:r>
            </a:p>
          </p:txBody>
        </p:sp>
      </p:grpSp>
      <p:grpSp>
        <p:nvGrpSpPr>
          <p:cNvPr id="22" name="Group 21">
            <a:extLst>
              <a:ext uri="{FF2B5EF4-FFF2-40B4-BE49-F238E27FC236}">
                <a16:creationId xmlns:a16="http://schemas.microsoft.com/office/drawing/2014/main" id="{614D7D07-5576-F466-0568-796C2D36BAA1}"/>
              </a:ext>
            </a:extLst>
          </p:cNvPr>
          <p:cNvGrpSpPr/>
          <p:nvPr/>
        </p:nvGrpSpPr>
        <p:grpSpPr>
          <a:xfrm>
            <a:off x="325585" y="1946345"/>
            <a:ext cx="2945773" cy="1866214"/>
            <a:chOff x="749635" y="2039846"/>
            <a:chExt cx="2945773" cy="1866214"/>
          </a:xfrm>
        </p:grpSpPr>
        <p:grpSp>
          <p:nvGrpSpPr>
            <p:cNvPr id="23" name="Group 22">
              <a:extLst>
                <a:ext uri="{FF2B5EF4-FFF2-40B4-BE49-F238E27FC236}">
                  <a16:creationId xmlns:a16="http://schemas.microsoft.com/office/drawing/2014/main" id="{33BB99EC-08FE-9EEA-7470-88A5152C1AC3}"/>
                </a:ext>
              </a:extLst>
            </p:cNvPr>
            <p:cNvGrpSpPr/>
            <p:nvPr/>
          </p:nvGrpSpPr>
          <p:grpSpPr>
            <a:xfrm>
              <a:off x="749635" y="2039846"/>
              <a:ext cx="2945773" cy="1866214"/>
              <a:chOff x="749635" y="2039846"/>
              <a:chExt cx="2945773" cy="1866214"/>
            </a:xfrm>
            <a:effectLst>
              <a:outerShdw blurRad="50800" dist="50800" dir="5400000" algn="ctr" rotWithShape="0">
                <a:schemeClr val="bg1">
                  <a:lumMod val="85000"/>
                </a:schemeClr>
              </a:outerShdw>
            </a:effectLst>
          </p:grpSpPr>
          <p:sp>
            <p:nvSpPr>
              <p:cNvPr id="25" name="Rounded Rectangle 4">
                <a:extLst>
                  <a:ext uri="{FF2B5EF4-FFF2-40B4-BE49-F238E27FC236}">
                    <a16:creationId xmlns:a16="http://schemas.microsoft.com/office/drawing/2014/main" id="{EE7F95B7-3FD5-0416-E5FE-8724CB0AB566}"/>
                  </a:ext>
                </a:extLst>
              </p:cNvPr>
              <p:cNvSpPr/>
              <p:nvPr/>
            </p:nvSpPr>
            <p:spPr>
              <a:xfrm>
                <a:off x="749635" y="2039846"/>
                <a:ext cx="2945773" cy="1866214"/>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 name="Group 25">
                <a:extLst>
                  <a:ext uri="{FF2B5EF4-FFF2-40B4-BE49-F238E27FC236}">
                    <a16:creationId xmlns:a16="http://schemas.microsoft.com/office/drawing/2014/main" id="{C7AE4E46-B8B0-AD51-E326-FADF1228B9F6}"/>
                  </a:ext>
                </a:extLst>
              </p:cNvPr>
              <p:cNvGrpSpPr/>
              <p:nvPr/>
            </p:nvGrpSpPr>
            <p:grpSpPr>
              <a:xfrm>
                <a:off x="2562745" y="2367725"/>
                <a:ext cx="1132662" cy="1310104"/>
                <a:chOff x="2540336" y="2367725"/>
                <a:chExt cx="1155072" cy="1310104"/>
              </a:xfrm>
            </p:grpSpPr>
            <p:sp>
              <p:nvSpPr>
                <p:cNvPr id="27" name="Rectangle 20">
                  <a:extLst>
                    <a:ext uri="{FF2B5EF4-FFF2-40B4-BE49-F238E27FC236}">
                      <a16:creationId xmlns:a16="http://schemas.microsoft.com/office/drawing/2014/main" id="{46FF168F-3DC3-2623-6C56-22155B306953}"/>
                    </a:ext>
                  </a:extLst>
                </p:cNvPr>
                <p:cNvSpPr>
                  <a:spLocks noChangeArrowheads="1"/>
                </p:cNvSpPr>
                <p:nvPr/>
              </p:nvSpPr>
              <p:spPr bwMode="auto">
                <a:xfrm>
                  <a:off x="2541129" y="2374075"/>
                  <a:ext cx="355600" cy="266700"/>
                </a:xfrm>
                <a:prstGeom prst="rect">
                  <a:avLst/>
                </a:prstGeom>
                <a:solidFill>
                  <a:schemeClr val="accent5"/>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dirty="0">
                    <a:solidFill>
                      <a:srgbClr val="FFFFFF"/>
                    </a:solidFill>
                  </a:endParaRPr>
                </a:p>
              </p:txBody>
            </p:sp>
            <p:sp>
              <p:nvSpPr>
                <p:cNvPr id="28" name="Rectangle 21">
                  <a:extLst>
                    <a:ext uri="{FF2B5EF4-FFF2-40B4-BE49-F238E27FC236}">
                      <a16:creationId xmlns:a16="http://schemas.microsoft.com/office/drawing/2014/main" id="{EB03A0B2-7BAA-5EB6-0166-6CA711048C3E}"/>
                    </a:ext>
                  </a:extLst>
                </p:cNvPr>
                <p:cNvSpPr>
                  <a:spLocks noChangeArrowheads="1"/>
                </p:cNvSpPr>
                <p:nvPr/>
              </p:nvSpPr>
              <p:spPr bwMode="auto">
                <a:xfrm>
                  <a:off x="2541129" y="2707450"/>
                  <a:ext cx="355600" cy="268288"/>
                </a:xfrm>
                <a:prstGeom prst="rect">
                  <a:avLst/>
                </a:prstGeom>
                <a:solidFill>
                  <a:schemeClr val="accent6"/>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dirty="0">
                    <a:solidFill>
                      <a:srgbClr val="FFFFFF"/>
                    </a:solidFill>
                  </a:endParaRPr>
                </a:p>
              </p:txBody>
            </p:sp>
            <p:sp>
              <p:nvSpPr>
                <p:cNvPr id="29" name="Rectangle 22">
                  <a:extLst>
                    <a:ext uri="{FF2B5EF4-FFF2-40B4-BE49-F238E27FC236}">
                      <a16:creationId xmlns:a16="http://schemas.microsoft.com/office/drawing/2014/main" id="{B8C920C8-AA33-4694-6965-72E9376056B4}"/>
                    </a:ext>
                  </a:extLst>
                </p:cNvPr>
                <p:cNvSpPr>
                  <a:spLocks noChangeArrowheads="1"/>
                </p:cNvSpPr>
                <p:nvPr/>
              </p:nvSpPr>
              <p:spPr bwMode="auto">
                <a:xfrm>
                  <a:off x="2541129" y="3042413"/>
                  <a:ext cx="355600" cy="266700"/>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dirty="0">
                    <a:solidFill>
                      <a:srgbClr val="FFFFFF"/>
                    </a:solidFill>
                  </a:endParaRPr>
                </a:p>
              </p:txBody>
            </p:sp>
            <p:sp>
              <p:nvSpPr>
                <p:cNvPr id="30" name="Text Box 23">
                  <a:extLst>
                    <a:ext uri="{FF2B5EF4-FFF2-40B4-BE49-F238E27FC236}">
                      <a16:creationId xmlns:a16="http://schemas.microsoft.com/office/drawing/2014/main" id="{6C33676A-341C-9E38-75F9-699DDEE6AA61}"/>
                    </a:ext>
                  </a:extLst>
                </p:cNvPr>
                <p:cNvSpPr txBox="1">
                  <a:spLocks noChangeArrowheads="1"/>
                </p:cNvSpPr>
                <p:nvPr/>
              </p:nvSpPr>
              <p:spPr bwMode="auto">
                <a:xfrm>
                  <a:off x="2903080" y="2367725"/>
                  <a:ext cx="63350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0"/>
                    </a:spcBef>
                    <a:spcAft>
                      <a:spcPct val="0"/>
                    </a:spcAft>
                    <a:buClrTx/>
                    <a:buSzTx/>
                    <a:buFontTx/>
                    <a:buNone/>
                  </a:pPr>
                  <a:r>
                    <a:rPr lang="en-US" altLang="en-US" sz="1600" dirty="0">
                      <a:solidFill>
                        <a:srgbClr val="000000"/>
                      </a:solidFill>
                      <a:latin typeface="+mn-lt"/>
                    </a:rPr>
                    <a:t>Plan</a:t>
                  </a:r>
                </a:p>
              </p:txBody>
            </p:sp>
            <p:sp>
              <p:nvSpPr>
                <p:cNvPr id="31" name="Text Box 24">
                  <a:extLst>
                    <a:ext uri="{FF2B5EF4-FFF2-40B4-BE49-F238E27FC236}">
                      <a16:creationId xmlns:a16="http://schemas.microsoft.com/office/drawing/2014/main" id="{13F2B1F2-2121-D122-A1A7-6D0801B54CEB}"/>
                    </a:ext>
                  </a:extLst>
                </p:cNvPr>
                <p:cNvSpPr txBox="1">
                  <a:spLocks noChangeArrowheads="1"/>
                </p:cNvSpPr>
                <p:nvPr/>
              </p:nvSpPr>
              <p:spPr bwMode="auto">
                <a:xfrm>
                  <a:off x="2890379" y="2682050"/>
                  <a:ext cx="4635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0"/>
                    </a:spcBef>
                    <a:spcAft>
                      <a:spcPct val="0"/>
                    </a:spcAft>
                    <a:buClrTx/>
                    <a:buSzTx/>
                    <a:buFontTx/>
                    <a:buNone/>
                  </a:pPr>
                  <a:r>
                    <a:rPr lang="en-US" altLang="en-US" sz="1600" dirty="0">
                      <a:solidFill>
                        <a:srgbClr val="000000"/>
                      </a:solidFill>
                      <a:latin typeface="+mn-lt"/>
                    </a:rPr>
                    <a:t>Do</a:t>
                  </a:r>
                </a:p>
              </p:txBody>
            </p:sp>
            <p:sp>
              <p:nvSpPr>
                <p:cNvPr id="32" name="Text Box 25">
                  <a:extLst>
                    <a:ext uri="{FF2B5EF4-FFF2-40B4-BE49-F238E27FC236}">
                      <a16:creationId xmlns:a16="http://schemas.microsoft.com/office/drawing/2014/main" id="{511A30F2-C02C-F759-2F18-CF2AF84ABCEE}"/>
                    </a:ext>
                  </a:extLst>
                </p:cNvPr>
                <p:cNvSpPr txBox="1">
                  <a:spLocks noChangeArrowheads="1"/>
                </p:cNvSpPr>
                <p:nvPr/>
              </p:nvSpPr>
              <p:spPr bwMode="auto">
                <a:xfrm>
                  <a:off x="2890379" y="3013838"/>
                  <a:ext cx="8050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0"/>
                    </a:spcBef>
                    <a:spcAft>
                      <a:spcPct val="0"/>
                    </a:spcAft>
                    <a:buClrTx/>
                    <a:buSzTx/>
                    <a:buFontTx/>
                    <a:buNone/>
                  </a:pPr>
                  <a:r>
                    <a:rPr lang="en-US" altLang="en-US" sz="1600" dirty="0">
                      <a:solidFill>
                        <a:srgbClr val="000000"/>
                      </a:solidFill>
                      <a:latin typeface="+mn-lt"/>
                    </a:rPr>
                    <a:t>Check</a:t>
                  </a:r>
                </a:p>
              </p:txBody>
            </p:sp>
            <p:sp>
              <p:nvSpPr>
                <p:cNvPr id="33" name="Rectangle 26">
                  <a:extLst>
                    <a:ext uri="{FF2B5EF4-FFF2-40B4-BE49-F238E27FC236}">
                      <a16:creationId xmlns:a16="http://schemas.microsoft.com/office/drawing/2014/main" id="{39DB48D5-3232-F1AC-F992-47326FE4950D}"/>
                    </a:ext>
                  </a:extLst>
                </p:cNvPr>
                <p:cNvSpPr>
                  <a:spLocks noChangeArrowheads="1"/>
                </p:cNvSpPr>
                <p:nvPr/>
              </p:nvSpPr>
              <p:spPr bwMode="auto">
                <a:xfrm>
                  <a:off x="2540336" y="3364675"/>
                  <a:ext cx="357188" cy="268288"/>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dirty="0">
                    <a:solidFill>
                      <a:srgbClr val="FFFFFF"/>
                    </a:solidFill>
                  </a:endParaRPr>
                </a:p>
              </p:txBody>
            </p:sp>
            <p:sp>
              <p:nvSpPr>
                <p:cNvPr id="34" name="Text Box 27">
                  <a:extLst>
                    <a:ext uri="{FF2B5EF4-FFF2-40B4-BE49-F238E27FC236}">
                      <a16:creationId xmlns:a16="http://schemas.microsoft.com/office/drawing/2014/main" id="{62ED337C-9CCE-B0C8-F728-604D40435625}"/>
                    </a:ext>
                  </a:extLst>
                </p:cNvPr>
                <p:cNvSpPr txBox="1">
                  <a:spLocks noChangeArrowheads="1"/>
                </p:cNvSpPr>
                <p:nvPr/>
              </p:nvSpPr>
              <p:spPr bwMode="auto">
                <a:xfrm>
                  <a:off x="2903080" y="3339275"/>
                  <a:ext cx="52129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0"/>
                    </a:spcBef>
                    <a:spcAft>
                      <a:spcPct val="0"/>
                    </a:spcAft>
                    <a:buClrTx/>
                    <a:buSzTx/>
                    <a:buFontTx/>
                    <a:buNone/>
                  </a:pPr>
                  <a:r>
                    <a:rPr lang="en-US" altLang="en-US" sz="1600" dirty="0">
                      <a:solidFill>
                        <a:srgbClr val="000000"/>
                      </a:solidFill>
                      <a:latin typeface="+mn-lt"/>
                    </a:rPr>
                    <a:t>Act</a:t>
                  </a:r>
                </a:p>
              </p:txBody>
            </p:sp>
          </p:grpSp>
        </p:grpSp>
        <p:pic>
          <p:nvPicPr>
            <p:cNvPr id="24" name="Picture 23">
              <a:extLst>
                <a:ext uri="{FF2B5EF4-FFF2-40B4-BE49-F238E27FC236}">
                  <a16:creationId xmlns:a16="http://schemas.microsoft.com/office/drawing/2014/main" id="{22B8988F-5899-2979-17ED-E6A0D8205EBA}"/>
                </a:ext>
              </a:extLst>
            </p:cNvPr>
            <p:cNvPicPr>
              <a:picLocks noChangeAspect="1"/>
            </p:cNvPicPr>
            <p:nvPr/>
          </p:nvPicPr>
          <p:blipFill>
            <a:blip r:embed="rId4"/>
            <a:stretch>
              <a:fillRect/>
            </a:stretch>
          </p:blipFill>
          <p:spPr>
            <a:xfrm>
              <a:off x="963375" y="2226854"/>
              <a:ext cx="1270000" cy="1587500"/>
            </a:xfrm>
            <a:prstGeom prst="rect">
              <a:avLst/>
            </a:prstGeom>
            <a:effectLst>
              <a:softEdge rad="139700"/>
            </a:effectLst>
          </p:spPr>
        </p:pic>
      </p:grpSp>
    </p:spTree>
    <p:custDataLst>
      <p:tags r:id="rId1"/>
    </p:custDataLst>
    <p:extLst>
      <p:ext uri="{BB962C8B-B14F-4D97-AF65-F5344CB8AC3E}">
        <p14:creationId xmlns:p14="http://schemas.microsoft.com/office/powerpoint/2010/main" val="499716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86B0C-9143-3850-FB0A-5A4D0972645C}"/>
              </a:ext>
            </a:extLst>
          </p:cNvPr>
          <p:cNvSpPr>
            <a:spLocks noGrp="1"/>
          </p:cNvSpPr>
          <p:nvPr>
            <p:ph type="title"/>
          </p:nvPr>
        </p:nvSpPr>
        <p:spPr/>
        <p:txBody>
          <a:bodyPr>
            <a:normAutofit/>
          </a:bodyPr>
          <a:lstStyle/>
          <a:p>
            <a:r>
              <a:rPr lang="en-US" altLang="en-US" sz="4400" b="1" dirty="0">
                <a:latin typeface="+mn-lt"/>
                <a:ea typeface="ＭＳ Ｐゴシック" panose="020B0600070205080204" pitchFamily="34" charset="-128"/>
              </a:rPr>
              <a:t>The Complexion of Strategy Deployment</a:t>
            </a:r>
            <a:endParaRPr lang="en-US" dirty="0"/>
          </a:p>
        </p:txBody>
      </p:sp>
      <p:sp>
        <p:nvSpPr>
          <p:cNvPr id="5" name="Text Box 13">
            <a:extLst>
              <a:ext uri="{FF2B5EF4-FFF2-40B4-BE49-F238E27FC236}">
                <a16:creationId xmlns:a16="http://schemas.microsoft.com/office/drawing/2014/main" id="{91A3D7F9-A236-7B12-1B68-300D73C52453}"/>
              </a:ext>
            </a:extLst>
          </p:cNvPr>
          <p:cNvSpPr txBox="1">
            <a:spLocks noChangeArrowheads="1"/>
          </p:cNvSpPr>
          <p:nvPr/>
        </p:nvSpPr>
        <p:spPr bwMode="auto">
          <a:xfrm>
            <a:off x="1589734" y="5849937"/>
            <a:ext cx="9012527" cy="400110"/>
          </a:xfrm>
          <a:prstGeom prst="rect">
            <a:avLst/>
          </a:prstGeom>
          <a:solidFill>
            <a:schemeClr val="bg2"/>
          </a:solidFill>
          <a:ln w="25400">
            <a:solidFill>
              <a:schemeClr val="tx1"/>
            </a:solidFill>
            <a:miter lim="800000"/>
            <a:headEnd/>
            <a:tailEnd/>
          </a:ln>
        </p:spPr>
        <p:txBody>
          <a:bodyPr wrap="square" anchor="b" anchorCtr="1">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itchFamily="2" charset="2"/>
              <a:buNone/>
            </a:pPr>
            <a:r>
              <a:rPr lang="en-US" altLang="en-US" sz="2000" b="0" i="1" dirty="0">
                <a:latin typeface="+mn-lt"/>
              </a:rPr>
              <a:t>You must earn the right to grow!</a:t>
            </a:r>
            <a:endParaRPr lang="en-US" altLang="en-US" sz="2000" b="0" dirty="0">
              <a:solidFill>
                <a:srgbClr val="000066"/>
              </a:solidFill>
              <a:latin typeface="+mn-lt"/>
            </a:endParaRPr>
          </a:p>
        </p:txBody>
      </p:sp>
      <p:cxnSp>
        <p:nvCxnSpPr>
          <p:cNvPr id="46" name="Straight Arrow Connector 45">
            <a:extLst>
              <a:ext uri="{FF2B5EF4-FFF2-40B4-BE49-F238E27FC236}">
                <a16:creationId xmlns:a16="http://schemas.microsoft.com/office/drawing/2014/main" id="{CCAB91F0-EA8E-7728-ADE7-C9530B5A605B}"/>
              </a:ext>
            </a:extLst>
          </p:cNvPr>
          <p:cNvCxnSpPr>
            <a:cxnSpLocks/>
          </p:cNvCxnSpPr>
          <p:nvPr/>
        </p:nvCxnSpPr>
        <p:spPr>
          <a:xfrm flipV="1">
            <a:off x="356849" y="3758083"/>
            <a:ext cx="11610738" cy="40756"/>
          </a:xfrm>
          <a:prstGeom prst="straightConnector1">
            <a:avLst/>
          </a:prstGeom>
          <a:ln w="889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Text Box 2">
            <a:extLst>
              <a:ext uri="{FF2B5EF4-FFF2-40B4-BE49-F238E27FC236}">
                <a16:creationId xmlns:a16="http://schemas.microsoft.com/office/drawing/2014/main" id="{BB8C1B34-871A-CBEE-03F8-F228B87318A0}"/>
              </a:ext>
            </a:extLst>
          </p:cNvPr>
          <p:cNvSpPr txBox="1">
            <a:spLocks noChangeArrowheads="1"/>
          </p:cNvSpPr>
          <p:nvPr/>
        </p:nvSpPr>
        <p:spPr bwMode="auto">
          <a:xfrm>
            <a:off x="1575916" y="1899208"/>
            <a:ext cx="90401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000" dirty="0">
                <a:solidFill>
                  <a:srgbClr val="000000"/>
                </a:solidFill>
                <a:latin typeface="+mn-lt"/>
              </a:rPr>
              <a:t>Typical Maturity Timeline - With Aggressive Adoption of Lean</a:t>
            </a:r>
            <a:endParaRPr lang="en-US" altLang="en-US" sz="2000" b="0" dirty="0">
              <a:solidFill>
                <a:srgbClr val="000000"/>
              </a:solidFill>
              <a:latin typeface="+mn-lt"/>
            </a:endParaRPr>
          </a:p>
        </p:txBody>
      </p:sp>
      <p:sp>
        <p:nvSpPr>
          <p:cNvPr id="48" name="Oval 47">
            <a:extLst>
              <a:ext uri="{FF2B5EF4-FFF2-40B4-BE49-F238E27FC236}">
                <a16:creationId xmlns:a16="http://schemas.microsoft.com/office/drawing/2014/main" id="{B2FAB66D-0EA8-62EE-5A42-AD26F9057B59}"/>
              </a:ext>
            </a:extLst>
          </p:cNvPr>
          <p:cNvSpPr/>
          <p:nvPr/>
        </p:nvSpPr>
        <p:spPr>
          <a:xfrm>
            <a:off x="770348" y="2692958"/>
            <a:ext cx="2219586" cy="2130251"/>
          </a:xfrm>
          <a:prstGeom prst="ellipse">
            <a:avLst/>
          </a:prstGeom>
          <a:solidFill>
            <a:schemeClr val="accent5"/>
          </a:solidFill>
          <a:effectLst>
            <a:softEdge rad="12700"/>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OPERATIONS</a:t>
            </a:r>
          </a:p>
          <a:p>
            <a:pPr algn="ctr"/>
            <a:r>
              <a:rPr lang="en-US" sz="1600" b="1" dirty="0"/>
              <a:t>SQDC</a:t>
            </a:r>
          </a:p>
        </p:txBody>
      </p:sp>
      <p:sp>
        <p:nvSpPr>
          <p:cNvPr id="49" name="Oval 48">
            <a:extLst>
              <a:ext uri="{FF2B5EF4-FFF2-40B4-BE49-F238E27FC236}">
                <a16:creationId xmlns:a16="http://schemas.microsoft.com/office/drawing/2014/main" id="{915FD136-BEF2-0A38-0021-0454B9DE26B3}"/>
              </a:ext>
            </a:extLst>
          </p:cNvPr>
          <p:cNvSpPr/>
          <p:nvPr/>
        </p:nvSpPr>
        <p:spPr>
          <a:xfrm>
            <a:off x="9189700" y="2652203"/>
            <a:ext cx="2219586" cy="2130251"/>
          </a:xfrm>
          <a:prstGeom prst="ellipse">
            <a:avLst/>
          </a:prstGeom>
          <a:solidFill>
            <a:schemeClr val="accent6"/>
          </a:solidFill>
          <a:effectLst>
            <a:softEdge rad="12700"/>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PROFITABLE</a:t>
            </a:r>
          </a:p>
          <a:p>
            <a:pPr algn="ctr"/>
            <a:r>
              <a:rPr lang="en-US" sz="1600" b="1" dirty="0"/>
              <a:t>GROWTH</a:t>
            </a:r>
          </a:p>
        </p:txBody>
      </p:sp>
      <p:sp>
        <p:nvSpPr>
          <p:cNvPr id="50" name="Oval 49">
            <a:extLst>
              <a:ext uri="{FF2B5EF4-FFF2-40B4-BE49-F238E27FC236}">
                <a16:creationId xmlns:a16="http://schemas.microsoft.com/office/drawing/2014/main" id="{46560522-9E83-C7EB-F159-8CEFABE5A791}"/>
              </a:ext>
            </a:extLst>
          </p:cNvPr>
          <p:cNvSpPr/>
          <p:nvPr/>
        </p:nvSpPr>
        <p:spPr>
          <a:xfrm>
            <a:off x="4336871" y="2733714"/>
            <a:ext cx="2219586" cy="2130251"/>
          </a:xfrm>
          <a:prstGeom prst="ellipse">
            <a:avLst/>
          </a:prstGeom>
          <a:solidFill>
            <a:schemeClr val="accent5"/>
          </a:solidFill>
          <a:ln>
            <a:solidFill>
              <a:schemeClr val="accent1">
                <a:shade val="50000"/>
                <a:alpha val="46043"/>
              </a:schemeClr>
            </a:solidFill>
          </a:ln>
          <a:effectLst>
            <a:softEdge rad="12700"/>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p>
        </p:txBody>
      </p:sp>
      <p:sp>
        <p:nvSpPr>
          <p:cNvPr id="51" name="Oval 50">
            <a:extLst>
              <a:ext uri="{FF2B5EF4-FFF2-40B4-BE49-F238E27FC236}">
                <a16:creationId xmlns:a16="http://schemas.microsoft.com/office/drawing/2014/main" id="{1463122C-1282-13B4-F4D6-2A64EDEB522B}"/>
              </a:ext>
            </a:extLst>
          </p:cNvPr>
          <p:cNvSpPr/>
          <p:nvPr/>
        </p:nvSpPr>
        <p:spPr>
          <a:xfrm>
            <a:off x="5623176" y="2733713"/>
            <a:ext cx="2219586" cy="2130251"/>
          </a:xfrm>
          <a:prstGeom prst="ellipse">
            <a:avLst/>
          </a:prstGeom>
          <a:solidFill>
            <a:schemeClr val="accent6"/>
          </a:solidFill>
          <a:ln>
            <a:solidFill>
              <a:schemeClr val="accent1">
                <a:shade val="50000"/>
                <a:alpha val="46043"/>
              </a:schemeClr>
            </a:solidFill>
          </a:ln>
          <a:effectLst>
            <a:softEdge rad="12700"/>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TextBox 51">
            <a:extLst>
              <a:ext uri="{FF2B5EF4-FFF2-40B4-BE49-F238E27FC236}">
                <a16:creationId xmlns:a16="http://schemas.microsoft.com/office/drawing/2014/main" id="{A0D58BAC-EA57-5658-92BC-9B7432F7E039}"/>
              </a:ext>
            </a:extLst>
          </p:cNvPr>
          <p:cNvSpPr txBox="1"/>
          <p:nvPr/>
        </p:nvSpPr>
        <p:spPr>
          <a:xfrm>
            <a:off x="5135531" y="3609184"/>
            <a:ext cx="1814920" cy="338554"/>
          </a:xfrm>
          <a:prstGeom prst="rect">
            <a:avLst/>
          </a:prstGeom>
          <a:noFill/>
        </p:spPr>
        <p:txBody>
          <a:bodyPr wrap="none" rtlCol="0">
            <a:spAutoFit/>
          </a:bodyPr>
          <a:lstStyle/>
          <a:p>
            <a:r>
              <a:rPr lang="en-US" sz="1600" b="1" dirty="0">
                <a:solidFill>
                  <a:schemeClr val="bg1"/>
                </a:solidFill>
              </a:rPr>
              <a:t>----- HYBRID -----</a:t>
            </a:r>
          </a:p>
        </p:txBody>
      </p:sp>
      <p:sp>
        <p:nvSpPr>
          <p:cNvPr id="53" name="Text Box 2">
            <a:extLst>
              <a:ext uri="{FF2B5EF4-FFF2-40B4-BE49-F238E27FC236}">
                <a16:creationId xmlns:a16="http://schemas.microsoft.com/office/drawing/2014/main" id="{8482807E-1A61-C83A-203F-BD39F6C556C6}"/>
              </a:ext>
            </a:extLst>
          </p:cNvPr>
          <p:cNvSpPr txBox="1">
            <a:spLocks noChangeArrowheads="1"/>
          </p:cNvSpPr>
          <p:nvPr/>
        </p:nvSpPr>
        <p:spPr bwMode="auto">
          <a:xfrm>
            <a:off x="993825" y="4935284"/>
            <a:ext cx="17726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000" dirty="0">
                <a:solidFill>
                  <a:srgbClr val="000000"/>
                </a:solidFill>
                <a:latin typeface="+mn-lt"/>
              </a:rPr>
              <a:t>0 - 2 Years</a:t>
            </a:r>
            <a:endParaRPr lang="en-US" altLang="en-US" sz="2000" b="0" dirty="0">
              <a:solidFill>
                <a:srgbClr val="000000"/>
              </a:solidFill>
              <a:latin typeface="+mn-lt"/>
            </a:endParaRPr>
          </a:p>
        </p:txBody>
      </p:sp>
      <p:sp>
        <p:nvSpPr>
          <p:cNvPr id="54" name="Text Box 2">
            <a:extLst>
              <a:ext uri="{FF2B5EF4-FFF2-40B4-BE49-F238E27FC236}">
                <a16:creationId xmlns:a16="http://schemas.microsoft.com/office/drawing/2014/main" id="{A4829198-2BD9-2D00-3930-E533256C044D}"/>
              </a:ext>
            </a:extLst>
          </p:cNvPr>
          <p:cNvSpPr txBox="1">
            <a:spLocks noChangeArrowheads="1"/>
          </p:cNvSpPr>
          <p:nvPr/>
        </p:nvSpPr>
        <p:spPr bwMode="auto">
          <a:xfrm>
            <a:off x="5209684" y="4969150"/>
            <a:ext cx="17726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000" dirty="0">
                <a:solidFill>
                  <a:srgbClr val="000000"/>
                </a:solidFill>
                <a:latin typeface="+mn-lt"/>
              </a:rPr>
              <a:t>1 - 3 Years</a:t>
            </a:r>
            <a:endParaRPr lang="en-US" altLang="en-US" sz="2000" b="0" dirty="0">
              <a:solidFill>
                <a:srgbClr val="000000"/>
              </a:solidFill>
              <a:latin typeface="+mn-lt"/>
            </a:endParaRPr>
          </a:p>
        </p:txBody>
      </p:sp>
      <p:sp>
        <p:nvSpPr>
          <p:cNvPr id="55" name="Text Box 2">
            <a:extLst>
              <a:ext uri="{FF2B5EF4-FFF2-40B4-BE49-F238E27FC236}">
                <a16:creationId xmlns:a16="http://schemas.microsoft.com/office/drawing/2014/main" id="{546BBD37-2F8F-866B-0FFD-C29175711A81}"/>
              </a:ext>
            </a:extLst>
          </p:cNvPr>
          <p:cNvSpPr txBox="1">
            <a:spLocks noChangeArrowheads="1"/>
          </p:cNvSpPr>
          <p:nvPr/>
        </p:nvSpPr>
        <p:spPr bwMode="auto">
          <a:xfrm>
            <a:off x="9526550" y="4935284"/>
            <a:ext cx="17726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000" dirty="0">
                <a:solidFill>
                  <a:srgbClr val="000000"/>
                </a:solidFill>
                <a:latin typeface="+mn-lt"/>
              </a:rPr>
              <a:t>3+ Years</a:t>
            </a:r>
            <a:endParaRPr lang="en-US" altLang="en-US" sz="2000" b="0" dirty="0">
              <a:solidFill>
                <a:srgbClr val="000000"/>
              </a:solidFill>
              <a:latin typeface="+mn-lt"/>
            </a:endParaRPr>
          </a:p>
        </p:txBody>
      </p:sp>
    </p:spTree>
    <p:custDataLst>
      <p:tags r:id="rId1"/>
    </p:custDataLst>
    <p:extLst>
      <p:ext uri="{BB962C8B-B14F-4D97-AF65-F5344CB8AC3E}">
        <p14:creationId xmlns:p14="http://schemas.microsoft.com/office/powerpoint/2010/main" val="3980586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DDDD3B-CD00-AB89-61A7-A88A5663BF96}"/>
              </a:ext>
            </a:extLst>
          </p:cNvPr>
          <p:cNvSpPr/>
          <p:nvPr/>
        </p:nvSpPr>
        <p:spPr>
          <a:xfrm>
            <a:off x="297713" y="2951946"/>
            <a:ext cx="6368902" cy="954107"/>
          </a:xfrm>
          <a:prstGeom prst="rect">
            <a:avLst/>
          </a:prstGeom>
        </p:spPr>
        <p:txBody>
          <a:bodyPr wrap="square">
            <a:spAutoFit/>
          </a:bodyPr>
          <a:lstStyle/>
          <a:p>
            <a:r>
              <a:rPr lang="en-US" sz="2800" dirty="0"/>
              <a:t>What is </a:t>
            </a:r>
            <a:r>
              <a:rPr lang="en-US" sz="2800" b="1" dirty="0" err="1"/>
              <a:t>Catchball</a:t>
            </a:r>
            <a:endParaRPr lang="en-US" sz="2800" b="1" dirty="0"/>
          </a:p>
          <a:p>
            <a:r>
              <a:rPr lang="en-US" sz="2800" dirty="0"/>
              <a:t>                    - and WHY is it important?</a:t>
            </a:r>
            <a:endParaRPr lang="en-US" sz="2800" b="1" dirty="0"/>
          </a:p>
        </p:txBody>
      </p:sp>
      <p:pic>
        <p:nvPicPr>
          <p:cNvPr id="3" name="Picture Placeholder 4">
            <a:extLst>
              <a:ext uri="{FF2B5EF4-FFF2-40B4-BE49-F238E27FC236}">
                <a16:creationId xmlns:a16="http://schemas.microsoft.com/office/drawing/2014/main" id="{BC87DFCD-66FB-D05B-AB72-B6757C052C4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rcRect l="12" r="12"/>
          <a:stretch/>
        </p:blipFill>
        <p:spPr>
          <a:xfrm>
            <a:off x="6456959" y="893567"/>
            <a:ext cx="4426857" cy="5411107"/>
          </a:xfrm>
          <a:custGeom>
            <a:avLst/>
            <a:gdLst>
              <a:gd name="connsiteX0" fmla="*/ 0 w 4426857"/>
              <a:gd name="connsiteY0" fmla="*/ 0 h 5411107"/>
              <a:gd name="connsiteX1" fmla="*/ 4426857 w 4426857"/>
              <a:gd name="connsiteY1" fmla="*/ 0 h 5411107"/>
              <a:gd name="connsiteX2" fmla="*/ 4426857 w 4426857"/>
              <a:gd name="connsiteY2" fmla="*/ 5411107 h 5411107"/>
              <a:gd name="connsiteX3" fmla="*/ 0 w 4426857"/>
              <a:gd name="connsiteY3" fmla="*/ 5411107 h 5411107"/>
            </a:gdLst>
            <a:ahLst/>
            <a:cxnLst>
              <a:cxn ang="0">
                <a:pos x="connsiteX0" y="connsiteY0"/>
              </a:cxn>
              <a:cxn ang="0">
                <a:pos x="connsiteX1" y="connsiteY1"/>
              </a:cxn>
              <a:cxn ang="0">
                <a:pos x="connsiteX2" y="connsiteY2"/>
              </a:cxn>
              <a:cxn ang="0">
                <a:pos x="connsiteX3" y="connsiteY3"/>
              </a:cxn>
            </a:cxnLst>
            <a:rect l="l" t="t" r="r" b="b"/>
            <a:pathLst>
              <a:path w="4426857" h="5411107">
                <a:moveTo>
                  <a:pt x="0" y="0"/>
                </a:moveTo>
                <a:lnTo>
                  <a:pt x="4426857" y="0"/>
                </a:lnTo>
                <a:lnTo>
                  <a:pt x="4426857" y="5411107"/>
                </a:lnTo>
                <a:lnTo>
                  <a:pt x="0" y="5411107"/>
                </a:lnTo>
                <a:close/>
              </a:path>
            </a:pathLst>
          </a:custGeom>
        </p:spPr>
      </p:pic>
    </p:spTree>
    <p:custDataLst>
      <p:tags r:id="rId1"/>
    </p:custDataLst>
    <p:extLst>
      <p:ext uri="{BB962C8B-B14F-4D97-AF65-F5344CB8AC3E}">
        <p14:creationId xmlns:p14="http://schemas.microsoft.com/office/powerpoint/2010/main" val="2623570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882F37-3A34-8D7D-5A07-CFEB10CD28A3}"/>
              </a:ext>
            </a:extLst>
          </p:cNvPr>
          <p:cNvSpPr>
            <a:spLocks noGrp="1"/>
          </p:cNvSpPr>
          <p:nvPr>
            <p:ph idx="1"/>
          </p:nvPr>
        </p:nvSpPr>
        <p:spPr>
          <a:xfrm>
            <a:off x="5183188" y="1424763"/>
            <a:ext cx="6172200" cy="4436287"/>
          </a:xfrm>
        </p:spPr>
        <p:txBody>
          <a:bodyPr>
            <a:normAutofit fontScale="77500" lnSpcReduction="20000"/>
          </a:bodyPr>
          <a:lstStyle/>
          <a:p>
            <a:pPr>
              <a:lnSpc>
                <a:spcPct val="120000"/>
              </a:lnSpc>
              <a:spcBef>
                <a:spcPct val="20000"/>
              </a:spcBef>
              <a:spcAft>
                <a:spcPts val="600"/>
              </a:spcAft>
              <a:buSzPct val="125000"/>
            </a:pPr>
            <a:r>
              <a:rPr lang="en-US" altLang="en-US" sz="3200" dirty="0">
                <a:ea typeface="ＭＳ Ｐゴシック" panose="020B0600070205080204" pitchFamily="34" charset="-128"/>
              </a:rPr>
              <a:t>An approach to decision-making where ideas are pitched from one individual to another to improve them iteratively.</a:t>
            </a:r>
          </a:p>
          <a:p>
            <a:pPr>
              <a:lnSpc>
                <a:spcPct val="120000"/>
              </a:lnSpc>
              <a:spcBef>
                <a:spcPct val="20000"/>
              </a:spcBef>
              <a:spcAft>
                <a:spcPts val="600"/>
              </a:spcAft>
              <a:buSzPct val="125000"/>
            </a:pPr>
            <a:r>
              <a:rPr lang="en-US" altLang="en-US" sz="3200" dirty="0">
                <a:ea typeface="ＭＳ Ｐゴシック" panose="020B0600070205080204" pitchFamily="34" charset="-128"/>
              </a:rPr>
              <a:t> The object is to secure the best approach when implementing Strategy Deployment.</a:t>
            </a:r>
          </a:p>
          <a:p>
            <a:pPr>
              <a:lnSpc>
                <a:spcPct val="120000"/>
              </a:lnSpc>
              <a:spcBef>
                <a:spcPct val="20000"/>
              </a:spcBef>
              <a:spcAft>
                <a:spcPts val="600"/>
              </a:spcAft>
              <a:buSzPct val="125000"/>
            </a:pPr>
            <a:r>
              <a:rPr lang="en-US" altLang="en-US" sz="3200" dirty="0">
                <a:ea typeface="ＭＳ Ｐゴシック" panose="020B0600070205080204" pitchFamily="34" charset="-128"/>
              </a:rPr>
              <a:t>A technique to maintain open feedback within a company’s hierarchy, both vertical and horizontal.</a:t>
            </a:r>
          </a:p>
        </p:txBody>
      </p:sp>
      <p:pic>
        <p:nvPicPr>
          <p:cNvPr id="5" name="Picture 4">
            <a:extLst>
              <a:ext uri="{FF2B5EF4-FFF2-40B4-BE49-F238E27FC236}">
                <a16:creationId xmlns:a16="http://schemas.microsoft.com/office/drawing/2014/main" id="{8809452A-8A39-38D0-4C7E-869DC6C780AB}"/>
              </a:ext>
            </a:extLst>
          </p:cNvPr>
          <p:cNvPicPr>
            <a:picLocks noChangeAspect="1"/>
          </p:cNvPicPr>
          <p:nvPr/>
        </p:nvPicPr>
        <p:blipFill>
          <a:blip r:embed="rId3"/>
          <a:srcRect/>
          <a:stretch/>
        </p:blipFill>
        <p:spPr>
          <a:xfrm>
            <a:off x="724744" y="2682116"/>
            <a:ext cx="4047281" cy="1921579"/>
          </a:xfrm>
          <a:prstGeom prst="rect">
            <a:avLst/>
          </a:prstGeom>
          <a:effectLst>
            <a:outerShdw blurRad="50800" dist="203200" dir="8100000" algn="tr" rotWithShape="0">
              <a:prstClr val="black">
                <a:alpha val="40000"/>
              </a:prstClr>
            </a:outerShdw>
          </a:effectLst>
        </p:spPr>
      </p:pic>
      <p:sp>
        <p:nvSpPr>
          <p:cNvPr id="8" name="Title 7">
            <a:extLst>
              <a:ext uri="{FF2B5EF4-FFF2-40B4-BE49-F238E27FC236}">
                <a16:creationId xmlns:a16="http://schemas.microsoft.com/office/drawing/2014/main" id="{0CACF8D8-5EC9-B93A-A60B-FF2FBBAEEE74}"/>
              </a:ext>
            </a:extLst>
          </p:cNvPr>
          <p:cNvSpPr>
            <a:spLocks noGrp="1"/>
          </p:cNvSpPr>
          <p:nvPr>
            <p:ph type="title"/>
          </p:nvPr>
        </p:nvSpPr>
        <p:spPr/>
        <p:txBody>
          <a:bodyPr/>
          <a:lstStyle/>
          <a:p>
            <a:r>
              <a:rPr lang="en-US" dirty="0" err="1"/>
              <a:t>Catchball</a:t>
            </a:r>
            <a:r>
              <a:rPr lang="en-US" dirty="0"/>
              <a:t> Defined</a:t>
            </a:r>
          </a:p>
        </p:txBody>
      </p:sp>
    </p:spTree>
    <p:custDataLst>
      <p:tags r:id="rId1"/>
    </p:custDataLst>
    <p:extLst>
      <p:ext uri="{BB962C8B-B14F-4D97-AF65-F5344CB8AC3E}">
        <p14:creationId xmlns:p14="http://schemas.microsoft.com/office/powerpoint/2010/main" val="5882976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882F37-3A34-8D7D-5A07-CFEB10CD28A3}"/>
              </a:ext>
            </a:extLst>
          </p:cNvPr>
          <p:cNvSpPr>
            <a:spLocks noGrp="1"/>
          </p:cNvSpPr>
          <p:nvPr>
            <p:ph idx="1"/>
          </p:nvPr>
        </p:nvSpPr>
        <p:spPr>
          <a:xfrm>
            <a:off x="5183188" y="1424763"/>
            <a:ext cx="6172200" cy="4436287"/>
          </a:xfrm>
        </p:spPr>
        <p:txBody>
          <a:bodyPr>
            <a:normAutofit fontScale="55000" lnSpcReduction="20000"/>
          </a:bodyPr>
          <a:lstStyle/>
          <a:p>
            <a:pPr>
              <a:lnSpc>
                <a:spcPct val="150000"/>
              </a:lnSpc>
              <a:spcBef>
                <a:spcPct val="20000"/>
              </a:spcBef>
              <a:spcAft>
                <a:spcPts val="600"/>
              </a:spcAft>
              <a:buSzPct val="125000"/>
            </a:pPr>
            <a:r>
              <a:rPr lang="en-US" altLang="en-US" sz="3200" dirty="0">
                <a:ea typeface="ＭＳ Ｐゴシック" panose="020B0600070205080204" pitchFamily="34" charset="-128"/>
              </a:rPr>
              <a:t>Improves buy-in and engagement of members within the Strategy Deployment architecture.</a:t>
            </a:r>
          </a:p>
          <a:p>
            <a:pPr>
              <a:lnSpc>
                <a:spcPct val="150000"/>
              </a:lnSpc>
              <a:spcBef>
                <a:spcPct val="20000"/>
              </a:spcBef>
              <a:spcAft>
                <a:spcPts val="600"/>
              </a:spcAft>
              <a:buSzPct val="125000"/>
            </a:pPr>
            <a:r>
              <a:rPr lang="en-US" altLang="en-US" sz="3200" dirty="0">
                <a:ea typeface="ＭＳ Ｐゴシック" panose="020B0600070205080204" pitchFamily="34" charset="-128"/>
              </a:rPr>
              <a:t>Facilitates input from various areas of the company.</a:t>
            </a:r>
          </a:p>
          <a:p>
            <a:pPr>
              <a:lnSpc>
                <a:spcPct val="150000"/>
              </a:lnSpc>
              <a:spcBef>
                <a:spcPct val="20000"/>
              </a:spcBef>
              <a:spcAft>
                <a:spcPts val="600"/>
              </a:spcAft>
              <a:buSzPct val="125000"/>
            </a:pPr>
            <a:r>
              <a:rPr lang="en-US" altLang="en-US" sz="3200" dirty="0">
                <a:ea typeface="ＭＳ Ｐゴシック" panose="020B0600070205080204" pitchFamily="34" charset="-128"/>
              </a:rPr>
              <a:t>Allows all concerned to provide their input.</a:t>
            </a:r>
          </a:p>
          <a:p>
            <a:pPr>
              <a:lnSpc>
                <a:spcPct val="150000"/>
              </a:lnSpc>
              <a:spcBef>
                <a:spcPct val="20000"/>
              </a:spcBef>
              <a:spcAft>
                <a:spcPts val="600"/>
              </a:spcAft>
              <a:buSzPct val="125000"/>
            </a:pPr>
            <a:r>
              <a:rPr lang="en-US" altLang="en-US" sz="3200" dirty="0">
                <a:ea typeface="ＭＳ Ｐゴシック" panose="020B0600070205080204" pitchFamily="34" charset="-128"/>
              </a:rPr>
              <a:t>Assures mutual understanding of the goals and objectives of the company.</a:t>
            </a:r>
          </a:p>
          <a:p>
            <a:pPr>
              <a:lnSpc>
                <a:spcPct val="150000"/>
              </a:lnSpc>
              <a:spcBef>
                <a:spcPct val="20000"/>
              </a:spcBef>
              <a:spcAft>
                <a:spcPts val="600"/>
              </a:spcAft>
              <a:buSzPct val="125000"/>
            </a:pPr>
            <a:r>
              <a:rPr lang="en-US" altLang="en-US" sz="3200" dirty="0">
                <a:ea typeface="ＭＳ Ｐゴシック" panose="020B0600070205080204" pitchFamily="34" charset="-128"/>
              </a:rPr>
              <a:t>Decreased barriers to cross-functional collaboration.</a:t>
            </a:r>
          </a:p>
          <a:p>
            <a:pPr>
              <a:lnSpc>
                <a:spcPct val="150000"/>
              </a:lnSpc>
              <a:spcBef>
                <a:spcPct val="20000"/>
              </a:spcBef>
              <a:spcAft>
                <a:spcPts val="600"/>
              </a:spcAft>
              <a:buSzPct val="125000"/>
            </a:pPr>
            <a:r>
              <a:rPr lang="en-US" altLang="en-US" sz="3200" dirty="0">
                <a:ea typeface="ＭＳ Ｐゴシック" panose="020B0600070205080204" pitchFamily="34" charset="-128"/>
              </a:rPr>
              <a:t>Clarity of ownership and accountability.</a:t>
            </a:r>
          </a:p>
          <a:p>
            <a:pPr>
              <a:lnSpc>
                <a:spcPct val="150000"/>
              </a:lnSpc>
              <a:spcBef>
                <a:spcPct val="20000"/>
              </a:spcBef>
              <a:spcAft>
                <a:spcPts val="600"/>
              </a:spcAft>
              <a:buSzPct val="125000"/>
            </a:pPr>
            <a:r>
              <a:rPr lang="en-US" altLang="en-US" sz="3200" dirty="0">
                <a:ea typeface="ＭＳ Ｐゴシック" panose="020B0600070205080204" pitchFamily="34" charset="-128"/>
              </a:rPr>
              <a:t>Alignment of goals and objectives. </a:t>
            </a:r>
          </a:p>
        </p:txBody>
      </p:sp>
      <p:pic>
        <p:nvPicPr>
          <p:cNvPr id="5" name="Picture 4">
            <a:extLst>
              <a:ext uri="{FF2B5EF4-FFF2-40B4-BE49-F238E27FC236}">
                <a16:creationId xmlns:a16="http://schemas.microsoft.com/office/drawing/2014/main" id="{8809452A-8A39-38D0-4C7E-869DC6C780AB}"/>
              </a:ext>
            </a:extLst>
          </p:cNvPr>
          <p:cNvPicPr>
            <a:picLocks noChangeAspect="1"/>
          </p:cNvPicPr>
          <p:nvPr/>
        </p:nvPicPr>
        <p:blipFill>
          <a:blip r:embed="rId4"/>
          <a:srcRect/>
          <a:stretch/>
        </p:blipFill>
        <p:spPr>
          <a:xfrm>
            <a:off x="1045866" y="2682116"/>
            <a:ext cx="3405037" cy="1921579"/>
          </a:xfrm>
          <a:prstGeom prst="rect">
            <a:avLst/>
          </a:prstGeom>
          <a:effectLst>
            <a:outerShdw blurRad="50800" dist="203200" dir="8100000" algn="tr" rotWithShape="0">
              <a:prstClr val="black">
                <a:alpha val="40000"/>
              </a:prstClr>
            </a:outerShdw>
          </a:effectLst>
        </p:spPr>
      </p:pic>
      <p:sp>
        <p:nvSpPr>
          <p:cNvPr id="8" name="Title 7">
            <a:extLst>
              <a:ext uri="{FF2B5EF4-FFF2-40B4-BE49-F238E27FC236}">
                <a16:creationId xmlns:a16="http://schemas.microsoft.com/office/drawing/2014/main" id="{0CACF8D8-5EC9-B93A-A60B-FF2FBBAEEE74}"/>
              </a:ext>
            </a:extLst>
          </p:cNvPr>
          <p:cNvSpPr>
            <a:spLocks noGrp="1"/>
          </p:cNvSpPr>
          <p:nvPr>
            <p:ph type="title"/>
          </p:nvPr>
        </p:nvSpPr>
        <p:spPr/>
        <p:txBody>
          <a:bodyPr/>
          <a:lstStyle/>
          <a:p>
            <a:r>
              <a:rPr lang="en-US" dirty="0" err="1"/>
              <a:t>Catchball</a:t>
            </a:r>
            <a:r>
              <a:rPr lang="en-US" dirty="0"/>
              <a:t> Importance</a:t>
            </a:r>
          </a:p>
        </p:txBody>
      </p:sp>
    </p:spTree>
    <p:custDataLst>
      <p:tags r:id="rId1"/>
    </p:custDataLst>
    <p:extLst>
      <p:ext uri="{BB962C8B-B14F-4D97-AF65-F5344CB8AC3E}">
        <p14:creationId xmlns:p14="http://schemas.microsoft.com/office/powerpoint/2010/main" val="1625776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DDDD3B-CD00-AB89-61A7-A88A5663BF96}"/>
              </a:ext>
            </a:extLst>
          </p:cNvPr>
          <p:cNvSpPr/>
          <p:nvPr/>
        </p:nvSpPr>
        <p:spPr>
          <a:xfrm>
            <a:off x="297713" y="2951946"/>
            <a:ext cx="5015023" cy="1384995"/>
          </a:xfrm>
          <a:prstGeom prst="rect">
            <a:avLst/>
          </a:prstGeom>
        </p:spPr>
        <p:txBody>
          <a:bodyPr wrap="square">
            <a:spAutoFit/>
          </a:bodyPr>
          <a:lstStyle/>
          <a:p>
            <a:r>
              <a:rPr lang="en-US" sz="2800" b="1" dirty="0"/>
              <a:t>How does Strategy Deployment differ from </a:t>
            </a:r>
          </a:p>
          <a:p>
            <a:r>
              <a:rPr lang="en-US" sz="2800" b="1" dirty="0"/>
              <a:t>Daily Management?</a:t>
            </a:r>
          </a:p>
        </p:txBody>
      </p:sp>
      <p:pic>
        <p:nvPicPr>
          <p:cNvPr id="3" name="Picture Placeholder 4">
            <a:extLst>
              <a:ext uri="{FF2B5EF4-FFF2-40B4-BE49-F238E27FC236}">
                <a16:creationId xmlns:a16="http://schemas.microsoft.com/office/drawing/2014/main" id="{BC87DFCD-66FB-D05B-AB72-B6757C052C4C}"/>
              </a:ext>
            </a:extLst>
          </p:cNvPr>
          <p:cNvPicPr>
            <a:picLocks noChangeAspect="1"/>
          </p:cNvPicPr>
          <p:nvPr/>
        </p:nvPicPr>
        <p:blipFill rotWithShape="1">
          <a:blip r:embed="rId3"/>
          <a:srcRect l="4801" t="-392" r="19700" b="392"/>
          <a:stretch/>
        </p:blipFill>
        <p:spPr>
          <a:xfrm>
            <a:off x="5617535" y="914832"/>
            <a:ext cx="5015023" cy="5411107"/>
          </a:xfrm>
          <a:custGeom>
            <a:avLst/>
            <a:gdLst>
              <a:gd name="connsiteX0" fmla="*/ 0 w 4426857"/>
              <a:gd name="connsiteY0" fmla="*/ 0 h 5411107"/>
              <a:gd name="connsiteX1" fmla="*/ 4426857 w 4426857"/>
              <a:gd name="connsiteY1" fmla="*/ 0 h 5411107"/>
              <a:gd name="connsiteX2" fmla="*/ 4426857 w 4426857"/>
              <a:gd name="connsiteY2" fmla="*/ 5411107 h 5411107"/>
              <a:gd name="connsiteX3" fmla="*/ 0 w 4426857"/>
              <a:gd name="connsiteY3" fmla="*/ 5411107 h 5411107"/>
            </a:gdLst>
            <a:ahLst/>
            <a:cxnLst>
              <a:cxn ang="0">
                <a:pos x="connsiteX0" y="connsiteY0"/>
              </a:cxn>
              <a:cxn ang="0">
                <a:pos x="connsiteX1" y="connsiteY1"/>
              </a:cxn>
              <a:cxn ang="0">
                <a:pos x="connsiteX2" y="connsiteY2"/>
              </a:cxn>
              <a:cxn ang="0">
                <a:pos x="connsiteX3" y="connsiteY3"/>
              </a:cxn>
            </a:cxnLst>
            <a:rect l="l" t="t" r="r" b="b"/>
            <a:pathLst>
              <a:path w="4426857" h="5411107">
                <a:moveTo>
                  <a:pt x="0" y="0"/>
                </a:moveTo>
                <a:lnTo>
                  <a:pt x="4426857" y="0"/>
                </a:lnTo>
                <a:lnTo>
                  <a:pt x="4426857" y="5411107"/>
                </a:lnTo>
                <a:lnTo>
                  <a:pt x="0" y="5411107"/>
                </a:lnTo>
                <a:close/>
              </a:path>
            </a:pathLst>
          </a:custGeom>
        </p:spPr>
      </p:pic>
    </p:spTree>
    <p:custDataLst>
      <p:tags r:id="rId1"/>
    </p:custDataLst>
    <p:extLst>
      <p:ext uri="{BB962C8B-B14F-4D97-AF65-F5344CB8AC3E}">
        <p14:creationId xmlns:p14="http://schemas.microsoft.com/office/powerpoint/2010/main" val="2737809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DDDD3B-CD00-AB89-61A7-A88A5663BF96}"/>
              </a:ext>
            </a:extLst>
          </p:cNvPr>
          <p:cNvSpPr/>
          <p:nvPr/>
        </p:nvSpPr>
        <p:spPr>
          <a:xfrm>
            <a:off x="404039" y="1148316"/>
            <a:ext cx="6368902" cy="1384995"/>
          </a:xfrm>
          <a:prstGeom prst="rect">
            <a:avLst/>
          </a:prstGeom>
        </p:spPr>
        <p:txBody>
          <a:bodyPr wrap="square">
            <a:spAutoFit/>
          </a:bodyPr>
          <a:lstStyle/>
          <a:p>
            <a:r>
              <a:rPr lang="en-US" sz="2800" b="1" dirty="0"/>
              <a:t>The Most Common Pitfall:</a:t>
            </a:r>
          </a:p>
          <a:p>
            <a:r>
              <a:rPr lang="en-US" sz="2800" dirty="0"/>
              <a:t>Confusing Strategy Deployment with Daily Management</a:t>
            </a:r>
          </a:p>
        </p:txBody>
      </p:sp>
      <p:pic>
        <p:nvPicPr>
          <p:cNvPr id="3" name="Picture Placeholder 4">
            <a:extLst>
              <a:ext uri="{FF2B5EF4-FFF2-40B4-BE49-F238E27FC236}">
                <a16:creationId xmlns:a16="http://schemas.microsoft.com/office/drawing/2014/main" id="{BC87DFCD-66FB-D05B-AB72-B6757C052C4C}"/>
              </a:ext>
            </a:extLst>
          </p:cNvPr>
          <p:cNvPicPr>
            <a:picLocks noChangeAspect="1"/>
          </p:cNvPicPr>
          <p:nvPr/>
        </p:nvPicPr>
        <p:blipFill rotWithShape="1">
          <a:blip r:embed="rId3"/>
          <a:srcRect l="5506" t="16250" r="18995" b="32859"/>
          <a:stretch/>
        </p:blipFill>
        <p:spPr>
          <a:xfrm>
            <a:off x="288852" y="2947773"/>
            <a:ext cx="5015023" cy="2753833"/>
          </a:xfrm>
          <a:custGeom>
            <a:avLst/>
            <a:gdLst>
              <a:gd name="connsiteX0" fmla="*/ 0 w 4426857"/>
              <a:gd name="connsiteY0" fmla="*/ 0 h 5411107"/>
              <a:gd name="connsiteX1" fmla="*/ 4426857 w 4426857"/>
              <a:gd name="connsiteY1" fmla="*/ 0 h 5411107"/>
              <a:gd name="connsiteX2" fmla="*/ 4426857 w 4426857"/>
              <a:gd name="connsiteY2" fmla="*/ 5411107 h 5411107"/>
              <a:gd name="connsiteX3" fmla="*/ 0 w 4426857"/>
              <a:gd name="connsiteY3" fmla="*/ 5411107 h 5411107"/>
            </a:gdLst>
            <a:ahLst/>
            <a:cxnLst>
              <a:cxn ang="0">
                <a:pos x="connsiteX0" y="connsiteY0"/>
              </a:cxn>
              <a:cxn ang="0">
                <a:pos x="connsiteX1" y="connsiteY1"/>
              </a:cxn>
              <a:cxn ang="0">
                <a:pos x="connsiteX2" y="connsiteY2"/>
              </a:cxn>
              <a:cxn ang="0">
                <a:pos x="connsiteX3" y="connsiteY3"/>
              </a:cxn>
            </a:cxnLst>
            <a:rect l="l" t="t" r="r" b="b"/>
            <a:pathLst>
              <a:path w="4426857" h="5411107">
                <a:moveTo>
                  <a:pt x="0" y="0"/>
                </a:moveTo>
                <a:lnTo>
                  <a:pt x="4426857" y="0"/>
                </a:lnTo>
                <a:lnTo>
                  <a:pt x="4426857" y="5411107"/>
                </a:lnTo>
                <a:lnTo>
                  <a:pt x="0" y="5411107"/>
                </a:lnTo>
                <a:close/>
              </a:path>
            </a:pathLst>
          </a:custGeom>
        </p:spPr>
      </p:pic>
      <p:graphicFrame>
        <p:nvGraphicFramePr>
          <p:cNvPr id="4" name="Table 8">
            <a:extLst>
              <a:ext uri="{FF2B5EF4-FFF2-40B4-BE49-F238E27FC236}">
                <a16:creationId xmlns:a16="http://schemas.microsoft.com/office/drawing/2014/main" id="{093A80C4-74A3-6299-38B7-9E4365F4B0A6}"/>
              </a:ext>
            </a:extLst>
          </p:cNvPr>
          <p:cNvGraphicFramePr>
            <a:graphicFrameLocks noGrp="1"/>
          </p:cNvGraphicFramePr>
          <p:nvPr>
            <p:extLst>
              <p:ext uri="{D42A27DB-BD31-4B8C-83A1-F6EECF244321}">
                <p14:modId xmlns:p14="http://schemas.microsoft.com/office/powerpoint/2010/main" val="1755856682"/>
              </p:ext>
            </p:extLst>
          </p:nvPr>
        </p:nvGraphicFramePr>
        <p:xfrm>
          <a:off x="5579765" y="1104105"/>
          <a:ext cx="5381314" cy="4649790"/>
        </p:xfrm>
        <a:graphic>
          <a:graphicData uri="http://schemas.openxmlformats.org/drawingml/2006/table">
            <a:tbl>
              <a:tblPr firstRow="1" bandRow="1">
                <a:tableStyleId>{5C22544A-7EE6-4342-B048-85BDC9FD1C3A}</a:tableStyleId>
              </a:tblPr>
              <a:tblGrid>
                <a:gridCol w="1308458">
                  <a:extLst>
                    <a:ext uri="{9D8B030D-6E8A-4147-A177-3AD203B41FA5}">
                      <a16:colId xmlns:a16="http://schemas.microsoft.com/office/drawing/2014/main" val="4260498964"/>
                    </a:ext>
                  </a:extLst>
                </a:gridCol>
                <a:gridCol w="2020897">
                  <a:extLst>
                    <a:ext uri="{9D8B030D-6E8A-4147-A177-3AD203B41FA5}">
                      <a16:colId xmlns:a16="http://schemas.microsoft.com/office/drawing/2014/main" val="3326951948"/>
                    </a:ext>
                  </a:extLst>
                </a:gridCol>
                <a:gridCol w="2051959">
                  <a:extLst>
                    <a:ext uri="{9D8B030D-6E8A-4147-A177-3AD203B41FA5}">
                      <a16:colId xmlns:a16="http://schemas.microsoft.com/office/drawing/2014/main" val="757617721"/>
                    </a:ext>
                  </a:extLst>
                </a:gridCol>
              </a:tblGrid>
              <a:tr h="355251">
                <a:tc>
                  <a:txBody>
                    <a:bodyPr/>
                    <a:lstStyle/>
                    <a:p>
                      <a:pPr algn="ctr"/>
                      <a:r>
                        <a:rPr lang="en-US" sz="1400" dirty="0"/>
                        <a:t>Criteria</a:t>
                      </a:r>
                    </a:p>
                  </a:txBody>
                  <a:tcPr anchor="ctr"/>
                </a:tc>
                <a:tc>
                  <a:txBody>
                    <a:bodyPr/>
                    <a:lstStyle/>
                    <a:p>
                      <a:pPr algn="ctr"/>
                      <a:r>
                        <a:rPr lang="en-US" sz="1400" dirty="0"/>
                        <a:t>Strategy Deployment</a:t>
                      </a:r>
                    </a:p>
                  </a:txBody>
                  <a:tcPr anchor="ctr"/>
                </a:tc>
                <a:tc>
                  <a:txBody>
                    <a:bodyPr/>
                    <a:lstStyle/>
                    <a:p>
                      <a:pPr algn="ctr"/>
                      <a:r>
                        <a:rPr lang="en-US" sz="1400" dirty="0"/>
                        <a:t>Daily Management</a:t>
                      </a:r>
                    </a:p>
                  </a:txBody>
                  <a:tcPr anchor="ctr"/>
                </a:tc>
                <a:extLst>
                  <a:ext uri="{0D108BD9-81ED-4DB2-BD59-A6C34878D82A}">
                    <a16:rowId xmlns:a16="http://schemas.microsoft.com/office/drawing/2014/main" val="2811871060"/>
                  </a:ext>
                </a:extLst>
              </a:tr>
              <a:tr h="355251">
                <a:tc>
                  <a:txBody>
                    <a:bodyPr/>
                    <a:lstStyle/>
                    <a:p>
                      <a:pPr algn="ctr"/>
                      <a:r>
                        <a:rPr lang="en-US" sz="1200" b="1" dirty="0"/>
                        <a:t>Focus</a:t>
                      </a:r>
                    </a:p>
                  </a:txBody>
                  <a:tcPr anchor="ctr"/>
                </a:tc>
                <a:tc>
                  <a:txBody>
                    <a:bodyPr/>
                    <a:lstStyle/>
                    <a:p>
                      <a:pPr algn="ctr"/>
                      <a:r>
                        <a:rPr lang="en-US" sz="1200" b="0" dirty="0"/>
                        <a:t>ON the business</a:t>
                      </a:r>
                    </a:p>
                  </a:txBody>
                  <a:tcPr anchor="ctr"/>
                </a:tc>
                <a:tc>
                  <a:txBody>
                    <a:bodyPr/>
                    <a:lstStyle/>
                    <a:p>
                      <a:pPr algn="ctr"/>
                      <a:r>
                        <a:rPr lang="en-US" sz="1200" b="0" dirty="0"/>
                        <a:t>IN the business</a:t>
                      </a:r>
                    </a:p>
                  </a:txBody>
                  <a:tcPr anchor="ctr"/>
                </a:tc>
                <a:extLst>
                  <a:ext uri="{0D108BD9-81ED-4DB2-BD59-A6C34878D82A}">
                    <a16:rowId xmlns:a16="http://schemas.microsoft.com/office/drawing/2014/main" val="1100786149"/>
                  </a:ext>
                </a:extLst>
              </a:tr>
              <a:tr h="355251">
                <a:tc>
                  <a:txBody>
                    <a:bodyPr/>
                    <a:lstStyle/>
                    <a:p>
                      <a:pPr algn="ctr"/>
                      <a:r>
                        <a:rPr lang="en-US" sz="1200" b="1" dirty="0"/>
                        <a:t>People/Teams</a:t>
                      </a:r>
                    </a:p>
                  </a:txBody>
                  <a:tcPr anchor="ctr"/>
                </a:tc>
                <a:tc>
                  <a:txBody>
                    <a:bodyPr/>
                    <a:lstStyle/>
                    <a:p>
                      <a:pPr algn="ctr"/>
                      <a:r>
                        <a:rPr lang="en-US" sz="1200" b="0" dirty="0"/>
                        <a:t>Multi-Functional</a:t>
                      </a:r>
                    </a:p>
                  </a:txBody>
                  <a:tcPr anchor="ctr"/>
                </a:tc>
                <a:tc>
                  <a:txBody>
                    <a:bodyPr/>
                    <a:lstStyle/>
                    <a:p>
                      <a:pPr algn="ctr"/>
                      <a:r>
                        <a:rPr lang="en-US" sz="1200" b="0" dirty="0"/>
                        <a:t>Functional</a:t>
                      </a:r>
                    </a:p>
                  </a:txBody>
                  <a:tcPr anchor="ctr"/>
                </a:tc>
                <a:extLst>
                  <a:ext uri="{0D108BD9-81ED-4DB2-BD59-A6C34878D82A}">
                    <a16:rowId xmlns:a16="http://schemas.microsoft.com/office/drawing/2014/main" val="1034514899"/>
                  </a:ext>
                </a:extLst>
              </a:tr>
              <a:tr h="355251">
                <a:tc>
                  <a:txBody>
                    <a:bodyPr/>
                    <a:lstStyle/>
                    <a:p>
                      <a:pPr algn="ctr"/>
                      <a:r>
                        <a:rPr lang="en-US" sz="1200" b="1" dirty="0"/>
                        <a:t>Initiatives</a:t>
                      </a:r>
                    </a:p>
                  </a:txBody>
                  <a:tcPr anchor="ctr"/>
                </a:tc>
                <a:tc>
                  <a:txBody>
                    <a:bodyPr/>
                    <a:lstStyle/>
                    <a:p>
                      <a:pPr algn="ctr"/>
                      <a:r>
                        <a:rPr lang="en-US" sz="1200" b="0" dirty="0"/>
                        <a:t>Strategic</a:t>
                      </a:r>
                    </a:p>
                  </a:txBody>
                  <a:tcPr anchor="ctr"/>
                </a:tc>
                <a:tc>
                  <a:txBody>
                    <a:bodyPr/>
                    <a:lstStyle/>
                    <a:p>
                      <a:pPr algn="ctr"/>
                      <a:r>
                        <a:rPr lang="en-US" sz="1200" b="0" dirty="0"/>
                        <a:t>Tactical</a:t>
                      </a:r>
                    </a:p>
                  </a:txBody>
                  <a:tcPr anchor="ctr"/>
                </a:tc>
                <a:extLst>
                  <a:ext uri="{0D108BD9-81ED-4DB2-BD59-A6C34878D82A}">
                    <a16:rowId xmlns:a16="http://schemas.microsoft.com/office/drawing/2014/main" val="2272783128"/>
                  </a:ext>
                </a:extLst>
              </a:tr>
              <a:tr h="355251">
                <a:tc>
                  <a:txBody>
                    <a:bodyPr/>
                    <a:lstStyle/>
                    <a:p>
                      <a:pPr algn="ctr"/>
                      <a:r>
                        <a:rPr lang="en-US" sz="1200" b="1" dirty="0"/>
                        <a:t>Scope</a:t>
                      </a:r>
                    </a:p>
                  </a:txBody>
                  <a:tcPr anchor="ctr"/>
                </a:tc>
                <a:tc>
                  <a:txBody>
                    <a:bodyPr/>
                    <a:lstStyle/>
                    <a:p>
                      <a:pPr algn="ctr"/>
                      <a:r>
                        <a:rPr lang="en-US" sz="1200" b="0" dirty="0"/>
                        <a:t>Narrow &amp; Deep</a:t>
                      </a:r>
                    </a:p>
                  </a:txBody>
                  <a:tcPr anchor="ctr"/>
                </a:tc>
                <a:tc>
                  <a:txBody>
                    <a:bodyPr/>
                    <a:lstStyle/>
                    <a:p>
                      <a:pPr algn="ctr"/>
                      <a:r>
                        <a:rPr lang="en-US" sz="1200" b="0" dirty="0"/>
                        <a:t>Wide/Across Enterprise</a:t>
                      </a:r>
                    </a:p>
                  </a:txBody>
                  <a:tcPr anchor="ctr"/>
                </a:tc>
                <a:extLst>
                  <a:ext uri="{0D108BD9-81ED-4DB2-BD59-A6C34878D82A}">
                    <a16:rowId xmlns:a16="http://schemas.microsoft.com/office/drawing/2014/main" val="2885742793"/>
                  </a:ext>
                </a:extLst>
              </a:tr>
              <a:tr h="355251">
                <a:tc>
                  <a:txBody>
                    <a:bodyPr/>
                    <a:lstStyle/>
                    <a:p>
                      <a:pPr algn="ctr"/>
                      <a:r>
                        <a:rPr lang="en-US" sz="1200" b="1" dirty="0"/>
                        <a:t>Metrics</a:t>
                      </a:r>
                    </a:p>
                  </a:txBody>
                  <a:tcPr anchor="ctr"/>
                </a:tc>
                <a:tc>
                  <a:txBody>
                    <a:bodyPr/>
                    <a:lstStyle/>
                    <a:p>
                      <a:pPr algn="ctr"/>
                      <a:r>
                        <a:rPr lang="en-US" sz="1200" b="0" dirty="0"/>
                        <a:t>Few - Strategic</a:t>
                      </a:r>
                    </a:p>
                  </a:txBody>
                  <a:tcPr anchor="ctr"/>
                </a:tc>
                <a:tc>
                  <a:txBody>
                    <a:bodyPr/>
                    <a:lstStyle/>
                    <a:p>
                      <a:pPr algn="ctr"/>
                      <a:r>
                        <a:rPr lang="en-US" sz="1200" b="0" dirty="0"/>
                        <a:t>Many - KPIs</a:t>
                      </a:r>
                    </a:p>
                  </a:txBody>
                  <a:tcPr anchor="ctr"/>
                </a:tc>
                <a:extLst>
                  <a:ext uri="{0D108BD9-81ED-4DB2-BD59-A6C34878D82A}">
                    <a16:rowId xmlns:a16="http://schemas.microsoft.com/office/drawing/2014/main" val="813652427"/>
                  </a:ext>
                </a:extLst>
              </a:tr>
              <a:tr h="355251">
                <a:tc>
                  <a:txBody>
                    <a:bodyPr/>
                    <a:lstStyle/>
                    <a:p>
                      <a:pPr algn="ctr"/>
                      <a:r>
                        <a:rPr lang="en-US" sz="1200" b="1" dirty="0"/>
                        <a:t>Improvement</a:t>
                      </a:r>
                    </a:p>
                  </a:txBody>
                  <a:tcPr anchor="ctr"/>
                </a:tc>
                <a:tc>
                  <a:txBody>
                    <a:bodyPr/>
                    <a:lstStyle/>
                    <a:p>
                      <a:pPr algn="ctr"/>
                      <a:r>
                        <a:rPr lang="en-US" sz="1200" b="0" dirty="0"/>
                        <a:t>Breakthrough</a:t>
                      </a:r>
                    </a:p>
                  </a:txBody>
                  <a:tcPr anchor="ctr"/>
                </a:tc>
                <a:tc>
                  <a:txBody>
                    <a:bodyPr/>
                    <a:lstStyle/>
                    <a:p>
                      <a:pPr algn="ctr"/>
                      <a:r>
                        <a:rPr lang="en-US" sz="1200" b="0" dirty="0"/>
                        <a:t>Incremental</a:t>
                      </a:r>
                    </a:p>
                  </a:txBody>
                  <a:tcPr anchor="ctr"/>
                </a:tc>
                <a:extLst>
                  <a:ext uri="{0D108BD9-81ED-4DB2-BD59-A6C34878D82A}">
                    <a16:rowId xmlns:a16="http://schemas.microsoft.com/office/drawing/2014/main" val="1813054305"/>
                  </a:ext>
                </a:extLst>
              </a:tr>
              <a:tr h="355251">
                <a:tc>
                  <a:txBody>
                    <a:bodyPr/>
                    <a:lstStyle/>
                    <a:p>
                      <a:pPr algn="ctr"/>
                      <a:r>
                        <a:rPr lang="en-US" sz="1200" b="1" dirty="0"/>
                        <a:t>Financial</a:t>
                      </a:r>
                    </a:p>
                  </a:txBody>
                  <a:tcPr anchor="ctr"/>
                </a:tc>
                <a:tc>
                  <a:txBody>
                    <a:bodyPr/>
                    <a:lstStyle/>
                    <a:p>
                      <a:pPr algn="ctr"/>
                      <a:r>
                        <a:rPr lang="en-US" sz="1200" b="0" dirty="0"/>
                        <a:t>Beyond Budget</a:t>
                      </a:r>
                    </a:p>
                  </a:txBody>
                  <a:tcPr anchor="ctr"/>
                </a:tc>
                <a:tc>
                  <a:txBody>
                    <a:bodyPr/>
                    <a:lstStyle/>
                    <a:p>
                      <a:pPr algn="ctr"/>
                      <a:r>
                        <a:rPr lang="en-US" sz="1200" b="0" dirty="0"/>
                        <a:t> Budget</a:t>
                      </a:r>
                    </a:p>
                  </a:txBody>
                  <a:tcPr anchor="ctr"/>
                </a:tc>
                <a:extLst>
                  <a:ext uri="{0D108BD9-81ED-4DB2-BD59-A6C34878D82A}">
                    <a16:rowId xmlns:a16="http://schemas.microsoft.com/office/drawing/2014/main" val="949022626"/>
                  </a:ext>
                </a:extLst>
              </a:tr>
              <a:tr h="355251">
                <a:tc>
                  <a:txBody>
                    <a:bodyPr/>
                    <a:lstStyle/>
                    <a:p>
                      <a:pPr algn="ctr"/>
                      <a:r>
                        <a:rPr lang="en-US" sz="1200" b="1" dirty="0"/>
                        <a:t>Involvement</a:t>
                      </a:r>
                    </a:p>
                  </a:txBody>
                  <a:tcPr anchor="ctr"/>
                </a:tc>
                <a:tc>
                  <a:txBody>
                    <a:bodyPr/>
                    <a:lstStyle/>
                    <a:p>
                      <a:pPr algn="ctr"/>
                      <a:r>
                        <a:rPr lang="en-US" sz="1200" b="0" dirty="0"/>
                        <a:t>Select Few</a:t>
                      </a:r>
                    </a:p>
                  </a:txBody>
                  <a:tcPr anchor="ctr"/>
                </a:tc>
                <a:tc>
                  <a:txBody>
                    <a:bodyPr/>
                    <a:lstStyle/>
                    <a:p>
                      <a:pPr algn="ctr"/>
                      <a:r>
                        <a:rPr lang="en-US" sz="1200" b="0" dirty="0"/>
                        <a:t>All</a:t>
                      </a:r>
                    </a:p>
                  </a:txBody>
                  <a:tcPr anchor="ctr"/>
                </a:tc>
                <a:extLst>
                  <a:ext uri="{0D108BD9-81ED-4DB2-BD59-A6C34878D82A}">
                    <a16:rowId xmlns:a16="http://schemas.microsoft.com/office/drawing/2014/main" val="3934179134"/>
                  </a:ext>
                </a:extLst>
              </a:tr>
              <a:tr h="613173">
                <a:tc>
                  <a:txBody>
                    <a:bodyPr/>
                    <a:lstStyle/>
                    <a:p>
                      <a:pPr algn="ctr"/>
                      <a:r>
                        <a:rPr lang="en-US" sz="1200" b="1" dirty="0"/>
                        <a:t>Kaizen Resource Allocation</a:t>
                      </a:r>
                    </a:p>
                  </a:txBody>
                  <a:tcPr anchor="ctr"/>
                </a:tc>
                <a:tc>
                  <a:txBody>
                    <a:bodyPr/>
                    <a:lstStyle/>
                    <a:p>
                      <a:pPr algn="ctr"/>
                      <a:r>
                        <a:rPr lang="en-US" sz="1200" b="0" dirty="0"/>
                        <a:t>70%</a:t>
                      </a:r>
                    </a:p>
                  </a:txBody>
                  <a:tcPr anchor="ctr"/>
                </a:tc>
                <a:tc>
                  <a:txBody>
                    <a:bodyPr/>
                    <a:lstStyle/>
                    <a:p>
                      <a:pPr algn="ctr"/>
                      <a:r>
                        <a:rPr lang="en-US" sz="1200" b="0" dirty="0"/>
                        <a:t>30%</a:t>
                      </a:r>
                    </a:p>
                  </a:txBody>
                  <a:tcPr anchor="ctr"/>
                </a:tc>
                <a:extLst>
                  <a:ext uri="{0D108BD9-81ED-4DB2-BD59-A6C34878D82A}">
                    <a16:rowId xmlns:a16="http://schemas.microsoft.com/office/drawing/2014/main" val="2864063564"/>
                  </a:ext>
                </a:extLst>
              </a:tr>
              <a:tr h="355251">
                <a:tc>
                  <a:txBody>
                    <a:bodyPr/>
                    <a:lstStyle/>
                    <a:p>
                      <a:pPr algn="ctr"/>
                      <a:r>
                        <a:rPr lang="en-US" sz="1200" b="1" dirty="0"/>
                        <a:t>Review Cycle</a:t>
                      </a:r>
                    </a:p>
                  </a:txBody>
                  <a:tcPr anchor="ctr"/>
                </a:tc>
                <a:tc>
                  <a:txBody>
                    <a:bodyPr/>
                    <a:lstStyle/>
                    <a:p>
                      <a:pPr algn="ctr"/>
                      <a:r>
                        <a:rPr lang="en-US" sz="1200" b="0" dirty="0"/>
                        <a:t>Weekly/Monthly</a:t>
                      </a:r>
                    </a:p>
                  </a:txBody>
                  <a:tcPr anchor="ctr"/>
                </a:tc>
                <a:tc>
                  <a:txBody>
                    <a:bodyPr/>
                    <a:lstStyle/>
                    <a:p>
                      <a:pPr algn="ctr"/>
                      <a:r>
                        <a:rPr lang="en-US" sz="1200" b="0" dirty="0"/>
                        <a:t>Hourly/Daily</a:t>
                      </a:r>
                    </a:p>
                  </a:txBody>
                  <a:tcPr anchor="ctr"/>
                </a:tc>
                <a:extLst>
                  <a:ext uri="{0D108BD9-81ED-4DB2-BD59-A6C34878D82A}">
                    <a16:rowId xmlns:a16="http://schemas.microsoft.com/office/drawing/2014/main" val="177627218"/>
                  </a:ext>
                </a:extLst>
              </a:tr>
              <a:tr h="437980">
                <a:tc>
                  <a:txBody>
                    <a:bodyPr/>
                    <a:lstStyle/>
                    <a:p>
                      <a:pPr algn="ctr"/>
                      <a:r>
                        <a:rPr lang="en-US" sz="1200" b="1" dirty="0"/>
                        <a:t>Management Focus</a:t>
                      </a:r>
                    </a:p>
                  </a:txBody>
                  <a:tcPr anchor="ctr"/>
                </a:tc>
                <a:tc>
                  <a:txBody>
                    <a:bodyPr/>
                    <a:lstStyle/>
                    <a:p>
                      <a:pPr algn="ctr"/>
                      <a:r>
                        <a:rPr lang="en-US" sz="1200" b="0" dirty="0"/>
                        <a:t>Senior</a:t>
                      </a:r>
                    </a:p>
                  </a:txBody>
                  <a:tcPr anchor="ctr"/>
                </a:tc>
                <a:tc>
                  <a:txBody>
                    <a:bodyPr/>
                    <a:lstStyle/>
                    <a:p>
                      <a:pPr algn="ctr"/>
                      <a:r>
                        <a:rPr lang="en-US" sz="1200" b="0" dirty="0"/>
                        <a:t>Middle &amp; Below</a:t>
                      </a:r>
                    </a:p>
                  </a:txBody>
                  <a:tcPr anchor="ctr"/>
                </a:tc>
                <a:extLst>
                  <a:ext uri="{0D108BD9-81ED-4DB2-BD59-A6C34878D82A}">
                    <a16:rowId xmlns:a16="http://schemas.microsoft.com/office/drawing/2014/main" val="838198373"/>
                  </a:ext>
                </a:extLst>
              </a:tr>
            </a:tbl>
          </a:graphicData>
        </a:graphic>
      </p:graphicFrame>
      <p:sp>
        <p:nvSpPr>
          <p:cNvPr id="5" name="Text Box 13">
            <a:extLst>
              <a:ext uri="{FF2B5EF4-FFF2-40B4-BE49-F238E27FC236}">
                <a16:creationId xmlns:a16="http://schemas.microsoft.com/office/drawing/2014/main" id="{EE6C151B-24B7-B01D-E568-D0808D714477}"/>
              </a:ext>
            </a:extLst>
          </p:cNvPr>
          <p:cNvSpPr txBox="1">
            <a:spLocks noChangeArrowheads="1"/>
          </p:cNvSpPr>
          <p:nvPr/>
        </p:nvSpPr>
        <p:spPr bwMode="auto">
          <a:xfrm>
            <a:off x="1705075" y="5916013"/>
            <a:ext cx="8781850" cy="400110"/>
          </a:xfrm>
          <a:prstGeom prst="rect">
            <a:avLst/>
          </a:prstGeom>
          <a:solidFill>
            <a:srgbClr val="EAEAEA"/>
          </a:solidFill>
          <a:ln w="25400">
            <a:solidFill>
              <a:schemeClr val="tx1"/>
            </a:solidFill>
            <a:miter lim="800000"/>
            <a:headEnd/>
            <a:tailEnd/>
          </a:ln>
        </p:spPr>
        <p:txBody>
          <a:bodyPr wrap="square" anchor="b" anchorCtr="1">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itchFamily="2" charset="2"/>
              <a:buNone/>
            </a:pPr>
            <a:r>
              <a:rPr lang="en-US" altLang="en-US" sz="2000" b="0" i="1" dirty="0">
                <a:latin typeface="+mn-lt"/>
              </a:rPr>
              <a:t>QUESTION: Are you confusing Strategy Deployment with Daily Management?</a:t>
            </a:r>
            <a:endParaRPr lang="en-US" altLang="en-US" sz="2000" b="0" i="1" dirty="0">
              <a:solidFill>
                <a:srgbClr val="000066"/>
              </a:solidFill>
              <a:latin typeface="+mn-lt"/>
            </a:endParaRPr>
          </a:p>
        </p:txBody>
      </p:sp>
    </p:spTree>
    <p:custDataLst>
      <p:tags r:id="rId1"/>
    </p:custDataLst>
    <p:extLst>
      <p:ext uri="{BB962C8B-B14F-4D97-AF65-F5344CB8AC3E}">
        <p14:creationId xmlns:p14="http://schemas.microsoft.com/office/powerpoint/2010/main" val="26877359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DDDD3B-CD00-AB89-61A7-A88A5663BF96}"/>
              </a:ext>
            </a:extLst>
          </p:cNvPr>
          <p:cNvSpPr/>
          <p:nvPr/>
        </p:nvSpPr>
        <p:spPr>
          <a:xfrm>
            <a:off x="297713" y="2951946"/>
            <a:ext cx="6368902" cy="1384995"/>
          </a:xfrm>
          <a:prstGeom prst="rect">
            <a:avLst/>
          </a:prstGeom>
        </p:spPr>
        <p:txBody>
          <a:bodyPr wrap="square">
            <a:spAutoFit/>
          </a:bodyPr>
          <a:lstStyle/>
          <a:p>
            <a:r>
              <a:rPr lang="en-US" sz="2800" dirty="0"/>
              <a:t>What are </a:t>
            </a:r>
            <a:r>
              <a:rPr lang="en-US" sz="2800" b="1" dirty="0"/>
              <a:t>Breakthrough Objectives</a:t>
            </a:r>
            <a:r>
              <a:rPr lang="en-US" sz="2800" dirty="0"/>
              <a:t>, and why are they important when establishing your Strategy?</a:t>
            </a:r>
          </a:p>
        </p:txBody>
      </p:sp>
      <p:pic>
        <p:nvPicPr>
          <p:cNvPr id="3" name="Picture Placeholder 4">
            <a:extLst>
              <a:ext uri="{FF2B5EF4-FFF2-40B4-BE49-F238E27FC236}">
                <a16:creationId xmlns:a16="http://schemas.microsoft.com/office/drawing/2014/main" id="{BC87DFCD-66FB-D05B-AB72-B6757C052C4C}"/>
              </a:ext>
            </a:extLst>
          </p:cNvPr>
          <p:cNvPicPr>
            <a:picLocks noChangeAspect="1"/>
          </p:cNvPicPr>
          <p:nvPr/>
        </p:nvPicPr>
        <p:blipFill rotWithShape="1">
          <a:blip r:embed="rId3"/>
          <a:srcRect t="-51" b="-885"/>
          <a:stretch/>
        </p:blipFill>
        <p:spPr>
          <a:xfrm>
            <a:off x="6801051" y="1130301"/>
            <a:ext cx="3280628" cy="5092700"/>
          </a:xfrm>
          <a:custGeom>
            <a:avLst/>
            <a:gdLst>
              <a:gd name="connsiteX0" fmla="*/ 0 w 4426857"/>
              <a:gd name="connsiteY0" fmla="*/ 0 h 5411107"/>
              <a:gd name="connsiteX1" fmla="*/ 4426857 w 4426857"/>
              <a:gd name="connsiteY1" fmla="*/ 0 h 5411107"/>
              <a:gd name="connsiteX2" fmla="*/ 4426857 w 4426857"/>
              <a:gd name="connsiteY2" fmla="*/ 5411107 h 5411107"/>
              <a:gd name="connsiteX3" fmla="*/ 0 w 4426857"/>
              <a:gd name="connsiteY3" fmla="*/ 5411107 h 5411107"/>
            </a:gdLst>
            <a:ahLst/>
            <a:cxnLst>
              <a:cxn ang="0">
                <a:pos x="connsiteX0" y="connsiteY0"/>
              </a:cxn>
              <a:cxn ang="0">
                <a:pos x="connsiteX1" y="connsiteY1"/>
              </a:cxn>
              <a:cxn ang="0">
                <a:pos x="connsiteX2" y="connsiteY2"/>
              </a:cxn>
              <a:cxn ang="0">
                <a:pos x="connsiteX3" y="connsiteY3"/>
              </a:cxn>
            </a:cxnLst>
            <a:rect l="l" t="t" r="r" b="b"/>
            <a:pathLst>
              <a:path w="4426857" h="5411107">
                <a:moveTo>
                  <a:pt x="0" y="0"/>
                </a:moveTo>
                <a:lnTo>
                  <a:pt x="4426857" y="0"/>
                </a:lnTo>
                <a:lnTo>
                  <a:pt x="4426857" y="5411107"/>
                </a:lnTo>
                <a:lnTo>
                  <a:pt x="0" y="5411107"/>
                </a:lnTo>
                <a:close/>
              </a:path>
            </a:pathLst>
          </a:custGeom>
        </p:spPr>
      </p:pic>
    </p:spTree>
    <p:custDataLst>
      <p:tags r:id="rId1"/>
    </p:custDataLst>
    <p:extLst>
      <p:ext uri="{BB962C8B-B14F-4D97-AF65-F5344CB8AC3E}">
        <p14:creationId xmlns:p14="http://schemas.microsoft.com/office/powerpoint/2010/main" val="29726479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545B0-B7DB-471E-DDD4-B7BB309BB8B2}"/>
              </a:ext>
            </a:extLst>
          </p:cNvPr>
          <p:cNvSpPr>
            <a:spLocks noGrp="1"/>
          </p:cNvSpPr>
          <p:nvPr>
            <p:ph type="title"/>
          </p:nvPr>
        </p:nvSpPr>
        <p:spPr/>
        <p:txBody>
          <a:bodyPr>
            <a:normAutofit fontScale="90000"/>
          </a:bodyPr>
          <a:lstStyle/>
          <a:p>
            <a:r>
              <a:rPr lang="en-US" altLang="en-US" sz="3200" b="1" dirty="0">
                <a:latin typeface="+mn-lt"/>
                <a:ea typeface="ＭＳ Ｐゴシック" panose="020B0600070205080204" pitchFamily="34" charset="-128"/>
              </a:rPr>
              <a:t>Long-Term (Breakthrough) Objectives - Checklist</a:t>
            </a:r>
            <a:endParaRPr lang="en-US" dirty="0"/>
          </a:p>
        </p:txBody>
      </p:sp>
      <p:sp>
        <p:nvSpPr>
          <p:cNvPr id="4" name="Text Placeholder 3">
            <a:extLst>
              <a:ext uri="{FF2B5EF4-FFF2-40B4-BE49-F238E27FC236}">
                <a16:creationId xmlns:a16="http://schemas.microsoft.com/office/drawing/2014/main" id="{A2E6BAB2-B999-A4AA-4A7C-2D3A7B0E9560}"/>
              </a:ext>
            </a:extLst>
          </p:cNvPr>
          <p:cNvSpPr>
            <a:spLocks noGrp="1"/>
          </p:cNvSpPr>
          <p:nvPr>
            <p:ph type="body" sz="half" idx="2"/>
          </p:nvPr>
        </p:nvSpPr>
        <p:spPr>
          <a:xfrm>
            <a:off x="839788" y="2148836"/>
            <a:ext cx="4976812" cy="4124964"/>
          </a:xfrm>
        </p:spPr>
        <p:txBody>
          <a:bodyPr>
            <a:normAutofit fontScale="77500" lnSpcReduction="20000"/>
          </a:bodyPr>
          <a:lstStyle/>
          <a:p>
            <a:pPr>
              <a:lnSpc>
                <a:spcPct val="120000"/>
              </a:lnSpc>
            </a:pPr>
            <a:r>
              <a:rPr lang="en-US" sz="2400" b="1" dirty="0"/>
              <a:t>Are Long-Term (Breakthrough) Objectives…</a:t>
            </a:r>
          </a:p>
          <a:p>
            <a:pPr marL="285750" indent="-285750">
              <a:lnSpc>
                <a:spcPct val="120000"/>
              </a:lnSpc>
              <a:buFont typeface="Wingdings" panose="05000000000000000000" pitchFamily="2" charset="2"/>
              <a:buChar char=""/>
            </a:pPr>
            <a:r>
              <a:rPr lang="en-US" sz="2400" dirty="0"/>
              <a:t>Significant benefit to the organization?</a:t>
            </a:r>
          </a:p>
          <a:p>
            <a:pPr marL="285750" indent="-285750">
              <a:lnSpc>
                <a:spcPct val="120000"/>
              </a:lnSpc>
              <a:buFont typeface="Wingdings" panose="05000000000000000000" pitchFamily="2" charset="2"/>
              <a:buChar char=""/>
            </a:pPr>
            <a:r>
              <a:rPr lang="en-US" sz="2400" dirty="0"/>
              <a:t>Tied to the Strat Plan?</a:t>
            </a:r>
          </a:p>
          <a:p>
            <a:pPr marL="285750" indent="-285750">
              <a:lnSpc>
                <a:spcPct val="120000"/>
              </a:lnSpc>
              <a:buFont typeface="Wingdings" panose="05000000000000000000" pitchFamily="2" charset="2"/>
              <a:buChar char=""/>
            </a:pPr>
            <a:r>
              <a:rPr lang="en-US" sz="2400" dirty="0"/>
              <a:t>Customer-focused?</a:t>
            </a:r>
          </a:p>
          <a:p>
            <a:pPr marL="285750" indent="-285750">
              <a:lnSpc>
                <a:spcPct val="120000"/>
              </a:lnSpc>
              <a:buFont typeface="Wingdings" panose="05000000000000000000" pitchFamily="2" charset="2"/>
              <a:buChar char=""/>
            </a:pPr>
            <a:r>
              <a:rPr lang="en-US" sz="2400" dirty="0"/>
              <a:t>Truly Stretch?</a:t>
            </a:r>
          </a:p>
          <a:p>
            <a:pPr marL="285750" indent="-285750">
              <a:lnSpc>
                <a:spcPct val="120000"/>
              </a:lnSpc>
              <a:buFont typeface="Wingdings" panose="05000000000000000000" pitchFamily="2" charset="2"/>
              <a:buChar char=""/>
            </a:pPr>
            <a:r>
              <a:rPr lang="en-US" sz="2400" dirty="0"/>
              <a:t>Enlisting cross-functional involvement?</a:t>
            </a:r>
          </a:p>
          <a:p>
            <a:pPr marL="285750" indent="-285750">
              <a:lnSpc>
                <a:spcPct val="120000"/>
              </a:lnSpc>
              <a:buFont typeface="Wingdings" panose="05000000000000000000" pitchFamily="2" charset="2"/>
              <a:buChar char=""/>
            </a:pPr>
            <a:r>
              <a:rPr lang="en-US" sz="2400" dirty="0"/>
              <a:t>Resulting in a new system or new way of doing business?</a:t>
            </a:r>
          </a:p>
          <a:p>
            <a:pPr marL="285750" indent="-285750">
              <a:lnSpc>
                <a:spcPct val="120000"/>
              </a:lnSpc>
              <a:buFont typeface="Wingdings" panose="05000000000000000000" pitchFamily="2" charset="2"/>
              <a:buChar char=""/>
            </a:pPr>
            <a:r>
              <a:rPr lang="en-US" sz="2400" dirty="0"/>
              <a:t>Not already learned? (Do we already know how to do it?)</a:t>
            </a:r>
          </a:p>
        </p:txBody>
      </p:sp>
      <p:pic>
        <p:nvPicPr>
          <p:cNvPr id="6" name="Picture Placeholder 5">
            <a:extLst>
              <a:ext uri="{FF2B5EF4-FFF2-40B4-BE49-F238E27FC236}">
                <a16:creationId xmlns:a16="http://schemas.microsoft.com/office/drawing/2014/main" id="{4A07FA52-845E-7D24-4038-05CF63DC1ED1}"/>
              </a:ext>
            </a:extLst>
          </p:cNvPr>
          <p:cNvPicPr>
            <a:picLocks noGrp="1" noChangeAspect="1"/>
          </p:cNvPicPr>
          <p:nvPr>
            <p:ph type="pic" idx="1"/>
          </p:nvPr>
        </p:nvPicPr>
        <p:blipFill rotWithShape="1">
          <a:blip r:embed="rId3"/>
          <a:srcRect t="121" b="-6149"/>
          <a:stretch/>
        </p:blipFill>
        <p:spPr>
          <a:xfrm rot="20839358">
            <a:off x="6945385" y="1279092"/>
            <a:ext cx="3559824" cy="4660900"/>
          </a:xfrm>
          <a:prstGeom prst="rect">
            <a:avLst/>
          </a:prstGeom>
        </p:spPr>
      </p:pic>
    </p:spTree>
    <p:custDataLst>
      <p:tags r:id="rId1"/>
    </p:custDataLst>
    <p:extLst>
      <p:ext uri="{BB962C8B-B14F-4D97-AF65-F5344CB8AC3E}">
        <p14:creationId xmlns:p14="http://schemas.microsoft.com/office/powerpoint/2010/main" val="22673502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6417B-F2E2-E917-5156-04C33DF419EE}"/>
              </a:ext>
            </a:extLst>
          </p:cNvPr>
          <p:cNvSpPr>
            <a:spLocks noGrp="1"/>
          </p:cNvSpPr>
          <p:nvPr>
            <p:ph type="title"/>
          </p:nvPr>
        </p:nvSpPr>
        <p:spPr/>
        <p:txBody>
          <a:bodyPr/>
          <a:lstStyle/>
          <a:p>
            <a:r>
              <a:rPr lang="en-US" dirty="0">
                <a:latin typeface="+mn-lt"/>
              </a:rPr>
              <a:t>Breakthrough Examples</a:t>
            </a:r>
          </a:p>
        </p:txBody>
      </p:sp>
      <p:grpSp>
        <p:nvGrpSpPr>
          <p:cNvPr id="13" name="Group 12">
            <a:extLst>
              <a:ext uri="{FF2B5EF4-FFF2-40B4-BE49-F238E27FC236}">
                <a16:creationId xmlns:a16="http://schemas.microsoft.com/office/drawing/2014/main" id="{99D83127-ACFB-332C-0F4D-ECE8F3D41518}"/>
              </a:ext>
            </a:extLst>
          </p:cNvPr>
          <p:cNvGrpSpPr/>
          <p:nvPr/>
        </p:nvGrpSpPr>
        <p:grpSpPr>
          <a:xfrm>
            <a:off x="749301" y="1879600"/>
            <a:ext cx="10604500" cy="4260903"/>
            <a:chOff x="1365267" y="1339902"/>
            <a:chExt cx="8315326" cy="4800601"/>
          </a:xfrm>
        </p:grpSpPr>
        <p:sp>
          <p:nvSpPr>
            <p:cNvPr id="3" name="Rectangle 4">
              <a:extLst>
                <a:ext uri="{FF2B5EF4-FFF2-40B4-BE49-F238E27FC236}">
                  <a16:creationId xmlns:a16="http://schemas.microsoft.com/office/drawing/2014/main" id="{9A8066C4-B350-48BA-9E2D-4945B6334144}"/>
                </a:ext>
              </a:extLst>
            </p:cNvPr>
            <p:cNvSpPr>
              <a:spLocks noChangeArrowheads="1"/>
            </p:cNvSpPr>
            <p:nvPr/>
          </p:nvSpPr>
          <p:spPr bwMode="auto">
            <a:xfrm>
              <a:off x="5318142" y="1339902"/>
              <a:ext cx="4170362" cy="312738"/>
            </a:xfrm>
            <a:prstGeom prst="rect">
              <a:avLst/>
            </a:prstGeom>
            <a:solidFill>
              <a:schemeClr val="accent6"/>
            </a:solidFill>
            <a:ln w="12700" cap="sq">
              <a:solidFill>
                <a:srgbClr val="000000"/>
              </a:solidFill>
              <a:miter lim="800000"/>
              <a:headEnd/>
              <a:tailEnd/>
            </a:ln>
          </p:spPr>
          <p:txBody>
            <a:bodyPr wrap="none" anchor="ctr" anchorCtr="1"/>
            <a:lstStyle>
              <a:lvl1pPr eaLnBrk="0" hangingPunct="0">
                <a:defRPr sz="900" b="1">
                  <a:solidFill>
                    <a:schemeClr val="bg1"/>
                  </a:solidFill>
                  <a:latin typeface="Wingdings 3" pitchFamily="2" charset="2"/>
                  <a:ea typeface="ＭＳ Ｐゴシック" panose="020B0600070205080204" pitchFamily="34" charset="-128"/>
                </a:defRPr>
              </a:lvl1pPr>
              <a:lvl2pPr marL="742950" indent="-285750" eaLnBrk="0" hangingPunct="0">
                <a:defRPr sz="900" b="1">
                  <a:solidFill>
                    <a:schemeClr val="bg1"/>
                  </a:solidFill>
                  <a:latin typeface="Wingdings 3" pitchFamily="2" charset="2"/>
                  <a:ea typeface="ＭＳ Ｐゴシック" panose="020B0600070205080204" pitchFamily="34" charset="-128"/>
                </a:defRPr>
              </a:lvl2pPr>
              <a:lvl3pPr marL="1143000" indent="-228600" eaLnBrk="0" hangingPunct="0">
                <a:defRPr sz="900" b="1">
                  <a:solidFill>
                    <a:schemeClr val="bg1"/>
                  </a:solidFill>
                  <a:latin typeface="Wingdings 3" pitchFamily="2" charset="2"/>
                  <a:ea typeface="ＭＳ Ｐゴシック" panose="020B0600070205080204" pitchFamily="34" charset="-128"/>
                </a:defRPr>
              </a:lvl3pPr>
              <a:lvl4pPr marL="1600200" indent="-228600" eaLnBrk="0" hangingPunct="0">
                <a:defRPr sz="900" b="1">
                  <a:solidFill>
                    <a:schemeClr val="bg1"/>
                  </a:solidFill>
                  <a:latin typeface="Wingdings 3" pitchFamily="2" charset="2"/>
                  <a:ea typeface="ＭＳ Ｐゴシック" panose="020B0600070205080204" pitchFamily="34" charset="-128"/>
                </a:defRPr>
              </a:lvl4pPr>
              <a:lvl5pPr marL="2057400" indent="-228600" eaLnBrk="0" hangingPunct="0">
                <a:defRPr sz="900" b="1">
                  <a:solidFill>
                    <a:schemeClr val="bg1"/>
                  </a:solidFill>
                  <a:latin typeface="Wingdings 3" pitchFamily="2" charset="2"/>
                  <a:ea typeface="ＭＳ Ｐゴシック"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9pPr>
            </a:lstStyle>
            <a:p>
              <a:pPr marL="0" marR="0" lvl="0" indent="0" algn="ctr" defTabSz="914400" eaLnBrk="0" fontAlgn="auto" latinLnBrk="0" hangingPunct="0">
                <a:lnSpc>
                  <a:spcPct val="80000"/>
                </a:lnSpc>
                <a:spcBef>
                  <a:spcPct val="20000"/>
                </a:spcBef>
                <a:spcAft>
                  <a:spcPts val="0"/>
                </a:spcAft>
                <a:buClrTx/>
                <a:buSzTx/>
                <a:buFontTx/>
                <a:buNone/>
                <a:tabLst/>
                <a:defRPr/>
              </a:pPr>
              <a:r>
                <a:rPr kumimoji="0" lang="en-US" altLang="en-US" sz="1800" b="1" i="0" u="none" strike="noStrike" kern="0" cap="none" spc="0" normalizeH="0" baseline="0" noProof="0" dirty="0">
                  <a:ln>
                    <a:noFill/>
                  </a:ln>
                  <a:solidFill>
                    <a:srgbClr val="FFFFFF"/>
                  </a:solidFill>
                  <a:effectLst/>
                  <a:uLnTx/>
                  <a:uFillTx/>
                  <a:latin typeface="+mn-lt"/>
                  <a:ea typeface="ＭＳ Ｐゴシック" panose="020B0600070205080204" pitchFamily="34" charset="-128"/>
                </a:rPr>
                <a:t>Financial</a:t>
              </a:r>
            </a:p>
          </p:txBody>
        </p:sp>
        <p:sp>
          <p:nvSpPr>
            <p:cNvPr id="4" name="Rectangle 5">
              <a:extLst>
                <a:ext uri="{FF2B5EF4-FFF2-40B4-BE49-F238E27FC236}">
                  <a16:creationId xmlns:a16="http://schemas.microsoft.com/office/drawing/2014/main" id="{E4F30F24-5640-6195-BA04-51EF7E04D3AD}"/>
                </a:ext>
              </a:extLst>
            </p:cNvPr>
            <p:cNvSpPr>
              <a:spLocks noChangeArrowheads="1"/>
            </p:cNvSpPr>
            <p:nvPr/>
          </p:nvSpPr>
          <p:spPr bwMode="auto">
            <a:xfrm>
              <a:off x="5319730" y="1665341"/>
              <a:ext cx="428466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285750" indent="-285750" eaLnBrk="0" hangingPunct="0">
                <a:defRPr sz="900" b="1">
                  <a:solidFill>
                    <a:schemeClr val="bg1"/>
                  </a:solidFill>
                  <a:latin typeface="Wingdings 3" pitchFamily="2" charset="2"/>
                  <a:ea typeface="ＭＳ Ｐゴシック" panose="020B0600070205080204" pitchFamily="34" charset="-128"/>
                </a:defRPr>
              </a:lvl1pPr>
              <a:lvl2pPr marL="742950" indent="-285750" eaLnBrk="0" hangingPunct="0">
                <a:defRPr sz="900" b="1">
                  <a:solidFill>
                    <a:schemeClr val="bg1"/>
                  </a:solidFill>
                  <a:latin typeface="Wingdings 3" pitchFamily="2" charset="2"/>
                  <a:ea typeface="ＭＳ Ｐゴシック" panose="020B0600070205080204" pitchFamily="34" charset="-128"/>
                </a:defRPr>
              </a:lvl2pPr>
              <a:lvl3pPr marL="1143000" indent="-228600" eaLnBrk="0" hangingPunct="0">
                <a:defRPr sz="900" b="1">
                  <a:solidFill>
                    <a:schemeClr val="bg1"/>
                  </a:solidFill>
                  <a:latin typeface="Wingdings 3" pitchFamily="2" charset="2"/>
                  <a:ea typeface="ＭＳ Ｐゴシック" panose="020B0600070205080204" pitchFamily="34" charset="-128"/>
                </a:defRPr>
              </a:lvl3pPr>
              <a:lvl4pPr marL="1600200" indent="-228600" eaLnBrk="0" hangingPunct="0">
                <a:defRPr sz="900" b="1">
                  <a:solidFill>
                    <a:schemeClr val="bg1"/>
                  </a:solidFill>
                  <a:latin typeface="Wingdings 3" pitchFamily="2" charset="2"/>
                  <a:ea typeface="ＭＳ Ｐゴシック" panose="020B0600070205080204" pitchFamily="34" charset="-128"/>
                </a:defRPr>
              </a:lvl4pPr>
              <a:lvl5pPr marL="2057400" indent="-228600" eaLnBrk="0" hangingPunct="0">
                <a:defRPr sz="900" b="1">
                  <a:solidFill>
                    <a:schemeClr val="bg1"/>
                  </a:solidFill>
                  <a:latin typeface="Wingdings 3" pitchFamily="2" charset="2"/>
                  <a:ea typeface="ＭＳ Ｐゴシック"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9pPr>
            </a:lstStyle>
            <a:p>
              <a:pPr>
                <a:lnSpc>
                  <a:spcPct val="115000"/>
                </a:lnSpc>
                <a:buSzPct val="125000"/>
                <a:buFont typeface="Arial" panose="020B0604020202020204" pitchFamily="34" charset="0"/>
                <a:buChar char="•"/>
              </a:pPr>
              <a:r>
                <a:rPr lang="en-US" altLang="en-US" sz="1400" dirty="0">
                  <a:solidFill>
                    <a:srgbClr val="000000"/>
                  </a:solidFill>
                  <a:latin typeface="+mn-lt"/>
                </a:rPr>
                <a:t>Achieve upper quartile financial performance as compared to peer companies from $X EBITA to $Y EBITA by FY20XX </a:t>
              </a:r>
            </a:p>
            <a:p>
              <a:pPr>
                <a:lnSpc>
                  <a:spcPct val="115000"/>
                </a:lnSpc>
                <a:buSzPct val="125000"/>
                <a:buFont typeface="Arial" panose="020B0604020202020204" pitchFamily="34" charset="0"/>
                <a:buChar char="•"/>
              </a:pPr>
              <a:r>
                <a:rPr lang="en-US" altLang="en-US" sz="1400" dirty="0">
                  <a:solidFill>
                    <a:srgbClr val="000000"/>
                  </a:solidFill>
                  <a:latin typeface="+mn-lt"/>
                </a:rPr>
                <a:t>Achieve RONA from X% to Y% by 11/30/XX</a:t>
              </a:r>
            </a:p>
            <a:p>
              <a:pPr>
                <a:lnSpc>
                  <a:spcPct val="115000"/>
                </a:lnSpc>
                <a:buSzPct val="125000"/>
                <a:buFont typeface="Arial" panose="020B0604020202020204" pitchFamily="34" charset="0"/>
                <a:buChar char="•"/>
              </a:pPr>
              <a:r>
                <a:rPr lang="en-US" altLang="en-US" sz="1400" dirty="0">
                  <a:solidFill>
                    <a:srgbClr val="000000"/>
                  </a:solidFill>
                  <a:latin typeface="+mn-lt"/>
                </a:rPr>
                <a:t>Generate cash flow from 0.7% to 1.2% of earnings by FY20XX</a:t>
              </a:r>
            </a:p>
          </p:txBody>
        </p:sp>
        <p:sp>
          <p:nvSpPr>
            <p:cNvPr id="5" name="Rectangle 6">
              <a:extLst>
                <a:ext uri="{FF2B5EF4-FFF2-40B4-BE49-F238E27FC236}">
                  <a16:creationId xmlns:a16="http://schemas.microsoft.com/office/drawing/2014/main" id="{7C5F7C2B-0CB2-5D12-6B93-FB812DBE8228}"/>
                </a:ext>
              </a:extLst>
            </p:cNvPr>
            <p:cNvSpPr>
              <a:spLocks noChangeArrowheads="1"/>
            </p:cNvSpPr>
            <p:nvPr/>
          </p:nvSpPr>
          <p:spPr bwMode="auto">
            <a:xfrm>
              <a:off x="5294330" y="3235377"/>
              <a:ext cx="4170363" cy="312738"/>
            </a:xfrm>
            <a:prstGeom prst="rect">
              <a:avLst/>
            </a:prstGeom>
            <a:solidFill>
              <a:schemeClr val="accent5"/>
            </a:solidFill>
            <a:ln w="12700" cap="sq">
              <a:solidFill>
                <a:srgbClr val="000000"/>
              </a:solidFill>
              <a:miter lim="800000"/>
              <a:headEnd/>
              <a:tailEnd/>
            </a:ln>
          </p:spPr>
          <p:txBody>
            <a:bodyPr wrap="none" anchor="ctr"/>
            <a:lstStyle>
              <a:lvl1pPr eaLnBrk="0" hangingPunct="0">
                <a:defRPr sz="900" b="1">
                  <a:solidFill>
                    <a:schemeClr val="bg1"/>
                  </a:solidFill>
                  <a:latin typeface="Wingdings 3" pitchFamily="2" charset="2"/>
                  <a:ea typeface="ＭＳ Ｐゴシック" panose="020B0600070205080204" pitchFamily="34" charset="-128"/>
                </a:defRPr>
              </a:lvl1pPr>
              <a:lvl2pPr marL="742950" indent="-285750" eaLnBrk="0" hangingPunct="0">
                <a:defRPr sz="900" b="1">
                  <a:solidFill>
                    <a:schemeClr val="bg1"/>
                  </a:solidFill>
                  <a:latin typeface="Wingdings 3" pitchFamily="2" charset="2"/>
                  <a:ea typeface="ＭＳ Ｐゴシック" panose="020B0600070205080204" pitchFamily="34" charset="-128"/>
                </a:defRPr>
              </a:lvl2pPr>
              <a:lvl3pPr marL="1143000" indent="-228600" eaLnBrk="0" hangingPunct="0">
                <a:defRPr sz="900" b="1">
                  <a:solidFill>
                    <a:schemeClr val="bg1"/>
                  </a:solidFill>
                  <a:latin typeface="Wingdings 3" pitchFamily="2" charset="2"/>
                  <a:ea typeface="ＭＳ Ｐゴシック" panose="020B0600070205080204" pitchFamily="34" charset="-128"/>
                </a:defRPr>
              </a:lvl3pPr>
              <a:lvl4pPr marL="1600200" indent="-228600" eaLnBrk="0" hangingPunct="0">
                <a:defRPr sz="900" b="1">
                  <a:solidFill>
                    <a:schemeClr val="bg1"/>
                  </a:solidFill>
                  <a:latin typeface="Wingdings 3" pitchFamily="2" charset="2"/>
                  <a:ea typeface="ＭＳ Ｐゴシック" panose="020B0600070205080204" pitchFamily="34" charset="-128"/>
                </a:defRPr>
              </a:lvl4pPr>
              <a:lvl5pPr marL="2057400" indent="-228600" eaLnBrk="0" hangingPunct="0">
                <a:defRPr sz="900" b="1">
                  <a:solidFill>
                    <a:schemeClr val="bg1"/>
                  </a:solidFill>
                  <a:latin typeface="Wingdings 3" pitchFamily="2" charset="2"/>
                  <a:ea typeface="ＭＳ Ｐゴシック"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9pPr>
            </a:lstStyle>
            <a:p>
              <a:pPr marL="0" marR="0" lvl="0" indent="0" algn="ctr" defTabSz="914400" eaLnBrk="0" fontAlgn="auto" latinLnBrk="0" hangingPunct="0">
                <a:lnSpc>
                  <a:spcPct val="80000"/>
                </a:lnSpc>
                <a:spcBef>
                  <a:spcPct val="20000"/>
                </a:spcBef>
                <a:spcAft>
                  <a:spcPts val="0"/>
                </a:spcAft>
                <a:buClrTx/>
                <a:buSzTx/>
                <a:buFontTx/>
                <a:buNone/>
                <a:tabLst/>
                <a:defRPr/>
              </a:pPr>
              <a:r>
                <a:rPr kumimoji="0" lang="en-US" altLang="en-US" sz="1800" b="1" i="0" u="none" strike="noStrike" kern="0" cap="none" spc="0" normalizeH="0" baseline="0" noProof="0" dirty="0">
                  <a:ln>
                    <a:noFill/>
                  </a:ln>
                  <a:solidFill>
                    <a:srgbClr val="FFFFFF"/>
                  </a:solidFill>
                  <a:effectLst/>
                  <a:uLnTx/>
                  <a:uFillTx/>
                  <a:latin typeface="+mn-lt"/>
                  <a:ea typeface="ＭＳ Ｐゴシック" panose="020B0600070205080204" pitchFamily="34" charset="-128"/>
                </a:rPr>
                <a:t>Profitable Growth</a:t>
              </a:r>
            </a:p>
          </p:txBody>
        </p:sp>
        <p:sp>
          <p:nvSpPr>
            <p:cNvPr id="6" name="Rectangle 7">
              <a:extLst>
                <a:ext uri="{FF2B5EF4-FFF2-40B4-BE49-F238E27FC236}">
                  <a16:creationId xmlns:a16="http://schemas.microsoft.com/office/drawing/2014/main" id="{A4D2B4FD-7696-11A5-36C8-8C0273677CDB}"/>
                </a:ext>
              </a:extLst>
            </p:cNvPr>
            <p:cNvSpPr>
              <a:spLocks noChangeArrowheads="1"/>
            </p:cNvSpPr>
            <p:nvPr/>
          </p:nvSpPr>
          <p:spPr bwMode="auto">
            <a:xfrm>
              <a:off x="5275280" y="3590978"/>
              <a:ext cx="4405313"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285750" indent="-285750" eaLnBrk="0" hangingPunct="0">
                <a:defRPr sz="900" b="1">
                  <a:solidFill>
                    <a:schemeClr val="bg1"/>
                  </a:solidFill>
                  <a:latin typeface="Wingdings 3" pitchFamily="2" charset="2"/>
                  <a:ea typeface="ＭＳ Ｐゴシック" panose="020B0600070205080204" pitchFamily="34" charset="-128"/>
                </a:defRPr>
              </a:lvl1pPr>
              <a:lvl2pPr marL="742950" indent="-285750" eaLnBrk="0" hangingPunct="0">
                <a:defRPr sz="900" b="1">
                  <a:solidFill>
                    <a:schemeClr val="bg1"/>
                  </a:solidFill>
                  <a:latin typeface="Wingdings 3" pitchFamily="2" charset="2"/>
                  <a:ea typeface="ＭＳ Ｐゴシック" panose="020B0600070205080204" pitchFamily="34" charset="-128"/>
                </a:defRPr>
              </a:lvl2pPr>
              <a:lvl3pPr marL="1143000" indent="-228600" eaLnBrk="0" hangingPunct="0">
                <a:defRPr sz="900" b="1">
                  <a:solidFill>
                    <a:schemeClr val="bg1"/>
                  </a:solidFill>
                  <a:latin typeface="Wingdings 3" pitchFamily="2" charset="2"/>
                  <a:ea typeface="ＭＳ Ｐゴシック" panose="020B0600070205080204" pitchFamily="34" charset="-128"/>
                </a:defRPr>
              </a:lvl3pPr>
              <a:lvl4pPr marL="1600200" indent="-228600" eaLnBrk="0" hangingPunct="0">
                <a:defRPr sz="900" b="1">
                  <a:solidFill>
                    <a:schemeClr val="bg1"/>
                  </a:solidFill>
                  <a:latin typeface="Wingdings 3" pitchFamily="2" charset="2"/>
                  <a:ea typeface="ＭＳ Ｐゴシック" panose="020B0600070205080204" pitchFamily="34" charset="-128"/>
                </a:defRPr>
              </a:lvl4pPr>
              <a:lvl5pPr marL="2057400" indent="-228600" eaLnBrk="0" hangingPunct="0">
                <a:defRPr sz="900" b="1">
                  <a:solidFill>
                    <a:schemeClr val="bg1"/>
                  </a:solidFill>
                  <a:latin typeface="Wingdings 3" pitchFamily="2" charset="2"/>
                  <a:ea typeface="ＭＳ Ｐゴシック"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9pPr>
            </a:lstStyle>
            <a:p>
              <a:pPr>
                <a:lnSpc>
                  <a:spcPct val="115000"/>
                </a:lnSpc>
                <a:buSzPct val="125000"/>
                <a:buFont typeface="Arial" panose="020B0604020202020204" pitchFamily="34" charset="0"/>
                <a:buChar char="•"/>
              </a:pPr>
              <a:r>
                <a:rPr lang="en-US" altLang="en-US" sz="1400" dirty="0">
                  <a:solidFill>
                    <a:srgbClr val="000000"/>
                  </a:solidFill>
                  <a:latin typeface="+mn-lt"/>
                </a:rPr>
                <a:t>Improve revenue from Systems Sales from $X to $Y by 9/30/XX</a:t>
              </a:r>
            </a:p>
            <a:p>
              <a:pPr>
                <a:lnSpc>
                  <a:spcPct val="115000"/>
                </a:lnSpc>
                <a:buSzPct val="125000"/>
                <a:buFont typeface="Arial" panose="020B0604020202020204" pitchFamily="34" charset="0"/>
                <a:buChar char="•"/>
              </a:pPr>
              <a:r>
                <a:rPr lang="en-US" altLang="en-US" sz="1400" dirty="0">
                  <a:solidFill>
                    <a:srgbClr val="000000"/>
                  </a:solidFill>
                  <a:latin typeface="+mn-lt"/>
                </a:rPr>
                <a:t>Achieve market share in Motion Controls Market  from 28% to 60% by FY20XX</a:t>
              </a:r>
            </a:p>
          </p:txBody>
        </p:sp>
        <p:sp>
          <p:nvSpPr>
            <p:cNvPr id="7" name="Rectangle 8">
              <a:extLst>
                <a:ext uri="{FF2B5EF4-FFF2-40B4-BE49-F238E27FC236}">
                  <a16:creationId xmlns:a16="http://schemas.microsoft.com/office/drawing/2014/main" id="{3FC313B9-EC41-3530-90DC-854A6FDEF47B}"/>
                </a:ext>
              </a:extLst>
            </p:cNvPr>
            <p:cNvSpPr>
              <a:spLocks noChangeArrowheads="1"/>
            </p:cNvSpPr>
            <p:nvPr/>
          </p:nvSpPr>
          <p:spPr bwMode="auto">
            <a:xfrm>
              <a:off x="5335605" y="5019728"/>
              <a:ext cx="4276725"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285750" indent="-285750" eaLnBrk="0" hangingPunct="0">
                <a:defRPr sz="900" b="1">
                  <a:solidFill>
                    <a:schemeClr val="bg1"/>
                  </a:solidFill>
                  <a:latin typeface="Wingdings 3" pitchFamily="2" charset="2"/>
                  <a:ea typeface="ＭＳ Ｐゴシック" panose="020B0600070205080204" pitchFamily="34" charset="-128"/>
                </a:defRPr>
              </a:lvl1pPr>
              <a:lvl2pPr marL="742950" indent="-285750" eaLnBrk="0" hangingPunct="0">
                <a:defRPr sz="900" b="1">
                  <a:solidFill>
                    <a:schemeClr val="bg1"/>
                  </a:solidFill>
                  <a:latin typeface="Wingdings 3" pitchFamily="2" charset="2"/>
                  <a:ea typeface="ＭＳ Ｐゴシック" panose="020B0600070205080204" pitchFamily="34" charset="-128"/>
                </a:defRPr>
              </a:lvl2pPr>
              <a:lvl3pPr marL="1143000" indent="-228600" eaLnBrk="0" hangingPunct="0">
                <a:defRPr sz="900" b="1">
                  <a:solidFill>
                    <a:schemeClr val="bg1"/>
                  </a:solidFill>
                  <a:latin typeface="Wingdings 3" pitchFamily="2" charset="2"/>
                  <a:ea typeface="ＭＳ Ｐゴシック" panose="020B0600070205080204" pitchFamily="34" charset="-128"/>
                </a:defRPr>
              </a:lvl3pPr>
              <a:lvl4pPr marL="1600200" indent="-228600" eaLnBrk="0" hangingPunct="0">
                <a:defRPr sz="900" b="1">
                  <a:solidFill>
                    <a:schemeClr val="bg1"/>
                  </a:solidFill>
                  <a:latin typeface="Wingdings 3" pitchFamily="2" charset="2"/>
                  <a:ea typeface="ＭＳ Ｐゴシック" panose="020B0600070205080204" pitchFamily="34" charset="-128"/>
                </a:defRPr>
              </a:lvl4pPr>
              <a:lvl5pPr marL="2057400" indent="-228600" eaLnBrk="0" hangingPunct="0">
                <a:defRPr sz="900" b="1">
                  <a:solidFill>
                    <a:schemeClr val="bg1"/>
                  </a:solidFill>
                  <a:latin typeface="Wingdings 3" pitchFamily="2" charset="2"/>
                  <a:ea typeface="ＭＳ Ｐゴシック"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9pPr>
            </a:lstStyle>
            <a:p>
              <a:pPr>
                <a:lnSpc>
                  <a:spcPct val="115000"/>
                </a:lnSpc>
                <a:buSzPct val="125000"/>
                <a:buFont typeface="Arial" panose="020B0604020202020204" pitchFamily="34" charset="0"/>
                <a:buChar char="•"/>
              </a:pPr>
              <a:r>
                <a:rPr lang="en-US" altLang="en-US" sz="1400" dirty="0">
                  <a:solidFill>
                    <a:srgbClr val="000000"/>
                  </a:solidFill>
                  <a:latin typeface="+mn-lt"/>
                </a:rPr>
                <a:t>Reduce internal quality rejects from 85,000 parts per million to 2,000 parts per million by 10/31/XX</a:t>
              </a:r>
            </a:p>
            <a:p>
              <a:pPr>
                <a:lnSpc>
                  <a:spcPct val="115000"/>
                </a:lnSpc>
                <a:buSzPct val="125000"/>
                <a:buFont typeface="Arial" panose="020B0604020202020204" pitchFamily="34" charset="0"/>
                <a:buChar char="•"/>
              </a:pPr>
              <a:r>
                <a:rPr lang="en-US" altLang="en-US" sz="1400" dirty="0">
                  <a:solidFill>
                    <a:srgbClr val="000000"/>
                  </a:solidFill>
                  <a:latin typeface="+mn-lt"/>
                </a:rPr>
                <a:t>Improve Customer Satisfaction index from 60 to 98 by FY20XX</a:t>
              </a:r>
            </a:p>
          </p:txBody>
        </p:sp>
        <p:sp>
          <p:nvSpPr>
            <p:cNvPr id="8" name="Rectangle 9">
              <a:extLst>
                <a:ext uri="{FF2B5EF4-FFF2-40B4-BE49-F238E27FC236}">
                  <a16:creationId xmlns:a16="http://schemas.microsoft.com/office/drawing/2014/main" id="{C875E424-066D-F9F4-47C8-B5C56C514552}"/>
                </a:ext>
              </a:extLst>
            </p:cNvPr>
            <p:cNvSpPr>
              <a:spLocks noChangeArrowheads="1"/>
            </p:cNvSpPr>
            <p:nvPr/>
          </p:nvSpPr>
          <p:spPr bwMode="auto">
            <a:xfrm>
              <a:off x="5332430" y="4691116"/>
              <a:ext cx="4170363" cy="312737"/>
            </a:xfrm>
            <a:prstGeom prst="rect">
              <a:avLst/>
            </a:prstGeom>
            <a:solidFill>
              <a:schemeClr val="accent1"/>
            </a:solidFill>
            <a:ln w="12700" cap="sq">
              <a:solidFill>
                <a:srgbClr val="000000"/>
              </a:solidFill>
              <a:miter lim="800000"/>
              <a:headEnd/>
              <a:tailEnd/>
            </a:ln>
          </p:spPr>
          <p:txBody>
            <a:bodyPr wrap="none" anchor="ctr"/>
            <a:lstStyle>
              <a:lvl1pPr eaLnBrk="0" hangingPunct="0">
                <a:defRPr sz="900" b="1">
                  <a:solidFill>
                    <a:schemeClr val="bg1"/>
                  </a:solidFill>
                  <a:latin typeface="Wingdings 3" pitchFamily="2" charset="2"/>
                  <a:ea typeface="ＭＳ Ｐゴシック" panose="020B0600070205080204" pitchFamily="34" charset="-128"/>
                </a:defRPr>
              </a:lvl1pPr>
              <a:lvl2pPr marL="742950" indent="-285750" eaLnBrk="0" hangingPunct="0">
                <a:defRPr sz="900" b="1">
                  <a:solidFill>
                    <a:schemeClr val="bg1"/>
                  </a:solidFill>
                  <a:latin typeface="Wingdings 3" pitchFamily="2" charset="2"/>
                  <a:ea typeface="ＭＳ Ｐゴシック" panose="020B0600070205080204" pitchFamily="34" charset="-128"/>
                </a:defRPr>
              </a:lvl2pPr>
              <a:lvl3pPr marL="1143000" indent="-228600" eaLnBrk="0" hangingPunct="0">
                <a:defRPr sz="900" b="1">
                  <a:solidFill>
                    <a:schemeClr val="bg1"/>
                  </a:solidFill>
                  <a:latin typeface="Wingdings 3" pitchFamily="2" charset="2"/>
                  <a:ea typeface="ＭＳ Ｐゴシック" panose="020B0600070205080204" pitchFamily="34" charset="-128"/>
                </a:defRPr>
              </a:lvl3pPr>
              <a:lvl4pPr marL="1600200" indent="-228600" eaLnBrk="0" hangingPunct="0">
                <a:defRPr sz="900" b="1">
                  <a:solidFill>
                    <a:schemeClr val="bg1"/>
                  </a:solidFill>
                  <a:latin typeface="Wingdings 3" pitchFamily="2" charset="2"/>
                  <a:ea typeface="ＭＳ Ｐゴシック" panose="020B0600070205080204" pitchFamily="34" charset="-128"/>
                </a:defRPr>
              </a:lvl4pPr>
              <a:lvl5pPr marL="2057400" indent="-228600" eaLnBrk="0" hangingPunct="0">
                <a:defRPr sz="900" b="1">
                  <a:solidFill>
                    <a:schemeClr val="bg1"/>
                  </a:solidFill>
                  <a:latin typeface="Wingdings 3" pitchFamily="2" charset="2"/>
                  <a:ea typeface="ＭＳ Ｐゴシック"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9pPr>
            </a:lstStyle>
            <a:p>
              <a:pPr marL="0" marR="0" lvl="0" indent="0" algn="ctr" defTabSz="914400" eaLnBrk="0" fontAlgn="auto" latinLnBrk="0" hangingPunct="0">
                <a:lnSpc>
                  <a:spcPct val="80000"/>
                </a:lnSpc>
                <a:spcBef>
                  <a:spcPts val="0"/>
                </a:spcBef>
                <a:spcAft>
                  <a:spcPts val="0"/>
                </a:spcAft>
                <a:buClrTx/>
                <a:buSzTx/>
                <a:buFontTx/>
                <a:buNone/>
                <a:tabLst/>
                <a:defRPr/>
              </a:pPr>
              <a:r>
                <a:rPr kumimoji="0" lang="en-US" altLang="en-US" sz="1800" b="1" i="0" u="none" strike="noStrike" kern="0" cap="none" spc="0" normalizeH="0" baseline="0" noProof="0" dirty="0">
                  <a:ln>
                    <a:noFill/>
                  </a:ln>
                  <a:solidFill>
                    <a:srgbClr val="FFFFFF"/>
                  </a:solidFill>
                  <a:effectLst/>
                  <a:uLnTx/>
                  <a:uFillTx/>
                  <a:latin typeface="+mn-lt"/>
                  <a:ea typeface="ＭＳ Ｐゴシック" panose="020B0600070205080204" pitchFamily="34" charset="-128"/>
                </a:rPr>
                <a:t>Operational</a:t>
              </a:r>
            </a:p>
          </p:txBody>
        </p:sp>
        <p:sp>
          <p:nvSpPr>
            <p:cNvPr id="9" name="Oval 10">
              <a:extLst>
                <a:ext uri="{FF2B5EF4-FFF2-40B4-BE49-F238E27FC236}">
                  <a16:creationId xmlns:a16="http://schemas.microsoft.com/office/drawing/2014/main" id="{21E5E82A-039B-2F6E-B676-265D3AEB6A56}"/>
                </a:ext>
              </a:extLst>
            </p:cNvPr>
            <p:cNvSpPr>
              <a:spLocks noChangeArrowheads="1"/>
            </p:cNvSpPr>
            <p:nvPr/>
          </p:nvSpPr>
          <p:spPr bwMode="auto">
            <a:xfrm>
              <a:off x="1365267" y="2594027"/>
              <a:ext cx="3340100" cy="1066800"/>
            </a:xfrm>
            <a:prstGeom prst="ellipse">
              <a:avLst/>
            </a:prstGeom>
            <a:solidFill>
              <a:schemeClr val="tx2"/>
            </a:solidFill>
            <a:ln w="12700" cap="sq" algn="ctr">
              <a:solidFill>
                <a:srgbClr val="000000"/>
              </a:solidFill>
              <a:round/>
              <a:headEnd/>
              <a:tailEnd/>
            </a:ln>
            <a:effectLst/>
          </p:spPr>
          <p:txBody>
            <a:bodyPr wrap="none" anchor="ctr"/>
            <a:lstStyle>
              <a:lvl1pPr eaLnBrk="0" hangingPunct="0">
                <a:defRPr sz="900" b="1">
                  <a:solidFill>
                    <a:schemeClr val="bg1"/>
                  </a:solidFill>
                  <a:latin typeface="Wingdings 3" pitchFamily="2" charset="2"/>
                  <a:ea typeface="ＭＳ Ｐゴシック" panose="020B0600070205080204" pitchFamily="34" charset="-128"/>
                </a:defRPr>
              </a:lvl1pPr>
              <a:lvl2pPr marL="742950" indent="-285750" eaLnBrk="0" hangingPunct="0">
                <a:defRPr sz="900" b="1">
                  <a:solidFill>
                    <a:schemeClr val="bg1"/>
                  </a:solidFill>
                  <a:latin typeface="Wingdings 3" pitchFamily="2" charset="2"/>
                  <a:ea typeface="ＭＳ Ｐゴシック" panose="020B0600070205080204" pitchFamily="34" charset="-128"/>
                </a:defRPr>
              </a:lvl2pPr>
              <a:lvl3pPr marL="1143000" indent="-228600" eaLnBrk="0" hangingPunct="0">
                <a:defRPr sz="900" b="1">
                  <a:solidFill>
                    <a:schemeClr val="bg1"/>
                  </a:solidFill>
                  <a:latin typeface="Wingdings 3" pitchFamily="2" charset="2"/>
                  <a:ea typeface="ＭＳ Ｐゴシック" panose="020B0600070205080204" pitchFamily="34" charset="-128"/>
                </a:defRPr>
              </a:lvl3pPr>
              <a:lvl4pPr marL="1600200" indent="-228600" eaLnBrk="0" hangingPunct="0">
                <a:defRPr sz="900" b="1">
                  <a:solidFill>
                    <a:schemeClr val="bg1"/>
                  </a:solidFill>
                  <a:latin typeface="Wingdings 3" pitchFamily="2" charset="2"/>
                  <a:ea typeface="ＭＳ Ｐゴシック" panose="020B0600070205080204" pitchFamily="34" charset="-128"/>
                </a:defRPr>
              </a:lvl4pPr>
              <a:lvl5pPr marL="2057400" indent="-228600" eaLnBrk="0" hangingPunct="0">
                <a:defRPr sz="900" b="1">
                  <a:solidFill>
                    <a:schemeClr val="bg1"/>
                  </a:solidFill>
                  <a:latin typeface="Wingdings 3" pitchFamily="2" charset="2"/>
                  <a:ea typeface="ＭＳ Ｐゴシック" panose="020B0600070205080204" pitchFamily="34" charset="-128"/>
                </a:defRPr>
              </a:lvl5pPr>
              <a:lvl6pPr marL="25146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6pPr>
              <a:lvl7pPr marL="29718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7pPr>
              <a:lvl8pPr marL="34290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8pPr>
              <a:lvl9pPr marL="3886200" indent="-228600" eaLnBrk="0" fontAlgn="base" hangingPunct="0">
                <a:spcBef>
                  <a:spcPct val="0"/>
                </a:spcBef>
                <a:spcAft>
                  <a:spcPct val="0"/>
                </a:spcAft>
                <a:defRPr sz="900" b="1">
                  <a:solidFill>
                    <a:schemeClr val="bg1"/>
                  </a:solidFill>
                  <a:latin typeface="Wingdings 3" pitchFamily="2" charset="2"/>
                  <a:ea typeface="ＭＳ Ｐゴシック" panose="020B0600070205080204" pitchFamily="34" charset="-128"/>
                </a:defRPr>
              </a:lvl9pPr>
            </a:lstStyle>
            <a:p>
              <a:pPr marL="0" marR="0" lvl="0" indent="0" algn="ctr" defTabSz="914400" eaLnBrk="0" fontAlgn="auto" latinLnBrk="0" hangingPunct="0">
                <a:lnSpc>
                  <a:spcPct val="95000"/>
                </a:lnSpc>
                <a:spcBef>
                  <a:spcPct val="20000"/>
                </a:spcBef>
                <a:spcAft>
                  <a:spcPts val="0"/>
                </a:spcAft>
                <a:buClrTx/>
                <a:buSzTx/>
                <a:buFontTx/>
                <a:buNone/>
                <a:tabLst/>
                <a:defRPr/>
              </a:pPr>
              <a:r>
                <a:rPr kumimoji="0" lang="en-US" altLang="en-US" sz="1800" b="1" i="0" u="none" strike="noStrike" kern="0" cap="none" spc="0" normalizeH="0" baseline="0" noProof="0" dirty="0">
                  <a:ln>
                    <a:noFill/>
                  </a:ln>
                  <a:solidFill>
                    <a:srgbClr val="F8F8F8"/>
                  </a:solidFill>
                  <a:effectLst>
                    <a:outerShdw blurRad="38100" dist="38100" dir="2700000" algn="tl">
                      <a:srgbClr val="000000"/>
                    </a:outerShdw>
                  </a:effectLst>
                  <a:uLnTx/>
                  <a:uFillTx/>
                  <a:latin typeface="+mn-lt"/>
                  <a:ea typeface="ＭＳ Ｐゴシック" panose="020B0600070205080204" pitchFamily="34" charset="-128"/>
                </a:rPr>
                <a:t>Strategic and Growth</a:t>
              </a:r>
              <a:br>
                <a:rPr kumimoji="0" lang="en-US" altLang="en-US" sz="1800" b="1" i="0" u="none" strike="noStrike" kern="0" cap="none" spc="0" normalizeH="0" baseline="0" noProof="0" dirty="0">
                  <a:ln>
                    <a:noFill/>
                  </a:ln>
                  <a:solidFill>
                    <a:srgbClr val="F8F8F8"/>
                  </a:solidFill>
                  <a:effectLst>
                    <a:outerShdw blurRad="38100" dist="38100" dir="2700000" algn="tl">
                      <a:srgbClr val="000000"/>
                    </a:outerShdw>
                  </a:effectLst>
                  <a:uLnTx/>
                  <a:uFillTx/>
                  <a:latin typeface="+mn-lt"/>
                  <a:ea typeface="ＭＳ Ｐゴシック" panose="020B0600070205080204" pitchFamily="34" charset="-128"/>
                </a:rPr>
              </a:br>
              <a:r>
                <a:rPr kumimoji="0" lang="en-US" altLang="en-US" sz="1800" b="1" i="0" u="none" strike="noStrike" kern="0" cap="none" spc="0" normalizeH="0" baseline="0" noProof="0" dirty="0">
                  <a:ln>
                    <a:noFill/>
                  </a:ln>
                  <a:solidFill>
                    <a:srgbClr val="F8F8F8"/>
                  </a:solidFill>
                  <a:effectLst>
                    <a:outerShdw blurRad="38100" dist="38100" dir="2700000" algn="tl">
                      <a:srgbClr val="000000"/>
                    </a:outerShdw>
                  </a:effectLst>
                  <a:uLnTx/>
                  <a:uFillTx/>
                  <a:latin typeface="+mn-lt"/>
                  <a:ea typeface="ＭＳ Ｐゴシック" panose="020B0600070205080204" pitchFamily="34" charset="-128"/>
                </a:rPr>
                <a:t>Examples</a:t>
              </a:r>
            </a:p>
          </p:txBody>
        </p:sp>
        <p:cxnSp>
          <p:nvCxnSpPr>
            <p:cNvPr id="10" name="AutoShape 11">
              <a:extLst>
                <a:ext uri="{FF2B5EF4-FFF2-40B4-BE49-F238E27FC236}">
                  <a16:creationId xmlns:a16="http://schemas.microsoft.com/office/drawing/2014/main" id="{298CDF83-29CD-58CB-359A-D180F5889946}"/>
                </a:ext>
              </a:extLst>
            </p:cNvPr>
            <p:cNvCxnSpPr>
              <a:cxnSpLocks noChangeShapeType="1"/>
              <a:stCxn id="9" idx="6"/>
              <a:endCxn id="3" idx="1"/>
            </p:cNvCxnSpPr>
            <p:nvPr/>
          </p:nvCxnSpPr>
          <p:spPr bwMode="auto">
            <a:xfrm flipV="1">
              <a:off x="4705368" y="1495477"/>
              <a:ext cx="612775" cy="1631950"/>
            </a:xfrm>
            <a:prstGeom prst="bentConnector3">
              <a:avLst>
                <a:gd name="adj1" fmla="val 52074"/>
              </a:avLst>
            </a:prstGeom>
            <a:noFill/>
            <a:ln w="19050" cap="sq">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11" name="AutoShape 12">
              <a:extLst>
                <a:ext uri="{FF2B5EF4-FFF2-40B4-BE49-F238E27FC236}">
                  <a16:creationId xmlns:a16="http://schemas.microsoft.com/office/drawing/2014/main" id="{EB7BF757-2D61-4C0F-830D-3B47303885F8}"/>
                </a:ext>
              </a:extLst>
            </p:cNvPr>
            <p:cNvCxnSpPr>
              <a:cxnSpLocks noChangeShapeType="1"/>
              <a:stCxn id="9" idx="6"/>
              <a:endCxn id="8" idx="1"/>
            </p:cNvCxnSpPr>
            <p:nvPr/>
          </p:nvCxnSpPr>
          <p:spPr bwMode="auto">
            <a:xfrm>
              <a:off x="4705367" y="3127427"/>
              <a:ext cx="627062" cy="1720850"/>
            </a:xfrm>
            <a:prstGeom prst="bentConnector3">
              <a:avLst>
                <a:gd name="adj1" fmla="val 50000"/>
              </a:avLst>
            </a:prstGeom>
            <a:noFill/>
            <a:ln w="19050" cap="sq">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12" name="AutoShape 13">
              <a:extLst>
                <a:ext uri="{FF2B5EF4-FFF2-40B4-BE49-F238E27FC236}">
                  <a16:creationId xmlns:a16="http://schemas.microsoft.com/office/drawing/2014/main" id="{0DAC76DC-8D09-E31E-4DB8-0A5F5C03EB46}"/>
                </a:ext>
              </a:extLst>
            </p:cNvPr>
            <p:cNvCxnSpPr>
              <a:cxnSpLocks noChangeShapeType="1"/>
              <a:endCxn id="5" idx="1"/>
            </p:cNvCxnSpPr>
            <p:nvPr/>
          </p:nvCxnSpPr>
          <p:spPr bwMode="auto">
            <a:xfrm>
              <a:off x="4751405" y="3127428"/>
              <a:ext cx="542925" cy="265113"/>
            </a:xfrm>
            <a:prstGeom prst="bentConnector3">
              <a:avLst>
                <a:gd name="adj1" fmla="val 50000"/>
              </a:avLst>
            </a:prstGeom>
            <a:noFill/>
            <a:ln w="19050" cap="sq">
              <a:solidFill>
                <a:srgbClr val="000000"/>
              </a:solidFill>
              <a:miter lim="800000"/>
              <a:headEnd/>
              <a:tailEnd type="triangle" w="med" len="med"/>
            </a:ln>
            <a:extLst>
              <a:ext uri="{909E8E84-426E-40DD-AFC4-6F175D3DCCD1}">
                <a14:hiddenFill xmlns:a14="http://schemas.microsoft.com/office/drawing/2010/main">
                  <a:noFill/>
                </a14:hiddenFill>
              </a:ext>
            </a:extLst>
          </p:spPr>
        </p:cxnSp>
      </p:grpSp>
    </p:spTree>
    <p:custDataLst>
      <p:tags r:id="rId1"/>
    </p:custDataLst>
    <p:extLst>
      <p:ext uri="{BB962C8B-B14F-4D97-AF65-F5344CB8AC3E}">
        <p14:creationId xmlns:p14="http://schemas.microsoft.com/office/powerpoint/2010/main" val="36081889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6417B-F2E2-E917-5156-04C33DF419EE}"/>
              </a:ext>
            </a:extLst>
          </p:cNvPr>
          <p:cNvSpPr>
            <a:spLocks noGrp="1"/>
          </p:cNvSpPr>
          <p:nvPr>
            <p:ph type="title"/>
          </p:nvPr>
        </p:nvSpPr>
        <p:spPr/>
        <p:txBody>
          <a:bodyPr/>
          <a:lstStyle/>
          <a:p>
            <a:r>
              <a:rPr lang="en-US" dirty="0">
                <a:latin typeface="+mn-lt"/>
              </a:rPr>
              <a:t>Breakthrough Thinking</a:t>
            </a:r>
          </a:p>
        </p:txBody>
      </p:sp>
      <p:pic>
        <p:nvPicPr>
          <p:cNvPr id="14" name="Picture 13">
            <a:extLst>
              <a:ext uri="{FF2B5EF4-FFF2-40B4-BE49-F238E27FC236}">
                <a16:creationId xmlns:a16="http://schemas.microsoft.com/office/drawing/2014/main" id="{124A02D2-5573-36B8-3FB1-641B38760363}"/>
              </a:ext>
            </a:extLst>
          </p:cNvPr>
          <p:cNvPicPr>
            <a:picLocks noChangeAspect="1"/>
          </p:cNvPicPr>
          <p:nvPr/>
        </p:nvPicPr>
        <p:blipFill>
          <a:blip r:embed="rId3"/>
          <a:stretch>
            <a:fillRect/>
          </a:stretch>
        </p:blipFill>
        <p:spPr>
          <a:xfrm>
            <a:off x="8744219" y="2217234"/>
            <a:ext cx="3104881" cy="3411536"/>
          </a:xfrm>
          <a:prstGeom prst="rect">
            <a:avLst/>
          </a:prstGeom>
        </p:spPr>
      </p:pic>
      <p:pic>
        <p:nvPicPr>
          <p:cNvPr id="15" name="Picture 14">
            <a:extLst>
              <a:ext uri="{FF2B5EF4-FFF2-40B4-BE49-F238E27FC236}">
                <a16:creationId xmlns:a16="http://schemas.microsoft.com/office/drawing/2014/main" id="{84933CD1-87A5-2C36-8130-56D1B0E67BBA}"/>
              </a:ext>
            </a:extLst>
          </p:cNvPr>
          <p:cNvPicPr>
            <a:picLocks noChangeAspect="1"/>
          </p:cNvPicPr>
          <p:nvPr/>
        </p:nvPicPr>
        <p:blipFill>
          <a:blip r:embed="rId4"/>
          <a:stretch>
            <a:fillRect/>
          </a:stretch>
        </p:blipFill>
        <p:spPr>
          <a:xfrm>
            <a:off x="1181485" y="1485473"/>
            <a:ext cx="6839373" cy="4300501"/>
          </a:xfrm>
          <a:prstGeom prst="rect">
            <a:avLst/>
          </a:prstGeom>
        </p:spPr>
      </p:pic>
      <p:sp>
        <p:nvSpPr>
          <p:cNvPr id="16" name="TextBox 15">
            <a:extLst>
              <a:ext uri="{FF2B5EF4-FFF2-40B4-BE49-F238E27FC236}">
                <a16:creationId xmlns:a16="http://schemas.microsoft.com/office/drawing/2014/main" id="{29107287-E6DD-E67D-0F13-C7C962BA08A5}"/>
              </a:ext>
            </a:extLst>
          </p:cNvPr>
          <p:cNvSpPr txBox="1"/>
          <p:nvPr/>
        </p:nvSpPr>
        <p:spPr>
          <a:xfrm>
            <a:off x="2992695" y="3994823"/>
            <a:ext cx="751565" cy="507831"/>
          </a:xfrm>
          <a:prstGeom prst="rect">
            <a:avLst/>
          </a:prstGeom>
          <a:solidFill>
            <a:srgbClr val="B38300"/>
          </a:solidFill>
        </p:spPr>
        <p:txBody>
          <a:bodyPr wrap="square" rtlCol="0">
            <a:spAutoFit/>
          </a:bodyPr>
          <a:lstStyle/>
          <a:p>
            <a:pPr algn="ctr"/>
            <a:r>
              <a:rPr lang="en-US" sz="900" b="1" dirty="0">
                <a:solidFill>
                  <a:schemeClr val="bg1"/>
                </a:solidFill>
              </a:rPr>
              <a:t>Strategy Deployment Targets</a:t>
            </a:r>
          </a:p>
        </p:txBody>
      </p:sp>
      <p:sp>
        <p:nvSpPr>
          <p:cNvPr id="17" name="TextBox 16">
            <a:extLst>
              <a:ext uri="{FF2B5EF4-FFF2-40B4-BE49-F238E27FC236}">
                <a16:creationId xmlns:a16="http://schemas.microsoft.com/office/drawing/2014/main" id="{701DFE3F-6BFD-1728-9CC6-359ABE52105D}"/>
              </a:ext>
            </a:extLst>
          </p:cNvPr>
          <p:cNvSpPr txBox="1"/>
          <p:nvPr/>
        </p:nvSpPr>
        <p:spPr>
          <a:xfrm>
            <a:off x="4037365" y="3082322"/>
            <a:ext cx="751565" cy="507831"/>
          </a:xfrm>
          <a:prstGeom prst="rect">
            <a:avLst/>
          </a:prstGeom>
          <a:solidFill>
            <a:srgbClr val="B38300"/>
          </a:solidFill>
        </p:spPr>
        <p:txBody>
          <a:bodyPr wrap="square" rtlCol="0">
            <a:spAutoFit/>
          </a:bodyPr>
          <a:lstStyle/>
          <a:p>
            <a:pPr algn="ctr"/>
            <a:r>
              <a:rPr lang="en-US" sz="900" b="1" dirty="0">
                <a:solidFill>
                  <a:schemeClr val="bg1"/>
                </a:solidFill>
              </a:rPr>
              <a:t>Strategy Deployment Targets</a:t>
            </a:r>
          </a:p>
        </p:txBody>
      </p:sp>
      <p:sp>
        <p:nvSpPr>
          <p:cNvPr id="18" name="TextBox 17">
            <a:extLst>
              <a:ext uri="{FF2B5EF4-FFF2-40B4-BE49-F238E27FC236}">
                <a16:creationId xmlns:a16="http://schemas.microsoft.com/office/drawing/2014/main" id="{919CF26F-04DA-2378-CA99-0548E929D5BA}"/>
              </a:ext>
            </a:extLst>
          </p:cNvPr>
          <p:cNvSpPr txBox="1"/>
          <p:nvPr/>
        </p:nvSpPr>
        <p:spPr>
          <a:xfrm>
            <a:off x="5078064" y="2213123"/>
            <a:ext cx="751565" cy="507831"/>
          </a:xfrm>
          <a:prstGeom prst="rect">
            <a:avLst/>
          </a:prstGeom>
          <a:solidFill>
            <a:srgbClr val="B38300"/>
          </a:solidFill>
        </p:spPr>
        <p:txBody>
          <a:bodyPr wrap="square" rtlCol="0">
            <a:spAutoFit/>
          </a:bodyPr>
          <a:lstStyle/>
          <a:p>
            <a:pPr algn="ctr"/>
            <a:r>
              <a:rPr lang="en-US" sz="900" b="1" dirty="0">
                <a:solidFill>
                  <a:schemeClr val="bg1"/>
                </a:solidFill>
              </a:rPr>
              <a:t>Strategy Deployment Targets</a:t>
            </a:r>
          </a:p>
        </p:txBody>
      </p:sp>
      <p:sp>
        <p:nvSpPr>
          <p:cNvPr id="19" name="Rectangle 18">
            <a:extLst>
              <a:ext uri="{FF2B5EF4-FFF2-40B4-BE49-F238E27FC236}">
                <a16:creationId xmlns:a16="http://schemas.microsoft.com/office/drawing/2014/main" id="{11290E3E-1C76-4889-B653-35E6BEF0D82B}"/>
              </a:ext>
            </a:extLst>
          </p:cNvPr>
          <p:cNvSpPr/>
          <p:nvPr/>
        </p:nvSpPr>
        <p:spPr>
          <a:xfrm>
            <a:off x="6912096" y="1485473"/>
            <a:ext cx="1402067" cy="104805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Left Arrow 8">
            <a:extLst>
              <a:ext uri="{FF2B5EF4-FFF2-40B4-BE49-F238E27FC236}">
                <a16:creationId xmlns:a16="http://schemas.microsoft.com/office/drawing/2014/main" id="{7C157D71-0376-0E28-92D6-F97CB10700FD}"/>
              </a:ext>
            </a:extLst>
          </p:cNvPr>
          <p:cNvSpPr/>
          <p:nvPr/>
        </p:nvSpPr>
        <p:spPr>
          <a:xfrm>
            <a:off x="6801589" y="1489764"/>
            <a:ext cx="1580950" cy="1005360"/>
          </a:xfrm>
          <a:prstGeom prst="leftArrow">
            <a:avLst/>
          </a:prstGeom>
          <a:solidFill>
            <a:srgbClr val="B383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t>Strategy Deployment Objective is Achieved</a:t>
            </a:r>
          </a:p>
        </p:txBody>
      </p:sp>
      <p:sp>
        <p:nvSpPr>
          <p:cNvPr id="22" name="Text Box 13">
            <a:extLst>
              <a:ext uri="{FF2B5EF4-FFF2-40B4-BE49-F238E27FC236}">
                <a16:creationId xmlns:a16="http://schemas.microsoft.com/office/drawing/2014/main" id="{593AC710-9858-3C5B-3A79-62836E83CCBE}"/>
              </a:ext>
            </a:extLst>
          </p:cNvPr>
          <p:cNvSpPr txBox="1">
            <a:spLocks noChangeArrowheads="1"/>
          </p:cNvSpPr>
          <p:nvPr/>
        </p:nvSpPr>
        <p:spPr bwMode="auto">
          <a:xfrm>
            <a:off x="492035" y="5550647"/>
            <a:ext cx="11357065" cy="707886"/>
          </a:xfrm>
          <a:prstGeom prst="rect">
            <a:avLst/>
          </a:prstGeom>
          <a:solidFill>
            <a:srgbClr val="EAEAEA"/>
          </a:solidFill>
          <a:ln w="25400">
            <a:solidFill>
              <a:schemeClr val="tx1"/>
            </a:solidFill>
            <a:miter lim="800000"/>
            <a:headEnd/>
            <a:tailEnd/>
          </a:ln>
        </p:spPr>
        <p:txBody>
          <a:bodyPr wrap="square" anchor="b" anchorCtr="1">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itchFamily="2" charset="2"/>
              <a:buNone/>
            </a:pPr>
            <a:r>
              <a:rPr lang="en-US" altLang="en-US" sz="2000" b="0" i="1" dirty="0">
                <a:latin typeface="+mn-lt"/>
              </a:rPr>
              <a:t>QUESTION: Are you using Strategy Deployment to achieve your financial budget, or BREAKTHROUGH performance?</a:t>
            </a:r>
          </a:p>
        </p:txBody>
      </p:sp>
    </p:spTree>
    <p:custDataLst>
      <p:tags r:id="rId1"/>
    </p:custDataLst>
    <p:extLst>
      <p:ext uri="{BB962C8B-B14F-4D97-AF65-F5344CB8AC3E}">
        <p14:creationId xmlns:p14="http://schemas.microsoft.com/office/powerpoint/2010/main" val="27466625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DDDD3B-CD00-AB89-61A7-A88A5663BF96}"/>
              </a:ext>
            </a:extLst>
          </p:cNvPr>
          <p:cNvSpPr/>
          <p:nvPr/>
        </p:nvSpPr>
        <p:spPr>
          <a:xfrm>
            <a:off x="297713" y="2951946"/>
            <a:ext cx="6368902" cy="1815882"/>
          </a:xfrm>
          <a:prstGeom prst="rect">
            <a:avLst/>
          </a:prstGeom>
        </p:spPr>
        <p:txBody>
          <a:bodyPr wrap="square">
            <a:spAutoFit/>
          </a:bodyPr>
          <a:lstStyle/>
          <a:p>
            <a:r>
              <a:rPr lang="en-US" sz="2800" b="1" dirty="0"/>
              <a:t>What is the difference between LEADING and LAGGING indicators?</a:t>
            </a:r>
          </a:p>
          <a:p>
            <a:endParaRPr lang="en-US" sz="2800" b="1" dirty="0"/>
          </a:p>
          <a:p>
            <a:r>
              <a:rPr lang="en-US" sz="2800" b="1" dirty="0"/>
              <a:t>Why are they both important?</a:t>
            </a:r>
          </a:p>
        </p:txBody>
      </p:sp>
      <p:pic>
        <p:nvPicPr>
          <p:cNvPr id="1026" name="Picture 2" descr="1_GARMIN">
            <a:extLst>
              <a:ext uri="{FF2B5EF4-FFF2-40B4-BE49-F238E27FC236}">
                <a16:creationId xmlns:a16="http://schemas.microsoft.com/office/drawing/2014/main" id="{9525E9BF-B95B-E410-BD54-6B2AD854FE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9287" y="2259687"/>
            <a:ext cx="5715000" cy="32004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1696093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38E45-1A88-1C7C-FC1A-ADD8CC829AD6}"/>
              </a:ext>
            </a:extLst>
          </p:cNvPr>
          <p:cNvSpPr>
            <a:spLocks noGrp="1"/>
          </p:cNvSpPr>
          <p:nvPr>
            <p:ph type="title"/>
          </p:nvPr>
        </p:nvSpPr>
        <p:spPr>
          <a:xfrm>
            <a:off x="839788" y="612917"/>
            <a:ext cx="10515600" cy="1022351"/>
          </a:xfrm>
        </p:spPr>
        <p:txBody>
          <a:bodyPr>
            <a:normAutofit fontScale="90000"/>
          </a:bodyPr>
          <a:lstStyle/>
          <a:p>
            <a:r>
              <a:rPr lang="en-US" dirty="0"/>
              <a:t>MEASUREMENTS</a:t>
            </a:r>
            <a:br>
              <a:rPr lang="en-US" dirty="0"/>
            </a:br>
            <a:r>
              <a:rPr lang="en-US" dirty="0"/>
              <a:t>KPIs: Leading vs. Lagging Indicators</a:t>
            </a:r>
          </a:p>
        </p:txBody>
      </p:sp>
      <p:sp>
        <p:nvSpPr>
          <p:cNvPr id="3" name="Text Placeholder 2">
            <a:extLst>
              <a:ext uri="{FF2B5EF4-FFF2-40B4-BE49-F238E27FC236}">
                <a16:creationId xmlns:a16="http://schemas.microsoft.com/office/drawing/2014/main" id="{23EA8CD8-D0DB-F5AC-F4EE-8D250026CFBB}"/>
              </a:ext>
            </a:extLst>
          </p:cNvPr>
          <p:cNvSpPr>
            <a:spLocks noGrp="1"/>
          </p:cNvSpPr>
          <p:nvPr>
            <p:ph type="body" idx="1"/>
          </p:nvPr>
        </p:nvSpPr>
        <p:spPr>
          <a:xfrm>
            <a:off x="839788" y="1300163"/>
            <a:ext cx="5157787" cy="823912"/>
          </a:xfrm>
        </p:spPr>
        <p:txBody>
          <a:bodyPr/>
          <a:lstStyle/>
          <a:p>
            <a:pPr algn="ctr"/>
            <a:r>
              <a:rPr lang="en-US" dirty="0"/>
              <a:t>Leading Indicators</a:t>
            </a:r>
          </a:p>
        </p:txBody>
      </p:sp>
      <p:sp>
        <p:nvSpPr>
          <p:cNvPr id="5" name="Text Placeholder 4">
            <a:extLst>
              <a:ext uri="{FF2B5EF4-FFF2-40B4-BE49-F238E27FC236}">
                <a16:creationId xmlns:a16="http://schemas.microsoft.com/office/drawing/2014/main" id="{60C1CB8F-E8C6-BA22-8CD3-2BCC74DD2E87}"/>
              </a:ext>
            </a:extLst>
          </p:cNvPr>
          <p:cNvSpPr>
            <a:spLocks noGrp="1"/>
          </p:cNvSpPr>
          <p:nvPr>
            <p:ph type="body" sz="quarter" idx="3"/>
          </p:nvPr>
        </p:nvSpPr>
        <p:spPr>
          <a:xfrm>
            <a:off x="6172200" y="1300163"/>
            <a:ext cx="5183188" cy="823912"/>
          </a:xfrm>
        </p:spPr>
        <p:txBody>
          <a:bodyPr/>
          <a:lstStyle/>
          <a:p>
            <a:pPr algn="ctr"/>
            <a:r>
              <a:rPr lang="en-US" dirty="0"/>
              <a:t>Lagging Indicator</a:t>
            </a:r>
          </a:p>
        </p:txBody>
      </p:sp>
      <p:grpSp>
        <p:nvGrpSpPr>
          <p:cNvPr id="8" name="Group 7">
            <a:extLst>
              <a:ext uri="{FF2B5EF4-FFF2-40B4-BE49-F238E27FC236}">
                <a16:creationId xmlns:a16="http://schemas.microsoft.com/office/drawing/2014/main" id="{DD033288-D260-4A98-1DF8-3598B0EE68E0}"/>
              </a:ext>
            </a:extLst>
          </p:cNvPr>
          <p:cNvGrpSpPr/>
          <p:nvPr/>
        </p:nvGrpSpPr>
        <p:grpSpPr>
          <a:xfrm>
            <a:off x="1436946" y="2073275"/>
            <a:ext cx="3963471" cy="3789252"/>
            <a:chOff x="5085113" y="302150"/>
            <a:chExt cx="3963471" cy="3789252"/>
          </a:xfrm>
        </p:grpSpPr>
        <p:sp>
          <p:nvSpPr>
            <p:cNvPr id="10" name="Rounded Rectangle 23">
              <a:extLst>
                <a:ext uri="{FF2B5EF4-FFF2-40B4-BE49-F238E27FC236}">
                  <a16:creationId xmlns:a16="http://schemas.microsoft.com/office/drawing/2014/main" id="{21DE8CB6-7EDA-3FF7-344C-2EC38D3AA185}"/>
                </a:ext>
              </a:extLst>
            </p:cNvPr>
            <p:cNvSpPr/>
            <p:nvPr/>
          </p:nvSpPr>
          <p:spPr>
            <a:xfrm>
              <a:off x="5085113" y="302150"/>
              <a:ext cx="3963471" cy="3789252"/>
            </a:xfrm>
            <a:prstGeom prst="round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11" name="TextBox 10">
              <a:extLst>
                <a:ext uri="{FF2B5EF4-FFF2-40B4-BE49-F238E27FC236}">
                  <a16:creationId xmlns:a16="http://schemas.microsoft.com/office/drawing/2014/main" id="{0FB22EEB-0524-5BF3-10BE-D8E28DF1E1B0}"/>
                </a:ext>
              </a:extLst>
            </p:cNvPr>
            <p:cNvSpPr txBox="1"/>
            <p:nvPr/>
          </p:nvSpPr>
          <p:spPr>
            <a:xfrm>
              <a:off x="5339392" y="2216360"/>
              <a:ext cx="1601212"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1" u="none" strike="noStrike" kern="0" cap="none" spc="0" normalizeH="0" baseline="0" noProof="0" dirty="0">
                  <a:ln>
                    <a:noFill/>
                  </a:ln>
                  <a:solidFill>
                    <a:srgbClr val="44546A">
                      <a:lumMod val="50000"/>
                    </a:srgbClr>
                  </a:solidFill>
                  <a:effectLst/>
                  <a:uLnTx/>
                  <a:uFillTx/>
                  <a:cs typeface="Arial"/>
                  <a:sym typeface="Arial"/>
                </a:rPr>
                <a:t>Exercise</a:t>
              </a:r>
              <a:endParaRPr kumimoji="0" lang="ru-RU" sz="900" b="0" i="0" u="none" strike="noStrike" kern="0" cap="none" spc="0" normalizeH="0" baseline="0" noProof="0" dirty="0">
                <a:ln>
                  <a:noFill/>
                </a:ln>
                <a:solidFill>
                  <a:srgbClr val="44546A">
                    <a:lumMod val="50000"/>
                  </a:srgbClr>
                </a:solidFill>
                <a:effectLst/>
                <a:uLnTx/>
                <a:uFillTx/>
                <a:cs typeface="Arial"/>
                <a:sym typeface="Arial"/>
              </a:endParaRPr>
            </a:p>
          </p:txBody>
        </p:sp>
        <p:pic>
          <p:nvPicPr>
            <p:cNvPr id="12" name="Picture 11">
              <a:extLst>
                <a:ext uri="{FF2B5EF4-FFF2-40B4-BE49-F238E27FC236}">
                  <a16:creationId xmlns:a16="http://schemas.microsoft.com/office/drawing/2014/main" id="{49348DF1-26C2-AB2B-FE2B-18B91D782366}"/>
                </a:ext>
              </a:extLst>
            </p:cNvPr>
            <p:cNvPicPr>
              <a:picLocks noChangeAspect="1"/>
            </p:cNvPicPr>
            <p:nvPr/>
          </p:nvPicPr>
          <p:blipFill>
            <a:blip r:embed="rId3"/>
            <a:stretch>
              <a:fillRect/>
            </a:stretch>
          </p:blipFill>
          <p:spPr>
            <a:xfrm>
              <a:off x="5342159" y="619437"/>
              <a:ext cx="1601213" cy="1601213"/>
            </a:xfrm>
            <a:prstGeom prst="rect">
              <a:avLst/>
            </a:prstGeom>
          </p:spPr>
        </p:pic>
        <p:pic>
          <p:nvPicPr>
            <p:cNvPr id="13" name="Picture 12">
              <a:extLst>
                <a:ext uri="{FF2B5EF4-FFF2-40B4-BE49-F238E27FC236}">
                  <a16:creationId xmlns:a16="http://schemas.microsoft.com/office/drawing/2014/main" id="{E829EA30-8C93-D159-CB81-E6D63EBC4C97}"/>
                </a:ext>
              </a:extLst>
            </p:cNvPr>
            <p:cNvPicPr>
              <a:picLocks noChangeAspect="1"/>
            </p:cNvPicPr>
            <p:nvPr/>
          </p:nvPicPr>
          <p:blipFill>
            <a:blip r:embed="rId4"/>
            <a:stretch>
              <a:fillRect/>
            </a:stretch>
          </p:blipFill>
          <p:spPr>
            <a:xfrm>
              <a:off x="5339393" y="2519847"/>
              <a:ext cx="1623939" cy="1078675"/>
            </a:xfrm>
            <a:prstGeom prst="rect">
              <a:avLst/>
            </a:prstGeom>
          </p:spPr>
        </p:pic>
        <p:pic>
          <p:nvPicPr>
            <p:cNvPr id="14" name="Picture 13">
              <a:extLst>
                <a:ext uri="{FF2B5EF4-FFF2-40B4-BE49-F238E27FC236}">
                  <a16:creationId xmlns:a16="http://schemas.microsoft.com/office/drawing/2014/main" id="{371D32D3-6EBE-7AA3-2A54-63BF1FF6EE3D}"/>
                </a:ext>
              </a:extLst>
            </p:cNvPr>
            <p:cNvPicPr>
              <a:picLocks noChangeAspect="1"/>
            </p:cNvPicPr>
            <p:nvPr/>
          </p:nvPicPr>
          <p:blipFill>
            <a:blip r:embed="rId5"/>
            <a:stretch>
              <a:fillRect/>
            </a:stretch>
          </p:blipFill>
          <p:spPr>
            <a:xfrm>
              <a:off x="7250876" y="619438"/>
              <a:ext cx="1601212" cy="1601212"/>
            </a:xfrm>
            <a:prstGeom prst="rect">
              <a:avLst/>
            </a:prstGeom>
          </p:spPr>
        </p:pic>
        <p:sp>
          <p:nvSpPr>
            <p:cNvPr id="15" name="TextBox 14">
              <a:extLst>
                <a:ext uri="{FF2B5EF4-FFF2-40B4-BE49-F238E27FC236}">
                  <a16:creationId xmlns:a16="http://schemas.microsoft.com/office/drawing/2014/main" id="{6D77FB36-C508-8A35-665B-59722049DEFB}"/>
                </a:ext>
              </a:extLst>
            </p:cNvPr>
            <p:cNvSpPr txBox="1"/>
            <p:nvPr/>
          </p:nvSpPr>
          <p:spPr>
            <a:xfrm>
              <a:off x="5339392" y="3660610"/>
              <a:ext cx="162393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1" u="none" strike="noStrike" kern="0" cap="none" spc="0" normalizeH="0" baseline="0" noProof="0" dirty="0">
                  <a:ln>
                    <a:noFill/>
                  </a:ln>
                  <a:solidFill>
                    <a:srgbClr val="44546A">
                      <a:lumMod val="50000"/>
                    </a:srgbClr>
                  </a:solidFill>
                  <a:effectLst/>
                  <a:uLnTx/>
                  <a:uFillTx/>
                  <a:cs typeface="Arial"/>
                  <a:sym typeface="Arial"/>
                </a:rPr>
                <a:t>Nutrition</a:t>
              </a:r>
              <a:endParaRPr kumimoji="0" lang="ru-RU" sz="900" b="0" i="0" u="none" strike="noStrike" kern="0" cap="none" spc="0" normalizeH="0" baseline="0" noProof="0" dirty="0">
                <a:ln>
                  <a:noFill/>
                </a:ln>
                <a:solidFill>
                  <a:srgbClr val="44546A">
                    <a:lumMod val="50000"/>
                  </a:srgbClr>
                </a:solidFill>
                <a:effectLst/>
                <a:uLnTx/>
                <a:uFillTx/>
                <a:cs typeface="Arial"/>
                <a:sym typeface="Arial"/>
              </a:endParaRPr>
            </a:p>
          </p:txBody>
        </p:sp>
        <p:sp>
          <p:nvSpPr>
            <p:cNvPr id="16" name="TextBox 15">
              <a:extLst>
                <a:ext uri="{FF2B5EF4-FFF2-40B4-BE49-F238E27FC236}">
                  <a16:creationId xmlns:a16="http://schemas.microsoft.com/office/drawing/2014/main" id="{0E963F98-476D-5955-DEE2-600951971110}"/>
                </a:ext>
              </a:extLst>
            </p:cNvPr>
            <p:cNvSpPr txBox="1"/>
            <p:nvPr/>
          </p:nvSpPr>
          <p:spPr>
            <a:xfrm>
              <a:off x="7228149" y="3650027"/>
              <a:ext cx="162393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1" u="none" strike="noStrike" kern="0" cap="none" spc="0" normalizeH="0" baseline="0" noProof="0" dirty="0">
                  <a:ln>
                    <a:noFill/>
                  </a:ln>
                  <a:solidFill>
                    <a:srgbClr val="44546A">
                      <a:lumMod val="50000"/>
                    </a:srgbClr>
                  </a:solidFill>
                  <a:effectLst/>
                  <a:uLnTx/>
                  <a:uFillTx/>
                  <a:cs typeface="Arial"/>
                  <a:sym typeface="Arial"/>
                </a:rPr>
                <a:t>Sleep</a:t>
              </a:r>
              <a:endParaRPr kumimoji="0" lang="ru-RU" sz="900" b="0" i="0" u="none" strike="noStrike" kern="0" cap="none" spc="0" normalizeH="0" baseline="0" noProof="0" dirty="0">
                <a:ln>
                  <a:noFill/>
                </a:ln>
                <a:solidFill>
                  <a:srgbClr val="44546A">
                    <a:lumMod val="50000"/>
                  </a:srgbClr>
                </a:solidFill>
                <a:effectLst/>
                <a:uLnTx/>
                <a:uFillTx/>
                <a:cs typeface="Arial"/>
                <a:sym typeface="Arial"/>
              </a:endParaRPr>
            </a:p>
          </p:txBody>
        </p:sp>
        <p:sp>
          <p:nvSpPr>
            <p:cNvPr id="17" name="TextBox 16">
              <a:extLst>
                <a:ext uri="{FF2B5EF4-FFF2-40B4-BE49-F238E27FC236}">
                  <a16:creationId xmlns:a16="http://schemas.microsoft.com/office/drawing/2014/main" id="{5C7790B4-3D21-D713-4EEF-EA5E27DDB408}"/>
                </a:ext>
              </a:extLst>
            </p:cNvPr>
            <p:cNvSpPr txBox="1"/>
            <p:nvPr/>
          </p:nvSpPr>
          <p:spPr>
            <a:xfrm>
              <a:off x="7248107" y="2219163"/>
              <a:ext cx="1601212"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1" u="none" strike="noStrike" kern="0" cap="none" spc="0" normalizeH="0" baseline="0" noProof="0" dirty="0">
                  <a:ln>
                    <a:noFill/>
                  </a:ln>
                  <a:solidFill>
                    <a:srgbClr val="44546A">
                      <a:lumMod val="50000"/>
                    </a:srgbClr>
                  </a:solidFill>
                  <a:effectLst/>
                  <a:uLnTx/>
                  <a:uFillTx/>
                  <a:cs typeface="Arial"/>
                  <a:sym typeface="Arial"/>
                </a:rPr>
                <a:t>Calories</a:t>
              </a:r>
              <a:endParaRPr kumimoji="0" lang="ru-RU" sz="900" b="0" i="0" u="none" strike="noStrike" kern="0" cap="none" spc="0" normalizeH="0" baseline="0" noProof="0" dirty="0">
                <a:ln>
                  <a:noFill/>
                </a:ln>
                <a:solidFill>
                  <a:srgbClr val="44546A">
                    <a:lumMod val="50000"/>
                  </a:srgbClr>
                </a:solidFill>
                <a:effectLst/>
                <a:uLnTx/>
                <a:uFillTx/>
                <a:cs typeface="Arial"/>
                <a:sym typeface="Arial"/>
              </a:endParaRPr>
            </a:p>
          </p:txBody>
        </p:sp>
        <p:pic>
          <p:nvPicPr>
            <p:cNvPr id="18" name="Picture 17">
              <a:extLst>
                <a:ext uri="{FF2B5EF4-FFF2-40B4-BE49-F238E27FC236}">
                  <a16:creationId xmlns:a16="http://schemas.microsoft.com/office/drawing/2014/main" id="{DB834A3B-09BB-0FD0-F9B9-C8E7A355E6CA}"/>
                </a:ext>
              </a:extLst>
            </p:cNvPr>
            <p:cNvPicPr>
              <a:picLocks noChangeAspect="1"/>
            </p:cNvPicPr>
            <p:nvPr/>
          </p:nvPicPr>
          <p:blipFill>
            <a:blip r:embed="rId6"/>
            <a:stretch>
              <a:fillRect/>
            </a:stretch>
          </p:blipFill>
          <p:spPr>
            <a:xfrm>
              <a:off x="7228149" y="2523073"/>
              <a:ext cx="1623939" cy="1090867"/>
            </a:xfrm>
            <a:prstGeom prst="rect">
              <a:avLst/>
            </a:prstGeom>
          </p:spPr>
        </p:pic>
      </p:grpSp>
      <p:sp>
        <p:nvSpPr>
          <p:cNvPr id="20" name="Rounded Rectangle 24">
            <a:extLst>
              <a:ext uri="{FF2B5EF4-FFF2-40B4-BE49-F238E27FC236}">
                <a16:creationId xmlns:a16="http://schemas.microsoft.com/office/drawing/2014/main" id="{71C27F99-2306-BEFE-9ABC-99B3221A68A0}"/>
              </a:ext>
            </a:extLst>
          </p:cNvPr>
          <p:cNvSpPr/>
          <p:nvPr/>
        </p:nvSpPr>
        <p:spPr>
          <a:xfrm>
            <a:off x="6782059" y="2108257"/>
            <a:ext cx="3963471" cy="3789252"/>
          </a:xfrm>
          <a:prstGeom prst="round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FFFFFF"/>
              </a:solidFill>
              <a:effectLst/>
              <a:uLnTx/>
              <a:uFillTx/>
              <a:latin typeface="Arial"/>
              <a:ea typeface="+mn-ea"/>
              <a:cs typeface="+mn-cs"/>
              <a:sym typeface="Arial"/>
            </a:endParaRPr>
          </a:p>
        </p:txBody>
      </p:sp>
      <p:pic>
        <p:nvPicPr>
          <p:cNvPr id="21" name="Picture 20">
            <a:extLst>
              <a:ext uri="{FF2B5EF4-FFF2-40B4-BE49-F238E27FC236}">
                <a16:creationId xmlns:a16="http://schemas.microsoft.com/office/drawing/2014/main" id="{71C4ED58-5F9C-C586-8DBB-C9D3B1CD7360}"/>
              </a:ext>
            </a:extLst>
          </p:cNvPr>
          <p:cNvPicPr>
            <a:picLocks noChangeAspect="1"/>
          </p:cNvPicPr>
          <p:nvPr/>
        </p:nvPicPr>
        <p:blipFill>
          <a:blip r:embed="rId7"/>
          <a:stretch>
            <a:fillRect/>
          </a:stretch>
        </p:blipFill>
        <p:spPr>
          <a:xfrm>
            <a:off x="7341475" y="2578827"/>
            <a:ext cx="2848113" cy="2848113"/>
          </a:xfrm>
          <a:prstGeom prst="rect">
            <a:avLst/>
          </a:prstGeom>
        </p:spPr>
      </p:pic>
      <p:sp>
        <p:nvSpPr>
          <p:cNvPr id="22" name="Text Box 13">
            <a:extLst>
              <a:ext uri="{FF2B5EF4-FFF2-40B4-BE49-F238E27FC236}">
                <a16:creationId xmlns:a16="http://schemas.microsoft.com/office/drawing/2014/main" id="{E0F7453F-5AA2-DF01-62C2-96DCF979FAF6}"/>
              </a:ext>
            </a:extLst>
          </p:cNvPr>
          <p:cNvSpPr txBox="1">
            <a:spLocks noChangeArrowheads="1"/>
          </p:cNvSpPr>
          <p:nvPr/>
        </p:nvSpPr>
        <p:spPr bwMode="auto">
          <a:xfrm>
            <a:off x="4149177" y="5938700"/>
            <a:ext cx="4043742" cy="400110"/>
          </a:xfrm>
          <a:prstGeom prst="rect">
            <a:avLst/>
          </a:prstGeom>
          <a:solidFill>
            <a:srgbClr val="EAEAEA"/>
          </a:solidFill>
          <a:ln w="25400">
            <a:solidFill>
              <a:schemeClr val="tx1"/>
            </a:solidFill>
            <a:miter lim="800000"/>
            <a:headEnd/>
            <a:tailEnd/>
          </a:ln>
        </p:spPr>
        <p:txBody>
          <a:bodyPr wrap="square" anchor="b" anchorCtr="1">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itchFamily="2" charset="2"/>
              <a:buNone/>
            </a:pPr>
            <a:r>
              <a:rPr lang="en-US" altLang="en-US" sz="2000" b="0" i="1" dirty="0">
                <a:latin typeface="+mn-lt"/>
              </a:rPr>
              <a:t>How do your KPIs Measure Up?</a:t>
            </a:r>
          </a:p>
        </p:txBody>
      </p:sp>
    </p:spTree>
    <p:custDataLst>
      <p:tags r:id="rId1"/>
    </p:custDataLst>
    <p:extLst>
      <p:ext uri="{BB962C8B-B14F-4D97-AF65-F5344CB8AC3E}">
        <p14:creationId xmlns:p14="http://schemas.microsoft.com/office/powerpoint/2010/main" val="24751807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38E45-1A88-1C7C-FC1A-ADD8CC829AD6}"/>
              </a:ext>
            </a:extLst>
          </p:cNvPr>
          <p:cNvSpPr>
            <a:spLocks noGrp="1"/>
          </p:cNvSpPr>
          <p:nvPr>
            <p:ph type="title"/>
          </p:nvPr>
        </p:nvSpPr>
        <p:spPr>
          <a:xfrm>
            <a:off x="839788" y="612917"/>
            <a:ext cx="10515600" cy="1022351"/>
          </a:xfrm>
        </p:spPr>
        <p:txBody>
          <a:bodyPr>
            <a:normAutofit fontScale="90000"/>
          </a:bodyPr>
          <a:lstStyle/>
          <a:p>
            <a:r>
              <a:rPr lang="en-US" dirty="0"/>
              <a:t>MEASUREMENTS</a:t>
            </a:r>
            <a:br>
              <a:rPr lang="en-US" dirty="0"/>
            </a:br>
            <a:r>
              <a:rPr lang="en-US" dirty="0"/>
              <a:t>KPIs: Leading vs. Lagging Indicators</a:t>
            </a:r>
          </a:p>
        </p:txBody>
      </p:sp>
      <p:sp>
        <p:nvSpPr>
          <p:cNvPr id="3" name="Text Placeholder 2">
            <a:extLst>
              <a:ext uri="{FF2B5EF4-FFF2-40B4-BE49-F238E27FC236}">
                <a16:creationId xmlns:a16="http://schemas.microsoft.com/office/drawing/2014/main" id="{23EA8CD8-D0DB-F5AC-F4EE-8D250026CFBB}"/>
              </a:ext>
            </a:extLst>
          </p:cNvPr>
          <p:cNvSpPr>
            <a:spLocks noGrp="1"/>
          </p:cNvSpPr>
          <p:nvPr>
            <p:ph type="body" idx="1"/>
          </p:nvPr>
        </p:nvSpPr>
        <p:spPr>
          <a:xfrm>
            <a:off x="839788" y="1300163"/>
            <a:ext cx="5157787" cy="823912"/>
          </a:xfrm>
        </p:spPr>
        <p:txBody>
          <a:bodyPr/>
          <a:lstStyle/>
          <a:p>
            <a:pPr algn="ctr"/>
            <a:r>
              <a:rPr lang="en-US" dirty="0"/>
              <a:t>Leading Indicators</a:t>
            </a:r>
          </a:p>
        </p:txBody>
      </p:sp>
      <p:sp>
        <p:nvSpPr>
          <p:cNvPr id="5" name="Text Placeholder 4">
            <a:extLst>
              <a:ext uri="{FF2B5EF4-FFF2-40B4-BE49-F238E27FC236}">
                <a16:creationId xmlns:a16="http://schemas.microsoft.com/office/drawing/2014/main" id="{60C1CB8F-E8C6-BA22-8CD3-2BCC74DD2E87}"/>
              </a:ext>
            </a:extLst>
          </p:cNvPr>
          <p:cNvSpPr>
            <a:spLocks noGrp="1"/>
          </p:cNvSpPr>
          <p:nvPr>
            <p:ph type="body" sz="quarter" idx="3"/>
          </p:nvPr>
        </p:nvSpPr>
        <p:spPr>
          <a:xfrm>
            <a:off x="6172200" y="1300163"/>
            <a:ext cx="5183188" cy="823912"/>
          </a:xfrm>
        </p:spPr>
        <p:txBody>
          <a:bodyPr/>
          <a:lstStyle/>
          <a:p>
            <a:pPr algn="ctr"/>
            <a:r>
              <a:rPr lang="en-US" dirty="0"/>
              <a:t>Lagging Indicator</a:t>
            </a:r>
          </a:p>
        </p:txBody>
      </p:sp>
      <p:grpSp>
        <p:nvGrpSpPr>
          <p:cNvPr id="8" name="Group 7">
            <a:extLst>
              <a:ext uri="{FF2B5EF4-FFF2-40B4-BE49-F238E27FC236}">
                <a16:creationId xmlns:a16="http://schemas.microsoft.com/office/drawing/2014/main" id="{DD033288-D260-4A98-1DF8-3598B0EE68E0}"/>
              </a:ext>
            </a:extLst>
          </p:cNvPr>
          <p:cNvGrpSpPr/>
          <p:nvPr/>
        </p:nvGrpSpPr>
        <p:grpSpPr>
          <a:xfrm>
            <a:off x="1436946" y="2073275"/>
            <a:ext cx="3963471" cy="3789252"/>
            <a:chOff x="5085113" y="302150"/>
            <a:chExt cx="3963471" cy="3789252"/>
          </a:xfrm>
        </p:grpSpPr>
        <p:sp>
          <p:nvSpPr>
            <p:cNvPr id="10" name="Rounded Rectangle 23">
              <a:extLst>
                <a:ext uri="{FF2B5EF4-FFF2-40B4-BE49-F238E27FC236}">
                  <a16:creationId xmlns:a16="http://schemas.microsoft.com/office/drawing/2014/main" id="{21DE8CB6-7EDA-3FF7-344C-2EC38D3AA185}"/>
                </a:ext>
              </a:extLst>
            </p:cNvPr>
            <p:cNvSpPr/>
            <p:nvPr/>
          </p:nvSpPr>
          <p:spPr>
            <a:xfrm>
              <a:off x="5085113" y="302150"/>
              <a:ext cx="3963471" cy="3789252"/>
            </a:xfrm>
            <a:prstGeom prst="round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11" name="TextBox 10">
              <a:extLst>
                <a:ext uri="{FF2B5EF4-FFF2-40B4-BE49-F238E27FC236}">
                  <a16:creationId xmlns:a16="http://schemas.microsoft.com/office/drawing/2014/main" id="{0FB22EEB-0524-5BF3-10BE-D8E28DF1E1B0}"/>
                </a:ext>
              </a:extLst>
            </p:cNvPr>
            <p:cNvSpPr txBox="1"/>
            <p:nvPr/>
          </p:nvSpPr>
          <p:spPr>
            <a:xfrm>
              <a:off x="5383218" y="2962801"/>
              <a:ext cx="1601212"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1" u="none" strike="noStrike" kern="0" cap="none" spc="0" normalizeH="0" baseline="0" noProof="0" dirty="0">
                  <a:ln>
                    <a:noFill/>
                  </a:ln>
                  <a:solidFill>
                    <a:srgbClr val="44546A">
                      <a:lumMod val="50000"/>
                    </a:srgbClr>
                  </a:solidFill>
                  <a:effectLst/>
                  <a:uLnTx/>
                  <a:uFillTx/>
                  <a:cs typeface="Arial"/>
                  <a:sym typeface="Arial"/>
                </a:rPr>
                <a:t>PPE Violations</a:t>
              </a:r>
              <a:endParaRPr kumimoji="0" lang="ru-RU" sz="900" b="0" i="0" u="none" strike="noStrike" kern="0" cap="none" spc="0" normalizeH="0" baseline="0" noProof="0" dirty="0">
                <a:ln>
                  <a:noFill/>
                </a:ln>
                <a:solidFill>
                  <a:srgbClr val="44546A">
                    <a:lumMod val="50000"/>
                  </a:srgbClr>
                </a:solidFill>
                <a:effectLst/>
                <a:uLnTx/>
                <a:uFillTx/>
                <a:cs typeface="Arial"/>
                <a:sym typeface="Arial"/>
              </a:endParaRPr>
            </a:p>
          </p:txBody>
        </p:sp>
        <p:sp>
          <p:nvSpPr>
            <p:cNvPr id="16" name="TextBox 15">
              <a:extLst>
                <a:ext uri="{FF2B5EF4-FFF2-40B4-BE49-F238E27FC236}">
                  <a16:creationId xmlns:a16="http://schemas.microsoft.com/office/drawing/2014/main" id="{0E963F98-476D-5955-DEE2-600951971110}"/>
                </a:ext>
              </a:extLst>
            </p:cNvPr>
            <p:cNvSpPr txBox="1"/>
            <p:nvPr/>
          </p:nvSpPr>
          <p:spPr>
            <a:xfrm>
              <a:off x="7106370" y="3631425"/>
              <a:ext cx="162393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1" u="none" strike="noStrike" kern="0" cap="none" spc="0" normalizeH="0" baseline="0" noProof="0" dirty="0">
                  <a:ln>
                    <a:noFill/>
                  </a:ln>
                  <a:solidFill>
                    <a:srgbClr val="44546A">
                      <a:lumMod val="50000"/>
                    </a:srgbClr>
                  </a:solidFill>
                  <a:effectLst/>
                  <a:uLnTx/>
                  <a:uFillTx/>
                  <a:cs typeface="Arial"/>
                  <a:sym typeface="Arial"/>
                </a:rPr>
                <a:t>Unsafe Practices</a:t>
              </a:r>
              <a:endParaRPr kumimoji="0" lang="ru-RU" sz="900" b="0" i="0" u="none" strike="noStrike" kern="0" cap="none" spc="0" normalizeH="0" baseline="0" noProof="0" dirty="0">
                <a:ln>
                  <a:noFill/>
                </a:ln>
                <a:solidFill>
                  <a:srgbClr val="44546A">
                    <a:lumMod val="50000"/>
                  </a:srgbClr>
                </a:solidFill>
                <a:effectLst/>
                <a:uLnTx/>
                <a:uFillTx/>
                <a:cs typeface="Arial"/>
                <a:sym typeface="Arial"/>
              </a:endParaRPr>
            </a:p>
          </p:txBody>
        </p:sp>
        <p:sp>
          <p:nvSpPr>
            <p:cNvPr id="17" name="TextBox 16">
              <a:extLst>
                <a:ext uri="{FF2B5EF4-FFF2-40B4-BE49-F238E27FC236}">
                  <a16:creationId xmlns:a16="http://schemas.microsoft.com/office/drawing/2014/main" id="{5C7790B4-3D21-D713-4EEF-EA5E27DDB408}"/>
                </a:ext>
              </a:extLst>
            </p:cNvPr>
            <p:cNvSpPr txBox="1"/>
            <p:nvPr/>
          </p:nvSpPr>
          <p:spPr>
            <a:xfrm>
              <a:off x="7107964" y="2155394"/>
              <a:ext cx="1601212"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1" u="none" strike="noStrike" kern="0" cap="none" spc="0" normalizeH="0" baseline="0" noProof="0" dirty="0">
                  <a:ln>
                    <a:noFill/>
                  </a:ln>
                  <a:solidFill>
                    <a:srgbClr val="44546A">
                      <a:lumMod val="50000"/>
                    </a:srgbClr>
                  </a:solidFill>
                  <a:effectLst/>
                  <a:uLnTx/>
                  <a:uFillTx/>
                  <a:cs typeface="Arial"/>
                  <a:sym typeface="Arial"/>
                </a:rPr>
                <a:t>Near Miss</a:t>
              </a:r>
              <a:endParaRPr kumimoji="0" lang="ru-RU" sz="900" b="0" i="0" u="none" strike="noStrike" kern="0" cap="none" spc="0" normalizeH="0" baseline="0" noProof="0" dirty="0">
                <a:ln>
                  <a:noFill/>
                </a:ln>
                <a:solidFill>
                  <a:srgbClr val="44546A">
                    <a:lumMod val="50000"/>
                  </a:srgbClr>
                </a:solidFill>
                <a:effectLst/>
                <a:uLnTx/>
                <a:uFillTx/>
                <a:cs typeface="Arial"/>
                <a:sym typeface="Arial"/>
              </a:endParaRPr>
            </a:p>
          </p:txBody>
        </p:sp>
      </p:grpSp>
      <p:sp>
        <p:nvSpPr>
          <p:cNvPr id="20" name="Rounded Rectangle 24">
            <a:extLst>
              <a:ext uri="{FF2B5EF4-FFF2-40B4-BE49-F238E27FC236}">
                <a16:creationId xmlns:a16="http://schemas.microsoft.com/office/drawing/2014/main" id="{71C27F99-2306-BEFE-9ABC-99B3221A68A0}"/>
              </a:ext>
            </a:extLst>
          </p:cNvPr>
          <p:cNvSpPr/>
          <p:nvPr/>
        </p:nvSpPr>
        <p:spPr>
          <a:xfrm>
            <a:off x="6782059" y="2108257"/>
            <a:ext cx="3963471" cy="3789252"/>
          </a:xfrm>
          <a:prstGeom prst="round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22" name="Text Box 13">
            <a:extLst>
              <a:ext uri="{FF2B5EF4-FFF2-40B4-BE49-F238E27FC236}">
                <a16:creationId xmlns:a16="http://schemas.microsoft.com/office/drawing/2014/main" id="{E0F7453F-5AA2-DF01-62C2-96DCF979FAF6}"/>
              </a:ext>
            </a:extLst>
          </p:cNvPr>
          <p:cNvSpPr txBox="1">
            <a:spLocks noChangeArrowheads="1"/>
          </p:cNvSpPr>
          <p:nvPr/>
        </p:nvSpPr>
        <p:spPr bwMode="auto">
          <a:xfrm>
            <a:off x="4149177" y="5938700"/>
            <a:ext cx="4043742" cy="400110"/>
          </a:xfrm>
          <a:prstGeom prst="rect">
            <a:avLst/>
          </a:prstGeom>
          <a:solidFill>
            <a:srgbClr val="EAEAEA"/>
          </a:solidFill>
          <a:ln w="25400">
            <a:solidFill>
              <a:schemeClr val="tx1"/>
            </a:solidFill>
            <a:miter lim="800000"/>
            <a:headEnd/>
            <a:tailEnd/>
          </a:ln>
        </p:spPr>
        <p:txBody>
          <a:bodyPr wrap="square" anchor="b" anchorCtr="1">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itchFamily="2" charset="2"/>
              <a:buNone/>
            </a:pPr>
            <a:r>
              <a:rPr lang="en-US" altLang="en-US" sz="2000" b="0" i="1" dirty="0">
                <a:latin typeface="+mn-lt"/>
              </a:rPr>
              <a:t>Manufacturing Examples</a:t>
            </a:r>
          </a:p>
        </p:txBody>
      </p:sp>
      <p:pic>
        <p:nvPicPr>
          <p:cNvPr id="4" name="Picture 3">
            <a:extLst>
              <a:ext uri="{FF2B5EF4-FFF2-40B4-BE49-F238E27FC236}">
                <a16:creationId xmlns:a16="http://schemas.microsoft.com/office/drawing/2014/main" id="{7374B7C0-44D8-DAD5-5DE1-7E1F927F9751}"/>
              </a:ext>
            </a:extLst>
          </p:cNvPr>
          <p:cNvPicPr>
            <a:picLocks noChangeAspect="1"/>
          </p:cNvPicPr>
          <p:nvPr/>
        </p:nvPicPr>
        <p:blipFill>
          <a:blip r:embed="rId3"/>
          <a:stretch>
            <a:fillRect/>
          </a:stretch>
        </p:blipFill>
        <p:spPr>
          <a:xfrm>
            <a:off x="1933430" y="2976494"/>
            <a:ext cx="1206500" cy="1676400"/>
          </a:xfrm>
          <a:prstGeom prst="rect">
            <a:avLst/>
          </a:prstGeom>
        </p:spPr>
      </p:pic>
      <p:pic>
        <p:nvPicPr>
          <p:cNvPr id="6" name="Picture 5">
            <a:extLst>
              <a:ext uri="{FF2B5EF4-FFF2-40B4-BE49-F238E27FC236}">
                <a16:creationId xmlns:a16="http://schemas.microsoft.com/office/drawing/2014/main" id="{472D3C18-0015-AC26-5412-E1FA6AECDF18}"/>
              </a:ext>
            </a:extLst>
          </p:cNvPr>
          <p:cNvPicPr>
            <a:picLocks noChangeAspect="1"/>
          </p:cNvPicPr>
          <p:nvPr/>
        </p:nvPicPr>
        <p:blipFill>
          <a:blip r:embed="rId4"/>
          <a:stretch>
            <a:fillRect/>
          </a:stretch>
        </p:blipFill>
        <p:spPr>
          <a:xfrm>
            <a:off x="3400223" y="2700990"/>
            <a:ext cx="1739900" cy="1155700"/>
          </a:xfrm>
          <a:prstGeom prst="rect">
            <a:avLst/>
          </a:prstGeom>
        </p:spPr>
      </p:pic>
      <p:pic>
        <p:nvPicPr>
          <p:cNvPr id="7" name="Picture 6">
            <a:extLst>
              <a:ext uri="{FF2B5EF4-FFF2-40B4-BE49-F238E27FC236}">
                <a16:creationId xmlns:a16="http://schemas.microsoft.com/office/drawing/2014/main" id="{72B1473D-73F3-94F7-6191-667665F0E7EA}"/>
              </a:ext>
            </a:extLst>
          </p:cNvPr>
          <p:cNvPicPr>
            <a:picLocks noChangeAspect="1"/>
          </p:cNvPicPr>
          <p:nvPr/>
        </p:nvPicPr>
        <p:blipFill>
          <a:blip r:embed="rId5"/>
          <a:stretch>
            <a:fillRect/>
          </a:stretch>
        </p:blipFill>
        <p:spPr>
          <a:xfrm>
            <a:off x="3400223" y="4271701"/>
            <a:ext cx="1720360" cy="1003325"/>
          </a:xfrm>
          <a:prstGeom prst="rect">
            <a:avLst/>
          </a:prstGeom>
        </p:spPr>
      </p:pic>
      <p:pic>
        <p:nvPicPr>
          <p:cNvPr id="9" name="Picture 8">
            <a:extLst>
              <a:ext uri="{FF2B5EF4-FFF2-40B4-BE49-F238E27FC236}">
                <a16:creationId xmlns:a16="http://schemas.microsoft.com/office/drawing/2014/main" id="{AE9D88A6-27A8-5C43-38B6-2673D23D7AE7}"/>
              </a:ext>
            </a:extLst>
          </p:cNvPr>
          <p:cNvPicPr>
            <a:picLocks noChangeAspect="1"/>
          </p:cNvPicPr>
          <p:nvPr/>
        </p:nvPicPr>
        <p:blipFill>
          <a:blip r:embed="rId6"/>
          <a:stretch>
            <a:fillRect/>
          </a:stretch>
        </p:blipFill>
        <p:spPr>
          <a:xfrm>
            <a:off x="7467020" y="2964985"/>
            <a:ext cx="2791550" cy="1923068"/>
          </a:xfrm>
          <a:prstGeom prst="rect">
            <a:avLst/>
          </a:prstGeom>
        </p:spPr>
      </p:pic>
      <p:sp>
        <p:nvSpPr>
          <p:cNvPr id="19" name="TextBox 18">
            <a:extLst>
              <a:ext uri="{FF2B5EF4-FFF2-40B4-BE49-F238E27FC236}">
                <a16:creationId xmlns:a16="http://schemas.microsoft.com/office/drawing/2014/main" id="{8C14787B-3C99-ADDC-7FC5-796EFABA978B}"/>
              </a:ext>
            </a:extLst>
          </p:cNvPr>
          <p:cNvSpPr txBox="1"/>
          <p:nvPr/>
        </p:nvSpPr>
        <p:spPr>
          <a:xfrm>
            <a:off x="7467021" y="5121137"/>
            <a:ext cx="279155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1" u="none" strike="noStrike" kern="0" cap="none" spc="0" normalizeH="0" baseline="0" noProof="0" dirty="0">
                <a:ln>
                  <a:noFill/>
                </a:ln>
                <a:solidFill>
                  <a:srgbClr val="44546A">
                    <a:lumMod val="50000"/>
                  </a:srgbClr>
                </a:solidFill>
                <a:effectLst/>
                <a:uLnTx/>
                <a:uFillTx/>
                <a:cs typeface="Arial"/>
                <a:sym typeface="Arial"/>
              </a:rPr>
              <a:t>Lost Time Incidents</a:t>
            </a:r>
            <a:endParaRPr kumimoji="0" lang="ru-RU" sz="900" b="0" i="0" u="none" strike="noStrike" kern="0" cap="none" spc="0" normalizeH="0" baseline="0" noProof="0" dirty="0">
              <a:ln>
                <a:noFill/>
              </a:ln>
              <a:solidFill>
                <a:srgbClr val="44546A">
                  <a:lumMod val="50000"/>
                </a:srgbClr>
              </a:solidFill>
              <a:effectLst/>
              <a:uLnTx/>
              <a:uFillTx/>
              <a:cs typeface="Arial"/>
              <a:sym typeface="Arial"/>
            </a:endParaRPr>
          </a:p>
        </p:txBody>
      </p:sp>
    </p:spTree>
    <p:custDataLst>
      <p:tags r:id="rId1"/>
    </p:custDataLst>
    <p:extLst>
      <p:ext uri="{BB962C8B-B14F-4D97-AF65-F5344CB8AC3E}">
        <p14:creationId xmlns:p14="http://schemas.microsoft.com/office/powerpoint/2010/main" val="19859439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38E45-1A88-1C7C-FC1A-ADD8CC829AD6}"/>
              </a:ext>
            </a:extLst>
          </p:cNvPr>
          <p:cNvSpPr>
            <a:spLocks noGrp="1"/>
          </p:cNvSpPr>
          <p:nvPr>
            <p:ph type="title"/>
          </p:nvPr>
        </p:nvSpPr>
        <p:spPr>
          <a:xfrm>
            <a:off x="839788" y="612917"/>
            <a:ext cx="10515600" cy="1022351"/>
          </a:xfrm>
        </p:spPr>
        <p:txBody>
          <a:bodyPr>
            <a:normAutofit fontScale="90000"/>
          </a:bodyPr>
          <a:lstStyle/>
          <a:p>
            <a:r>
              <a:rPr lang="en-US" dirty="0"/>
              <a:t>MEASUREMENTS</a:t>
            </a:r>
            <a:br>
              <a:rPr lang="en-US" dirty="0"/>
            </a:br>
            <a:r>
              <a:rPr lang="en-US" dirty="0"/>
              <a:t>KPIs: Leading vs. Lagging Indicators</a:t>
            </a:r>
          </a:p>
        </p:txBody>
      </p:sp>
      <p:sp>
        <p:nvSpPr>
          <p:cNvPr id="3" name="Text Placeholder 2">
            <a:extLst>
              <a:ext uri="{FF2B5EF4-FFF2-40B4-BE49-F238E27FC236}">
                <a16:creationId xmlns:a16="http://schemas.microsoft.com/office/drawing/2014/main" id="{23EA8CD8-D0DB-F5AC-F4EE-8D250026CFBB}"/>
              </a:ext>
            </a:extLst>
          </p:cNvPr>
          <p:cNvSpPr>
            <a:spLocks noGrp="1"/>
          </p:cNvSpPr>
          <p:nvPr>
            <p:ph type="body" idx="1"/>
          </p:nvPr>
        </p:nvSpPr>
        <p:spPr>
          <a:xfrm>
            <a:off x="839788" y="1300163"/>
            <a:ext cx="5157787" cy="823912"/>
          </a:xfrm>
        </p:spPr>
        <p:txBody>
          <a:bodyPr/>
          <a:lstStyle/>
          <a:p>
            <a:pPr algn="ctr"/>
            <a:r>
              <a:rPr lang="en-US" dirty="0"/>
              <a:t>Leading Indicators</a:t>
            </a:r>
          </a:p>
        </p:txBody>
      </p:sp>
      <p:sp>
        <p:nvSpPr>
          <p:cNvPr id="5" name="Text Placeholder 4">
            <a:extLst>
              <a:ext uri="{FF2B5EF4-FFF2-40B4-BE49-F238E27FC236}">
                <a16:creationId xmlns:a16="http://schemas.microsoft.com/office/drawing/2014/main" id="{60C1CB8F-E8C6-BA22-8CD3-2BCC74DD2E87}"/>
              </a:ext>
            </a:extLst>
          </p:cNvPr>
          <p:cNvSpPr>
            <a:spLocks noGrp="1"/>
          </p:cNvSpPr>
          <p:nvPr>
            <p:ph type="body" sz="quarter" idx="3"/>
          </p:nvPr>
        </p:nvSpPr>
        <p:spPr>
          <a:xfrm>
            <a:off x="6172200" y="1300163"/>
            <a:ext cx="5183188" cy="823912"/>
          </a:xfrm>
        </p:spPr>
        <p:txBody>
          <a:bodyPr/>
          <a:lstStyle/>
          <a:p>
            <a:pPr algn="ctr"/>
            <a:r>
              <a:rPr lang="en-US" dirty="0"/>
              <a:t>Lagging Indicator</a:t>
            </a:r>
          </a:p>
        </p:txBody>
      </p:sp>
      <p:grpSp>
        <p:nvGrpSpPr>
          <p:cNvPr id="8" name="Group 7">
            <a:extLst>
              <a:ext uri="{FF2B5EF4-FFF2-40B4-BE49-F238E27FC236}">
                <a16:creationId xmlns:a16="http://schemas.microsoft.com/office/drawing/2014/main" id="{DD033288-D260-4A98-1DF8-3598B0EE68E0}"/>
              </a:ext>
            </a:extLst>
          </p:cNvPr>
          <p:cNvGrpSpPr/>
          <p:nvPr/>
        </p:nvGrpSpPr>
        <p:grpSpPr>
          <a:xfrm>
            <a:off x="1436946" y="2073275"/>
            <a:ext cx="3963471" cy="3789252"/>
            <a:chOff x="5085113" y="302150"/>
            <a:chExt cx="3963471" cy="3789252"/>
          </a:xfrm>
        </p:grpSpPr>
        <p:sp>
          <p:nvSpPr>
            <p:cNvPr id="10" name="Rounded Rectangle 23">
              <a:extLst>
                <a:ext uri="{FF2B5EF4-FFF2-40B4-BE49-F238E27FC236}">
                  <a16:creationId xmlns:a16="http://schemas.microsoft.com/office/drawing/2014/main" id="{21DE8CB6-7EDA-3FF7-344C-2EC38D3AA185}"/>
                </a:ext>
              </a:extLst>
            </p:cNvPr>
            <p:cNvSpPr/>
            <p:nvPr/>
          </p:nvSpPr>
          <p:spPr>
            <a:xfrm>
              <a:off x="5085113" y="302150"/>
              <a:ext cx="3963471" cy="3789252"/>
            </a:xfrm>
            <a:prstGeom prst="round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11" name="TextBox 10">
              <a:extLst>
                <a:ext uri="{FF2B5EF4-FFF2-40B4-BE49-F238E27FC236}">
                  <a16:creationId xmlns:a16="http://schemas.microsoft.com/office/drawing/2014/main" id="{0FB22EEB-0524-5BF3-10BE-D8E28DF1E1B0}"/>
                </a:ext>
              </a:extLst>
            </p:cNvPr>
            <p:cNvSpPr txBox="1"/>
            <p:nvPr/>
          </p:nvSpPr>
          <p:spPr>
            <a:xfrm>
              <a:off x="5535575" y="2187069"/>
              <a:ext cx="1601212"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1" u="none" strike="noStrike" kern="0" cap="none" spc="0" normalizeH="0" baseline="0" noProof="0" dirty="0">
                  <a:ln>
                    <a:noFill/>
                  </a:ln>
                  <a:solidFill>
                    <a:srgbClr val="44546A">
                      <a:lumMod val="50000"/>
                    </a:srgbClr>
                  </a:solidFill>
                  <a:effectLst/>
                  <a:uLnTx/>
                  <a:uFillTx/>
                  <a:cs typeface="Arial"/>
                  <a:sym typeface="Arial"/>
                </a:rPr>
                <a:t>Quality KPIs</a:t>
              </a:r>
              <a:endParaRPr kumimoji="0" lang="ru-RU" sz="900" b="0" i="0" u="none" strike="noStrike" kern="0" cap="none" spc="0" normalizeH="0" baseline="0" noProof="0" dirty="0">
                <a:ln>
                  <a:noFill/>
                </a:ln>
                <a:solidFill>
                  <a:srgbClr val="44546A">
                    <a:lumMod val="50000"/>
                  </a:srgbClr>
                </a:solidFill>
                <a:effectLst/>
                <a:uLnTx/>
                <a:uFillTx/>
                <a:cs typeface="Arial"/>
                <a:sym typeface="Arial"/>
              </a:endParaRPr>
            </a:p>
          </p:txBody>
        </p:sp>
        <p:sp>
          <p:nvSpPr>
            <p:cNvPr id="16" name="TextBox 15">
              <a:extLst>
                <a:ext uri="{FF2B5EF4-FFF2-40B4-BE49-F238E27FC236}">
                  <a16:creationId xmlns:a16="http://schemas.microsoft.com/office/drawing/2014/main" id="{0E963F98-476D-5955-DEE2-600951971110}"/>
                </a:ext>
              </a:extLst>
            </p:cNvPr>
            <p:cNvSpPr txBox="1"/>
            <p:nvPr/>
          </p:nvSpPr>
          <p:spPr>
            <a:xfrm>
              <a:off x="6211455" y="3568077"/>
              <a:ext cx="162393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1" u="none" strike="noStrike" kern="0" cap="none" spc="0" normalizeH="0" baseline="0" noProof="0" dirty="0">
                  <a:ln>
                    <a:noFill/>
                  </a:ln>
                  <a:solidFill>
                    <a:srgbClr val="44546A">
                      <a:lumMod val="50000"/>
                    </a:srgbClr>
                  </a:solidFill>
                  <a:effectLst/>
                  <a:uLnTx/>
                  <a:uFillTx/>
                  <a:cs typeface="Arial"/>
                  <a:sym typeface="Arial"/>
                </a:rPr>
                <a:t>Long Lead-Times</a:t>
              </a:r>
              <a:endParaRPr kumimoji="0" lang="ru-RU" sz="900" b="0" i="0" u="none" strike="noStrike" kern="0" cap="none" spc="0" normalizeH="0" baseline="0" noProof="0" dirty="0">
                <a:ln>
                  <a:noFill/>
                </a:ln>
                <a:solidFill>
                  <a:srgbClr val="44546A">
                    <a:lumMod val="50000"/>
                  </a:srgbClr>
                </a:solidFill>
                <a:effectLst/>
                <a:uLnTx/>
                <a:uFillTx/>
                <a:cs typeface="Arial"/>
                <a:sym typeface="Arial"/>
              </a:endParaRPr>
            </a:p>
          </p:txBody>
        </p:sp>
        <p:sp>
          <p:nvSpPr>
            <p:cNvPr id="17" name="TextBox 16">
              <a:extLst>
                <a:ext uri="{FF2B5EF4-FFF2-40B4-BE49-F238E27FC236}">
                  <a16:creationId xmlns:a16="http://schemas.microsoft.com/office/drawing/2014/main" id="{5C7790B4-3D21-D713-4EEF-EA5E27DDB408}"/>
                </a:ext>
              </a:extLst>
            </p:cNvPr>
            <p:cNvSpPr txBox="1"/>
            <p:nvPr/>
          </p:nvSpPr>
          <p:spPr>
            <a:xfrm>
              <a:off x="7107964" y="2155394"/>
              <a:ext cx="1601212"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1" u="none" strike="noStrike" kern="0" cap="none" spc="0" normalizeH="0" baseline="0" noProof="0" dirty="0">
                  <a:ln>
                    <a:noFill/>
                  </a:ln>
                  <a:solidFill>
                    <a:srgbClr val="44546A">
                      <a:lumMod val="50000"/>
                    </a:srgbClr>
                  </a:solidFill>
                  <a:effectLst/>
                  <a:uLnTx/>
                  <a:uFillTx/>
                  <a:cs typeface="Arial"/>
                  <a:sym typeface="Arial"/>
                </a:rPr>
                <a:t>Poor Branding</a:t>
              </a:r>
              <a:endParaRPr kumimoji="0" lang="ru-RU" sz="900" b="0" i="0" u="none" strike="noStrike" kern="0" cap="none" spc="0" normalizeH="0" baseline="0" noProof="0" dirty="0">
                <a:ln>
                  <a:noFill/>
                </a:ln>
                <a:solidFill>
                  <a:srgbClr val="44546A">
                    <a:lumMod val="50000"/>
                  </a:srgbClr>
                </a:solidFill>
                <a:effectLst/>
                <a:uLnTx/>
                <a:uFillTx/>
                <a:cs typeface="Arial"/>
                <a:sym typeface="Arial"/>
              </a:endParaRPr>
            </a:p>
          </p:txBody>
        </p:sp>
      </p:grpSp>
      <p:sp>
        <p:nvSpPr>
          <p:cNvPr id="20" name="Rounded Rectangle 24">
            <a:extLst>
              <a:ext uri="{FF2B5EF4-FFF2-40B4-BE49-F238E27FC236}">
                <a16:creationId xmlns:a16="http://schemas.microsoft.com/office/drawing/2014/main" id="{71C27F99-2306-BEFE-9ABC-99B3221A68A0}"/>
              </a:ext>
            </a:extLst>
          </p:cNvPr>
          <p:cNvSpPr/>
          <p:nvPr/>
        </p:nvSpPr>
        <p:spPr>
          <a:xfrm>
            <a:off x="6782059" y="2108257"/>
            <a:ext cx="3963471" cy="3789252"/>
          </a:xfrm>
          <a:prstGeom prst="round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22" name="Text Box 13">
            <a:extLst>
              <a:ext uri="{FF2B5EF4-FFF2-40B4-BE49-F238E27FC236}">
                <a16:creationId xmlns:a16="http://schemas.microsoft.com/office/drawing/2014/main" id="{E0F7453F-5AA2-DF01-62C2-96DCF979FAF6}"/>
              </a:ext>
            </a:extLst>
          </p:cNvPr>
          <p:cNvSpPr txBox="1">
            <a:spLocks noChangeArrowheads="1"/>
          </p:cNvSpPr>
          <p:nvPr/>
        </p:nvSpPr>
        <p:spPr bwMode="auto">
          <a:xfrm>
            <a:off x="4149177" y="5938700"/>
            <a:ext cx="4043742" cy="400110"/>
          </a:xfrm>
          <a:prstGeom prst="rect">
            <a:avLst/>
          </a:prstGeom>
          <a:solidFill>
            <a:srgbClr val="EAEAEA"/>
          </a:solidFill>
          <a:ln w="25400">
            <a:solidFill>
              <a:schemeClr val="tx1"/>
            </a:solidFill>
            <a:miter lim="800000"/>
            <a:headEnd/>
            <a:tailEnd/>
          </a:ln>
        </p:spPr>
        <p:txBody>
          <a:bodyPr wrap="square" anchor="b" anchorCtr="1">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itchFamily="2" charset="2"/>
              <a:buNone/>
            </a:pPr>
            <a:r>
              <a:rPr lang="en-US" altLang="en-US" sz="2000" b="0" i="1" dirty="0">
                <a:latin typeface="+mn-lt"/>
              </a:rPr>
              <a:t>Commercial Examples</a:t>
            </a:r>
          </a:p>
        </p:txBody>
      </p:sp>
      <p:pic>
        <p:nvPicPr>
          <p:cNvPr id="12" name="Picture 11">
            <a:extLst>
              <a:ext uri="{FF2B5EF4-FFF2-40B4-BE49-F238E27FC236}">
                <a16:creationId xmlns:a16="http://schemas.microsoft.com/office/drawing/2014/main" id="{811FB02B-02EF-E9B9-FD0D-5C9E53C034F3}"/>
              </a:ext>
            </a:extLst>
          </p:cNvPr>
          <p:cNvPicPr>
            <a:picLocks noChangeAspect="1"/>
          </p:cNvPicPr>
          <p:nvPr/>
        </p:nvPicPr>
        <p:blipFill>
          <a:blip r:embed="rId3"/>
          <a:stretch>
            <a:fillRect/>
          </a:stretch>
        </p:blipFill>
        <p:spPr>
          <a:xfrm>
            <a:off x="2011843" y="2609762"/>
            <a:ext cx="1356019" cy="1316757"/>
          </a:xfrm>
          <a:prstGeom prst="rect">
            <a:avLst/>
          </a:prstGeom>
        </p:spPr>
      </p:pic>
      <p:pic>
        <p:nvPicPr>
          <p:cNvPr id="13" name="Picture 12">
            <a:extLst>
              <a:ext uri="{FF2B5EF4-FFF2-40B4-BE49-F238E27FC236}">
                <a16:creationId xmlns:a16="http://schemas.microsoft.com/office/drawing/2014/main" id="{3EC389F7-62B2-6098-471E-73016BA9A751}"/>
              </a:ext>
            </a:extLst>
          </p:cNvPr>
          <p:cNvPicPr>
            <a:picLocks noChangeAspect="1"/>
          </p:cNvPicPr>
          <p:nvPr/>
        </p:nvPicPr>
        <p:blipFill>
          <a:blip r:embed="rId4"/>
          <a:stretch>
            <a:fillRect/>
          </a:stretch>
        </p:blipFill>
        <p:spPr>
          <a:xfrm>
            <a:off x="3615235" y="2609762"/>
            <a:ext cx="1348432" cy="1348432"/>
          </a:xfrm>
          <a:prstGeom prst="rect">
            <a:avLst/>
          </a:prstGeom>
        </p:spPr>
      </p:pic>
      <p:pic>
        <p:nvPicPr>
          <p:cNvPr id="14" name="Picture 13">
            <a:extLst>
              <a:ext uri="{FF2B5EF4-FFF2-40B4-BE49-F238E27FC236}">
                <a16:creationId xmlns:a16="http://schemas.microsoft.com/office/drawing/2014/main" id="{4EB2893E-A811-5780-DC2E-8FF6686ED7FB}"/>
              </a:ext>
            </a:extLst>
          </p:cNvPr>
          <p:cNvPicPr>
            <a:picLocks noChangeAspect="1"/>
          </p:cNvPicPr>
          <p:nvPr/>
        </p:nvPicPr>
        <p:blipFill>
          <a:blip r:embed="rId5"/>
          <a:stretch>
            <a:fillRect/>
          </a:stretch>
        </p:blipFill>
        <p:spPr>
          <a:xfrm>
            <a:off x="2386414" y="4354001"/>
            <a:ext cx="1977689" cy="909028"/>
          </a:xfrm>
          <a:prstGeom prst="rect">
            <a:avLst/>
          </a:prstGeom>
        </p:spPr>
      </p:pic>
      <p:pic>
        <p:nvPicPr>
          <p:cNvPr id="15" name="Picture 14">
            <a:extLst>
              <a:ext uri="{FF2B5EF4-FFF2-40B4-BE49-F238E27FC236}">
                <a16:creationId xmlns:a16="http://schemas.microsoft.com/office/drawing/2014/main" id="{67AF3D86-960C-570A-D5B9-922D4C40BFC8}"/>
              </a:ext>
            </a:extLst>
          </p:cNvPr>
          <p:cNvPicPr>
            <a:picLocks noChangeAspect="1"/>
          </p:cNvPicPr>
          <p:nvPr/>
        </p:nvPicPr>
        <p:blipFill>
          <a:blip r:embed="rId6"/>
          <a:stretch>
            <a:fillRect/>
          </a:stretch>
        </p:blipFill>
        <p:spPr>
          <a:xfrm>
            <a:off x="7318350" y="2967546"/>
            <a:ext cx="2986242" cy="1884933"/>
          </a:xfrm>
          <a:prstGeom prst="rect">
            <a:avLst/>
          </a:prstGeom>
        </p:spPr>
      </p:pic>
      <p:sp>
        <p:nvSpPr>
          <p:cNvPr id="18" name="TextBox 17">
            <a:extLst>
              <a:ext uri="{FF2B5EF4-FFF2-40B4-BE49-F238E27FC236}">
                <a16:creationId xmlns:a16="http://schemas.microsoft.com/office/drawing/2014/main" id="{E5067DA4-CB09-1F80-BCC3-DAF5FC537DBE}"/>
              </a:ext>
            </a:extLst>
          </p:cNvPr>
          <p:cNvSpPr txBox="1"/>
          <p:nvPr/>
        </p:nvSpPr>
        <p:spPr>
          <a:xfrm>
            <a:off x="8004773" y="5116159"/>
            <a:ext cx="162393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1" u="none" strike="noStrike" kern="0" cap="none" spc="0" normalizeH="0" baseline="0" noProof="0" dirty="0">
                <a:ln>
                  <a:noFill/>
                </a:ln>
                <a:solidFill>
                  <a:srgbClr val="44546A">
                    <a:lumMod val="50000"/>
                  </a:srgbClr>
                </a:solidFill>
                <a:effectLst/>
                <a:uLnTx/>
                <a:uFillTx/>
                <a:cs typeface="Arial"/>
                <a:sym typeface="Arial"/>
              </a:rPr>
              <a:t>Quote Win Rate</a:t>
            </a:r>
            <a:endParaRPr kumimoji="0" lang="ru-RU" sz="900" b="0" i="0" u="none" strike="noStrike" kern="0" cap="none" spc="0" normalizeH="0" baseline="0" noProof="0" dirty="0">
              <a:ln>
                <a:noFill/>
              </a:ln>
              <a:solidFill>
                <a:srgbClr val="44546A">
                  <a:lumMod val="50000"/>
                </a:srgbClr>
              </a:solidFill>
              <a:effectLst/>
              <a:uLnTx/>
              <a:uFillTx/>
              <a:cs typeface="Arial"/>
              <a:sym typeface="Arial"/>
            </a:endParaRPr>
          </a:p>
        </p:txBody>
      </p:sp>
    </p:spTree>
    <p:custDataLst>
      <p:tags r:id="rId1"/>
    </p:custDataLst>
    <p:extLst>
      <p:ext uri="{BB962C8B-B14F-4D97-AF65-F5344CB8AC3E}">
        <p14:creationId xmlns:p14="http://schemas.microsoft.com/office/powerpoint/2010/main" val="39291949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DDDD3B-CD00-AB89-61A7-A88A5663BF96}"/>
              </a:ext>
            </a:extLst>
          </p:cNvPr>
          <p:cNvSpPr/>
          <p:nvPr/>
        </p:nvSpPr>
        <p:spPr>
          <a:xfrm>
            <a:off x="297713" y="2951946"/>
            <a:ext cx="5798287" cy="1384995"/>
          </a:xfrm>
          <a:prstGeom prst="rect">
            <a:avLst/>
          </a:prstGeom>
        </p:spPr>
        <p:txBody>
          <a:bodyPr wrap="square">
            <a:spAutoFit/>
          </a:bodyPr>
          <a:lstStyle/>
          <a:p>
            <a:r>
              <a:rPr lang="en-US" sz="2800" b="1" dirty="0">
                <a:latin typeface=""/>
              </a:rPr>
              <a:t>Why should CI efforts be aligned to Strategy Deployment? </a:t>
            </a:r>
          </a:p>
          <a:p>
            <a:r>
              <a:rPr lang="en-US" sz="2800" b="1" dirty="0">
                <a:latin typeface=""/>
              </a:rPr>
              <a:t>To what degree?</a:t>
            </a:r>
          </a:p>
        </p:txBody>
      </p:sp>
      <p:pic>
        <p:nvPicPr>
          <p:cNvPr id="1026" name="Picture 2">
            <a:extLst>
              <a:ext uri="{FF2B5EF4-FFF2-40B4-BE49-F238E27FC236}">
                <a16:creationId xmlns:a16="http://schemas.microsoft.com/office/drawing/2014/main" id="{9525E9BF-B95B-E410-BD54-6B2AD854FE2C}"/>
              </a:ext>
            </a:extLst>
          </p:cNvPr>
          <p:cNvPicPr>
            <a:picLocks noChangeAspect="1" noChangeArrowheads="1"/>
          </p:cNvPicPr>
          <p:nvPr/>
        </p:nvPicPr>
        <p:blipFill>
          <a:blip r:embed="rId3"/>
          <a:srcRect/>
          <a:stretch/>
        </p:blipFill>
        <p:spPr bwMode="auto">
          <a:xfrm flipH="1">
            <a:off x="6204687" y="2094587"/>
            <a:ext cx="4800600" cy="32004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7822699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AA5E7-327F-BC36-F5D3-34BCC8EE96A9}"/>
              </a:ext>
            </a:extLst>
          </p:cNvPr>
          <p:cNvSpPr>
            <a:spLocks noGrp="1"/>
          </p:cNvSpPr>
          <p:nvPr>
            <p:ph type="title"/>
          </p:nvPr>
        </p:nvSpPr>
        <p:spPr/>
        <p:txBody>
          <a:bodyPr>
            <a:normAutofit fontScale="90000"/>
          </a:bodyPr>
          <a:lstStyle/>
          <a:p>
            <a:r>
              <a:rPr lang="en-US" dirty="0"/>
              <a:t>Strategy Deployment Case Study - JAKE Brake</a:t>
            </a:r>
          </a:p>
        </p:txBody>
      </p:sp>
      <p:sp>
        <p:nvSpPr>
          <p:cNvPr id="18" name="Rectangle 5">
            <a:extLst>
              <a:ext uri="{FF2B5EF4-FFF2-40B4-BE49-F238E27FC236}">
                <a16:creationId xmlns:a16="http://schemas.microsoft.com/office/drawing/2014/main" id="{56CDD64F-D9D2-7679-1D01-57979C682A8A}"/>
              </a:ext>
            </a:extLst>
          </p:cNvPr>
          <p:cNvSpPr>
            <a:spLocks noChangeArrowheads="1"/>
          </p:cNvSpPr>
          <p:nvPr/>
        </p:nvSpPr>
        <p:spPr bwMode="auto">
          <a:xfrm>
            <a:off x="1506538" y="1913120"/>
            <a:ext cx="2620962" cy="534987"/>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latin typeface="+mn-lt"/>
              </a:rPr>
              <a:t>Strategy</a:t>
            </a:r>
          </a:p>
        </p:txBody>
      </p:sp>
      <p:sp>
        <p:nvSpPr>
          <p:cNvPr id="19" name="Rectangle 6">
            <a:extLst>
              <a:ext uri="{FF2B5EF4-FFF2-40B4-BE49-F238E27FC236}">
                <a16:creationId xmlns:a16="http://schemas.microsoft.com/office/drawing/2014/main" id="{91854236-3A93-96A4-5C5B-4336587B8AB2}"/>
              </a:ext>
            </a:extLst>
          </p:cNvPr>
          <p:cNvSpPr>
            <a:spLocks noChangeArrowheads="1"/>
          </p:cNvSpPr>
          <p:nvPr/>
        </p:nvSpPr>
        <p:spPr bwMode="auto">
          <a:xfrm>
            <a:off x="1506538" y="2731539"/>
            <a:ext cx="2620962" cy="534987"/>
          </a:xfrm>
          <a:prstGeom prst="rect">
            <a:avLst/>
          </a:prstGeom>
          <a:solidFill>
            <a:schemeClr val="accent5">
              <a:lumMod val="20000"/>
              <a:lumOff val="80000"/>
            </a:schemeClr>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latin typeface="+mn-lt"/>
              </a:rPr>
              <a:t>3-Year Breakthrough</a:t>
            </a:r>
            <a:br>
              <a:rPr lang="en-US" altLang="en-US" sz="1600" dirty="0">
                <a:latin typeface="+mn-lt"/>
              </a:rPr>
            </a:br>
            <a:r>
              <a:rPr lang="en-US" altLang="en-US" sz="1600" dirty="0">
                <a:latin typeface="+mn-lt"/>
              </a:rPr>
              <a:t>Objective</a:t>
            </a:r>
          </a:p>
        </p:txBody>
      </p:sp>
      <p:sp>
        <p:nvSpPr>
          <p:cNvPr id="20" name="Rectangle 7">
            <a:extLst>
              <a:ext uri="{FF2B5EF4-FFF2-40B4-BE49-F238E27FC236}">
                <a16:creationId xmlns:a16="http://schemas.microsoft.com/office/drawing/2014/main" id="{24008C54-6C26-65F5-618D-29D4C03EDEC5}"/>
              </a:ext>
            </a:extLst>
          </p:cNvPr>
          <p:cNvSpPr>
            <a:spLocks noChangeArrowheads="1"/>
          </p:cNvSpPr>
          <p:nvPr/>
        </p:nvSpPr>
        <p:spPr bwMode="auto">
          <a:xfrm>
            <a:off x="1506538" y="3549958"/>
            <a:ext cx="2620962" cy="534987"/>
          </a:xfrm>
          <a:prstGeom prst="rect">
            <a:avLst/>
          </a:prstGeom>
          <a:solidFill>
            <a:schemeClr val="accent5">
              <a:lumMod val="60000"/>
              <a:lumOff val="40000"/>
            </a:schemeClr>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latin typeface="+mn-lt"/>
              </a:rPr>
              <a:t>Annual Improvement</a:t>
            </a:r>
            <a:br>
              <a:rPr lang="en-US" altLang="en-US" sz="1600" dirty="0">
                <a:latin typeface="+mn-lt"/>
              </a:rPr>
            </a:br>
            <a:r>
              <a:rPr lang="en-US" altLang="en-US" sz="1600" dirty="0">
                <a:latin typeface="+mn-lt"/>
              </a:rPr>
              <a:t>Priority/Target</a:t>
            </a:r>
          </a:p>
        </p:txBody>
      </p:sp>
      <p:sp>
        <p:nvSpPr>
          <p:cNvPr id="21" name="Rectangle 8">
            <a:extLst>
              <a:ext uri="{FF2B5EF4-FFF2-40B4-BE49-F238E27FC236}">
                <a16:creationId xmlns:a16="http://schemas.microsoft.com/office/drawing/2014/main" id="{287257FA-BF98-DA3D-E862-6A4FB92616DE}"/>
              </a:ext>
            </a:extLst>
          </p:cNvPr>
          <p:cNvSpPr>
            <a:spLocks noChangeArrowheads="1"/>
          </p:cNvSpPr>
          <p:nvPr/>
        </p:nvSpPr>
        <p:spPr bwMode="auto">
          <a:xfrm>
            <a:off x="1506538" y="4368377"/>
            <a:ext cx="2620962" cy="534987"/>
          </a:xfrm>
          <a:prstGeom prst="rect">
            <a:avLst/>
          </a:prstGeom>
          <a:solidFill>
            <a:schemeClr val="accent5"/>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mn-lt"/>
              </a:rPr>
              <a:t>Value Stream Focus</a:t>
            </a:r>
          </a:p>
        </p:txBody>
      </p:sp>
      <p:cxnSp>
        <p:nvCxnSpPr>
          <p:cNvPr id="22" name="AutoShape 9">
            <a:extLst>
              <a:ext uri="{FF2B5EF4-FFF2-40B4-BE49-F238E27FC236}">
                <a16:creationId xmlns:a16="http://schemas.microsoft.com/office/drawing/2014/main" id="{5C84AF31-58D8-4664-15C7-89AF0C5DC3F3}"/>
              </a:ext>
            </a:extLst>
          </p:cNvPr>
          <p:cNvCxnSpPr>
            <a:cxnSpLocks noChangeShapeType="1"/>
            <a:stCxn id="18" idx="2"/>
            <a:endCxn id="19" idx="0"/>
          </p:cNvCxnSpPr>
          <p:nvPr/>
        </p:nvCxnSpPr>
        <p:spPr bwMode="auto">
          <a:xfrm>
            <a:off x="2817019" y="2448107"/>
            <a:ext cx="0" cy="283432"/>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 name="AutoShape 10">
            <a:extLst>
              <a:ext uri="{FF2B5EF4-FFF2-40B4-BE49-F238E27FC236}">
                <a16:creationId xmlns:a16="http://schemas.microsoft.com/office/drawing/2014/main" id="{21ABF7ED-F85A-AF13-FF99-0EE910F0641A}"/>
              </a:ext>
            </a:extLst>
          </p:cNvPr>
          <p:cNvCxnSpPr>
            <a:cxnSpLocks noChangeShapeType="1"/>
            <a:stCxn id="19" idx="2"/>
            <a:endCxn id="20" idx="0"/>
          </p:cNvCxnSpPr>
          <p:nvPr/>
        </p:nvCxnSpPr>
        <p:spPr bwMode="auto">
          <a:xfrm>
            <a:off x="2817019" y="3266526"/>
            <a:ext cx="0" cy="283432"/>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 name="AutoShape 11">
            <a:extLst>
              <a:ext uri="{FF2B5EF4-FFF2-40B4-BE49-F238E27FC236}">
                <a16:creationId xmlns:a16="http://schemas.microsoft.com/office/drawing/2014/main" id="{01510C74-9C9B-BEC7-DED2-4CC4881FE406}"/>
              </a:ext>
            </a:extLst>
          </p:cNvPr>
          <p:cNvCxnSpPr>
            <a:cxnSpLocks noChangeShapeType="1"/>
            <a:stCxn id="20" idx="2"/>
            <a:endCxn id="21" idx="0"/>
          </p:cNvCxnSpPr>
          <p:nvPr/>
        </p:nvCxnSpPr>
        <p:spPr bwMode="auto">
          <a:xfrm>
            <a:off x="2817019" y="4084945"/>
            <a:ext cx="0" cy="283432"/>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5" name="Oval 12">
            <a:extLst>
              <a:ext uri="{FF2B5EF4-FFF2-40B4-BE49-F238E27FC236}">
                <a16:creationId xmlns:a16="http://schemas.microsoft.com/office/drawing/2014/main" id="{3FD1806E-DDD7-55FB-5461-3EA330DFA4D3}"/>
              </a:ext>
            </a:extLst>
          </p:cNvPr>
          <p:cNvSpPr>
            <a:spLocks noChangeArrowheads="1"/>
          </p:cNvSpPr>
          <p:nvPr/>
        </p:nvSpPr>
        <p:spPr bwMode="auto">
          <a:xfrm>
            <a:off x="1506538" y="5186796"/>
            <a:ext cx="2620962" cy="506901"/>
          </a:xfrm>
          <a:prstGeom prst="ellipse">
            <a:avLst/>
          </a:prstGeom>
          <a:solidFill>
            <a:schemeClr val="accent4"/>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mn-lt"/>
              </a:rPr>
              <a:t>Targeted Kaizen Focus</a:t>
            </a:r>
          </a:p>
        </p:txBody>
      </p:sp>
      <p:cxnSp>
        <p:nvCxnSpPr>
          <p:cNvPr id="26" name="AutoShape 13">
            <a:extLst>
              <a:ext uri="{FF2B5EF4-FFF2-40B4-BE49-F238E27FC236}">
                <a16:creationId xmlns:a16="http://schemas.microsoft.com/office/drawing/2014/main" id="{4C2A4495-05AC-C8B2-04F7-2B70CDA57438}"/>
              </a:ext>
            </a:extLst>
          </p:cNvPr>
          <p:cNvCxnSpPr>
            <a:cxnSpLocks noChangeShapeType="1"/>
            <a:stCxn id="21" idx="2"/>
            <a:endCxn id="25" idx="0"/>
          </p:cNvCxnSpPr>
          <p:nvPr/>
        </p:nvCxnSpPr>
        <p:spPr bwMode="auto">
          <a:xfrm>
            <a:off x="2817019" y="4903364"/>
            <a:ext cx="0" cy="283432"/>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7" name="Text Box 13">
            <a:extLst>
              <a:ext uri="{FF2B5EF4-FFF2-40B4-BE49-F238E27FC236}">
                <a16:creationId xmlns:a16="http://schemas.microsoft.com/office/drawing/2014/main" id="{2E591DF7-5864-E144-B26F-7C27D390AE4B}"/>
              </a:ext>
            </a:extLst>
          </p:cNvPr>
          <p:cNvSpPr txBox="1">
            <a:spLocks noChangeArrowheads="1"/>
          </p:cNvSpPr>
          <p:nvPr/>
        </p:nvSpPr>
        <p:spPr bwMode="auto">
          <a:xfrm>
            <a:off x="1489559" y="5938843"/>
            <a:ext cx="9212883" cy="400110"/>
          </a:xfrm>
          <a:prstGeom prst="rect">
            <a:avLst/>
          </a:prstGeom>
          <a:solidFill>
            <a:srgbClr val="EAEAEA"/>
          </a:solidFill>
          <a:ln w="25400">
            <a:solidFill>
              <a:schemeClr val="tx1"/>
            </a:solidFill>
            <a:miter lim="800000"/>
            <a:headEnd/>
            <a:tailEnd/>
          </a:ln>
        </p:spPr>
        <p:txBody>
          <a:bodyPr wrap="square" anchor="b" anchorCtr="1">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itchFamily="2" charset="2"/>
              <a:buNone/>
            </a:pPr>
            <a:r>
              <a:rPr lang="en-US" altLang="en-US" sz="2000" b="0" i="1" dirty="0">
                <a:latin typeface="+mn-lt"/>
              </a:rPr>
              <a:t>QUESTION: Are your Lean initiatives targeted towards your strategic imperatives?</a:t>
            </a:r>
            <a:endParaRPr lang="en-US" altLang="en-US" sz="2000" b="0" dirty="0">
              <a:solidFill>
                <a:srgbClr val="000066"/>
              </a:solidFill>
              <a:latin typeface="+mn-lt"/>
            </a:endParaRPr>
          </a:p>
        </p:txBody>
      </p:sp>
      <p:sp>
        <p:nvSpPr>
          <p:cNvPr id="41" name="Rectangle 3">
            <a:extLst>
              <a:ext uri="{FF2B5EF4-FFF2-40B4-BE49-F238E27FC236}">
                <a16:creationId xmlns:a16="http://schemas.microsoft.com/office/drawing/2014/main" id="{0FD102B7-70F2-C718-D980-677E3270838D}"/>
              </a:ext>
            </a:extLst>
          </p:cNvPr>
          <p:cNvSpPr>
            <a:spLocks noChangeArrowheads="1"/>
          </p:cNvSpPr>
          <p:nvPr/>
        </p:nvSpPr>
        <p:spPr bwMode="auto">
          <a:xfrm>
            <a:off x="4378331" y="2011079"/>
            <a:ext cx="6975469" cy="339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square"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spcBef>
                <a:spcPct val="80000"/>
              </a:spcBef>
              <a:spcAft>
                <a:spcPct val="20000"/>
              </a:spcAft>
              <a:buClr>
                <a:schemeClr val="accent5"/>
              </a:buClr>
              <a:buSzPct val="115000"/>
              <a:buFont typeface="Wingdings" pitchFamily="2" charset="2"/>
              <a:buChar char="Ø"/>
            </a:pPr>
            <a:r>
              <a:rPr lang="en-US" altLang="en-US" sz="1600" dirty="0">
                <a:solidFill>
                  <a:srgbClr val="000000"/>
                </a:solidFill>
                <a:latin typeface="+mn-lt"/>
              </a:rPr>
              <a:t>Achieve Market Share Objectives by becoming counter-cyclical</a:t>
            </a:r>
          </a:p>
        </p:txBody>
      </p:sp>
      <p:sp>
        <p:nvSpPr>
          <p:cNvPr id="42" name="Rectangle 3">
            <a:extLst>
              <a:ext uri="{FF2B5EF4-FFF2-40B4-BE49-F238E27FC236}">
                <a16:creationId xmlns:a16="http://schemas.microsoft.com/office/drawing/2014/main" id="{E59530ED-0B20-F2EB-3197-20156510AF7E}"/>
              </a:ext>
            </a:extLst>
          </p:cNvPr>
          <p:cNvSpPr>
            <a:spLocks noChangeArrowheads="1"/>
          </p:cNvSpPr>
          <p:nvPr/>
        </p:nvSpPr>
        <p:spPr bwMode="auto">
          <a:xfrm>
            <a:off x="4378331" y="2835637"/>
            <a:ext cx="6975469" cy="339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square"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spcBef>
                <a:spcPct val="80000"/>
              </a:spcBef>
              <a:spcAft>
                <a:spcPct val="20000"/>
              </a:spcAft>
              <a:buClr>
                <a:schemeClr val="accent5"/>
              </a:buClr>
              <a:buSzPct val="115000"/>
              <a:buFont typeface="Wingdings" pitchFamily="2" charset="2"/>
              <a:buChar char="Ø"/>
            </a:pPr>
            <a:r>
              <a:rPr lang="en-US" altLang="en-US" sz="1600" dirty="0">
                <a:solidFill>
                  <a:srgbClr val="000000"/>
                </a:solidFill>
                <a:latin typeface="+mn-lt"/>
              </a:rPr>
              <a:t>Penetrate Asian Market to Achieve $XXX of Profitable Revenue</a:t>
            </a:r>
          </a:p>
        </p:txBody>
      </p:sp>
      <p:sp>
        <p:nvSpPr>
          <p:cNvPr id="43" name="Rectangle 3">
            <a:extLst>
              <a:ext uri="{FF2B5EF4-FFF2-40B4-BE49-F238E27FC236}">
                <a16:creationId xmlns:a16="http://schemas.microsoft.com/office/drawing/2014/main" id="{08D13483-EE02-231C-4FCD-9082A0E10FB7}"/>
              </a:ext>
            </a:extLst>
          </p:cNvPr>
          <p:cNvSpPr>
            <a:spLocks noChangeArrowheads="1"/>
          </p:cNvSpPr>
          <p:nvPr/>
        </p:nvSpPr>
        <p:spPr bwMode="auto">
          <a:xfrm>
            <a:off x="4378328" y="3474335"/>
            <a:ext cx="6975469" cy="692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square"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ts val="600"/>
              </a:spcBef>
              <a:spcAft>
                <a:spcPct val="20000"/>
              </a:spcAft>
              <a:buClr>
                <a:schemeClr val="accent5"/>
              </a:buClr>
              <a:buSzPct val="115000"/>
              <a:buFont typeface="Wingdings" pitchFamily="2" charset="2"/>
              <a:buChar char="Ø"/>
            </a:pPr>
            <a:r>
              <a:rPr lang="en-US" altLang="en-US" sz="1600" dirty="0">
                <a:solidFill>
                  <a:srgbClr val="000000"/>
                </a:solidFill>
                <a:latin typeface="+mn-lt"/>
              </a:rPr>
              <a:t>Design &amp; Implement a New Product Development Process</a:t>
            </a:r>
          </a:p>
          <a:p>
            <a:pPr lvl="1">
              <a:lnSpc>
                <a:spcPct val="100000"/>
              </a:lnSpc>
              <a:spcBef>
                <a:spcPts val="600"/>
              </a:spcBef>
              <a:spcAft>
                <a:spcPct val="20000"/>
              </a:spcAft>
              <a:buClr>
                <a:schemeClr val="accent5"/>
              </a:buClr>
              <a:buSzPct val="115000"/>
              <a:buFont typeface="Wingdings" pitchFamily="2" charset="2"/>
              <a:buChar char="Ø"/>
            </a:pPr>
            <a:r>
              <a:rPr lang="en-US" altLang="en-US" dirty="0">
                <a:solidFill>
                  <a:srgbClr val="000000"/>
                </a:solidFill>
                <a:latin typeface="+mn-lt"/>
              </a:rPr>
              <a:t>Reduce NPD Leadtime from 72 months to  18 months</a:t>
            </a:r>
          </a:p>
        </p:txBody>
      </p:sp>
      <p:sp>
        <p:nvSpPr>
          <p:cNvPr id="44" name="Rectangle 3">
            <a:extLst>
              <a:ext uri="{FF2B5EF4-FFF2-40B4-BE49-F238E27FC236}">
                <a16:creationId xmlns:a16="http://schemas.microsoft.com/office/drawing/2014/main" id="{E2C7465B-59C1-BD7A-E6FD-FF7CA1D5C5EF}"/>
              </a:ext>
            </a:extLst>
          </p:cNvPr>
          <p:cNvSpPr>
            <a:spLocks noChangeArrowheads="1"/>
          </p:cNvSpPr>
          <p:nvPr/>
        </p:nvSpPr>
        <p:spPr bwMode="auto">
          <a:xfrm>
            <a:off x="4378329" y="4466336"/>
            <a:ext cx="6975469" cy="339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square"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spcBef>
                <a:spcPct val="80000"/>
              </a:spcBef>
              <a:spcAft>
                <a:spcPct val="20000"/>
              </a:spcAft>
              <a:buClr>
                <a:schemeClr val="accent5"/>
              </a:buClr>
              <a:buSzPct val="115000"/>
              <a:buFont typeface="Wingdings" pitchFamily="2" charset="2"/>
              <a:buChar char="Ø"/>
            </a:pPr>
            <a:r>
              <a:rPr lang="en-US" altLang="en-US" sz="1600" dirty="0">
                <a:solidFill>
                  <a:srgbClr val="000000"/>
                </a:solidFill>
                <a:latin typeface="+mn-lt"/>
              </a:rPr>
              <a:t>Engine Lab - Dyno Testing Process</a:t>
            </a:r>
          </a:p>
        </p:txBody>
      </p:sp>
      <p:sp>
        <p:nvSpPr>
          <p:cNvPr id="45" name="Rectangle 3">
            <a:extLst>
              <a:ext uri="{FF2B5EF4-FFF2-40B4-BE49-F238E27FC236}">
                <a16:creationId xmlns:a16="http://schemas.microsoft.com/office/drawing/2014/main" id="{CBFB1872-BE7E-8D2C-682D-F153B79D9171}"/>
              </a:ext>
            </a:extLst>
          </p:cNvPr>
          <p:cNvSpPr>
            <a:spLocks noChangeArrowheads="1"/>
          </p:cNvSpPr>
          <p:nvPr/>
        </p:nvSpPr>
        <p:spPr bwMode="auto">
          <a:xfrm>
            <a:off x="4378327" y="5094061"/>
            <a:ext cx="6975469" cy="692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square"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ts val="600"/>
              </a:spcBef>
              <a:spcAft>
                <a:spcPct val="20000"/>
              </a:spcAft>
              <a:buClr>
                <a:schemeClr val="accent5"/>
              </a:buClr>
              <a:buSzPct val="115000"/>
              <a:buFont typeface="Wingdings" pitchFamily="2" charset="2"/>
              <a:buChar char="Ø"/>
            </a:pPr>
            <a:r>
              <a:rPr lang="en-US" altLang="en-US" sz="1600" dirty="0">
                <a:solidFill>
                  <a:srgbClr val="000000"/>
                </a:solidFill>
                <a:latin typeface="+mn-lt"/>
              </a:rPr>
              <a:t>Single Minute Exchange of Dies</a:t>
            </a:r>
          </a:p>
          <a:p>
            <a:pPr lvl="1">
              <a:lnSpc>
                <a:spcPct val="100000"/>
              </a:lnSpc>
              <a:spcBef>
                <a:spcPts val="600"/>
              </a:spcBef>
              <a:spcAft>
                <a:spcPct val="20000"/>
              </a:spcAft>
              <a:buClr>
                <a:schemeClr val="accent5"/>
              </a:buClr>
              <a:buSzPct val="115000"/>
              <a:buFont typeface="Wingdings" pitchFamily="2" charset="2"/>
              <a:buChar char="Ø"/>
            </a:pPr>
            <a:r>
              <a:rPr lang="en-US" altLang="en-US" dirty="0">
                <a:solidFill>
                  <a:srgbClr val="000000"/>
                </a:solidFill>
                <a:latin typeface="+mn-lt"/>
              </a:rPr>
              <a:t>Reduced Changeover Time from 21 Days to 1 Day</a:t>
            </a:r>
          </a:p>
        </p:txBody>
      </p:sp>
    </p:spTree>
    <p:custDataLst>
      <p:tags r:id="rId1"/>
    </p:custDataLst>
    <p:extLst>
      <p:ext uri="{BB962C8B-B14F-4D97-AF65-F5344CB8AC3E}">
        <p14:creationId xmlns:p14="http://schemas.microsoft.com/office/powerpoint/2010/main" val="38236899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DDDD3B-CD00-AB89-61A7-A88A5663BF96}"/>
              </a:ext>
            </a:extLst>
          </p:cNvPr>
          <p:cNvSpPr/>
          <p:nvPr/>
        </p:nvSpPr>
        <p:spPr>
          <a:xfrm>
            <a:off x="297713" y="2951946"/>
            <a:ext cx="5798287" cy="954107"/>
          </a:xfrm>
          <a:prstGeom prst="rect">
            <a:avLst/>
          </a:prstGeom>
        </p:spPr>
        <p:txBody>
          <a:bodyPr wrap="square">
            <a:spAutoFit/>
          </a:bodyPr>
          <a:lstStyle/>
          <a:p>
            <a:r>
              <a:rPr lang="en-US" sz="2800" b="1" dirty="0">
                <a:latin typeface=""/>
              </a:rPr>
              <a:t>Why do CI efforts need to be enterprise-wide?</a:t>
            </a:r>
          </a:p>
        </p:txBody>
      </p:sp>
      <p:pic>
        <p:nvPicPr>
          <p:cNvPr id="1026" name="Picture 2">
            <a:extLst>
              <a:ext uri="{FF2B5EF4-FFF2-40B4-BE49-F238E27FC236}">
                <a16:creationId xmlns:a16="http://schemas.microsoft.com/office/drawing/2014/main" id="{9525E9BF-B95B-E410-BD54-6B2AD854FE2C}"/>
              </a:ext>
            </a:extLst>
          </p:cNvPr>
          <p:cNvPicPr>
            <a:picLocks noChangeAspect="1" noChangeArrowheads="1"/>
          </p:cNvPicPr>
          <p:nvPr/>
        </p:nvPicPr>
        <p:blipFill>
          <a:blip r:embed="rId3"/>
          <a:srcRect/>
          <a:stretch/>
        </p:blipFill>
        <p:spPr bwMode="auto">
          <a:xfrm flipH="1">
            <a:off x="6204687" y="2511077"/>
            <a:ext cx="4800600" cy="236741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9805125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AA5E7-327F-BC36-F5D3-34BCC8EE96A9}"/>
              </a:ext>
            </a:extLst>
          </p:cNvPr>
          <p:cNvSpPr>
            <a:spLocks noGrp="1"/>
          </p:cNvSpPr>
          <p:nvPr>
            <p:ph type="title"/>
          </p:nvPr>
        </p:nvSpPr>
        <p:spPr/>
        <p:txBody>
          <a:bodyPr>
            <a:normAutofit fontScale="90000"/>
          </a:bodyPr>
          <a:lstStyle/>
          <a:p>
            <a:r>
              <a:rPr lang="en-US" dirty="0"/>
              <a:t>Strategy Deployment Case Study - JAKE Brake</a:t>
            </a:r>
          </a:p>
        </p:txBody>
      </p:sp>
      <p:sp>
        <p:nvSpPr>
          <p:cNvPr id="27" name="Text Box 13">
            <a:extLst>
              <a:ext uri="{FF2B5EF4-FFF2-40B4-BE49-F238E27FC236}">
                <a16:creationId xmlns:a16="http://schemas.microsoft.com/office/drawing/2014/main" id="{2E591DF7-5864-E144-B26F-7C27D390AE4B}"/>
              </a:ext>
            </a:extLst>
          </p:cNvPr>
          <p:cNvSpPr txBox="1">
            <a:spLocks noChangeArrowheads="1"/>
          </p:cNvSpPr>
          <p:nvPr/>
        </p:nvSpPr>
        <p:spPr bwMode="auto">
          <a:xfrm>
            <a:off x="1489558" y="5838308"/>
            <a:ext cx="9212883" cy="400110"/>
          </a:xfrm>
          <a:prstGeom prst="rect">
            <a:avLst/>
          </a:prstGeom>
          <a:solidFill>
            <a:srgbClr val="EAEAEA"/>
          </a:solidFill>
          <a:ln w="25400">
            <a:solidFill>
              <a:schemeClr val="tx1"/>
            </a:solidFill>
            <a:miter lim="800000"/>
            <a:headEnd/>
            <a:tailEnd/>
          </a:ln>
        </p:spPr>
        <p:txBody>
          <a:bodyPr wrap="square" anchor="b" anchorCtr="1">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itchFamily="2" charset="2"/>
              <a:buNone/>
            </a:pPr>
            <a:r>
              <a:rPr lang="en-US" altLang="en-US" sz="2000" b="0" i="1" dirty="0">
                <a:latin typeface="+mn-lt"/>
              </a:rPr>
              <a:t>If you seek to optimize any given function, you will suboptimize the enterprise.</a:t>
            </a:r>
            <a:endParaRPr lang="en-US" altLang="en-US" sz="2000" b="0" dirty="0">
              <a:solidFill>
                <a:srgbClr val="000066"/>
              </a:solidFill>
              <a:latin typeface="+mn-lt"/>
            </a:endParaRPr>
          </a:p>
        </p:txBody>
      </p:sp>
      <p:pic>
        <p:nvPicPr>
          <p:cNvPr id="4" name="Picture 3">
            <a:extLst>
              <a:ext uri="{FF2B5EF4-FFF2-40B4-BE49-F238E27FC236}">
                <a16:creationId xmlns:a16="http://schemas.microsoft.com/office/drawing/2014/main" id="{80C55635-E9C5-E8F8-271B-4DD8B21A1A2E}"/>
              </a:ext>
            </a:extLst>
          </p:cNvPr>
          <p:cNvPicPr>
            <a:picLocks noChangeAspect="1"/>
          </p:cNvPicPr>
          <p:nvPr/>
        </p:nvPicPr>
        <p:blipFill>
          <a:blip r:embed="rId4"/>
          <a:stretch>
            <a:fillRect/>
          </a:stretch>
        </p:blipFill>
        <p:spPr>
          <a:xfrm>
            <a:off x="10741265" y="3147434"/>
            <a:ext cx="786909" cy="484550"/>
          </a:xfrm>
          <a:prstGeom prst="rect">
            <a:avLst/>
          </a:prstGeom>
        </p:spPr>
      </p:pic>
      <p:graphicFrame>
        <p:nvGraphicFramePr>
          <p:cNvPr id="5" name="Diagram 4">
            <a:extLst>
              <a:ext uri="{FF2B5EF4-FFF2-40B4-BE49-F238E27FC236}">
                <a16:creationId xmlns:a16="http://schemas.microsoft.com/office/drawing/2014/main" id="{BE24161B-EDAA-EB12-E109-3D4F7C2C896F}"/>
              </a:ext>
            </a:extLst>
          </p:cNvPr>
          <p:cNvGraphicFramePr/>
          <p:nvPr>
            <p:extLst>
              <p:ext uri="{D42A27DB-BD31-4B8C-83A1-F6EECF244321}">
                <p14:modId xmlns:p14="http://schemas.microsoft.com/office/powerpoint/2010/main" val="1994418345"/>
              </p:ext>
            </p:extLst>
          </p:nvPr>
        </p:nvGraphicFramePr>
        <p:xfrm>
          <a:off x="5937351" y="1925236"/>
          <a:ext cx="4446226" cy="292894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6" name="Picture 5">
            <a:extLst>
              <a:ext uri="{FF2B5EF4-FFF2-40B4-BE49-F238E27FC236}">
                <a16:creationId xmlns:a16="http://schemas.microsoft.com/office/drawing/2014/main" id="{5FDE5031-061F-FC24-1D53-008D82FBC575}"/>
              </a:ext>
            </a:extLst>
          </p:cNvPr>
          <p:cNvPicPr>
            <a:picLocks noChangeAspect="1"/>
          </p:cNvPicPr>
          <p:nvPr/>
        </p:nvPicPr>
        <p:blipFill>
          <a:blip r:embed="rId4"/>
          <a:stretch>
            <a:fillRect/>
          </a:stretch>
        </p:blipFill>
        <p:spPr>
          <a:xfrm>
            <a:off x="10741264" y="3816201"/>
            <a:ext cx="786909" cy="484550"/>
          </a:xfrm>
          <a:prstGeom prst="rect">
            <a:avLst/>
          </a:prstGeom>
        </p:spPr>
      </p:pic>
      <p:pic>
        <p:nvPicPr>
          <p:cNvPr id="7" name="Picture 6">
            <a:extLst>
              <a:ext uri="{FF2B5EF4-FFF2-40B4-BE49-F238E27FC236}">
                <a16:creationId xmlns:a16="http://schemas.microsoft.com/office/drawing/2014/main" id="{AC7960A9-F039-9EE8-4806-20FF2F86AD80}"/>
              </a:ext>
            </a:extLst>
          </p:cNvPr>
          <p:cNvPicPr>
            <a:picLocks noChangeAspect="1"/>
          </p:cNvPicPr>
          <p:nvPr/>
        </p:nvPicPr>
        <p:blipFill>
          <a:blip r:embed="rId4"/>
          <a:stretch>
            <a:fillRect/>
          </a:stretch>
        </p:blipFill>
        <p:spPr>
          <a:xfrm>
            <a:off x="10741264" y="4448213"/>
            <a:ext cx="786909" cy="484550"/>
          </a:xfrm>
          <a:prstGeom prst="rect">
            <a:avLst/>
          </a:prstGeom>
        </p:spPr>
      </p:pic>
      <p:cxnSp>
        <p:nvCxnSpPr>
          <p:cNvPr id="8" name="Straight Arrow Connector 7">
            <a:extLst>
              <a:ext uri="{FF2B5EF4-FFF2-40B4-BE49-F238E27FC236}">
                <a16:creationId xmlns:a16="http://schemas.microsoft.com/office/drawing/2014/main" id="{324FB500-9AAF-DB31-0693-FBC6E875B2D1}"/>
              </a:ext>
            </a:extLst>
          </p:cNvPr>
          <p:cNvCxnSpPr/>
          <p:nvPr/>
        </p:nvCxnSpPr>
        <p:spPr>
          <a:xfrm>
            <a:off x="6037486" y="3389709"/>
            <a:ext cx="4593515" cy="0"/>
          </a:xfrm>
          <a:prstGeom prst="straightConnector1">
            <a:avLst/>
          </a:prstGeom>
          <a:ln w="889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CE88505-B0EA-901E-9D15-FA36C74B947F}"/>
              </a:ext>
            </a:extLst>
          </p:cNvPr>
          <p:cNvCxnSpPr/>
          <p:nvPr/>
        </p:nvCxnSpPr>
        <p:spPr>
          <a:xfrm>
            <a:off x="6037485" y="4058476"/>
            <a:ext cx="4593515" cy="0"/>
          </a:xfrm>
          <a:prstGeom prst="straightConnector1">
            <a:avLst/>
          </a:prstGeom>
          <a:ln w="889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EBE8FC8-B971-C728-07BA-F5357D73B2AB}"/>
              </a:ext>
            </a:extLst>
          </p:cNvPr>
          <p:cNvCxnSpPr/>
          <p:nvPr/>
        </p:nvCxnSpPr>
        <p:spPr>
          <a:xfrm>
            <a:off x="6037485" y="4622838"/>
            <a:ext cx="4593515" cy="0"/>
          </a:xfrm>
          <a:prstGeom prst="straightConnector1">
            <a:avLst/>
          </a:prstGeom>
          <a:ln w="889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2" name="Diagram 11">
            <a:extLst>
              <a:ext uri="{FF2B5EF4-FFF2-40B4-BE49-F238E27FC236}">
                <a16:creationId xmlns:a16="http://schemas.microsoft.com/office/drawing/2014/main" id="{C108E7B2-3747-7D74-71B6-7BAD892693A6}"/>
              </a:ext>
            </a:extLst>
          </p:cNvPr>
          <p:cNvGraphicFramePr/>
          <p:nvPr>
            <p:extLst>
              <p:ext uri="{D42A27DB-BD31-4B8C-83A1-F6EECF244321}">
                <p14:modId xmlns:p14="http://schemas.microsoft.com/office/powerpoint/2010/main" val="985892777"/>
              </p:ext>
            </p:extLst>
          </p:nvPr>
        </p:nvGraphicFramePr>
        <p:xfrm>
          <a:off x="1026182" y="1907514"/>
          <a:ext cx="4446226" cy="2928946"/>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pic>
        <p:nvPicPr>
          <p:cNvPr id="13" name="Picture 12">
            <a:extLst>
              <a:ext uri="{FF2B5EF4-FFF2-40B4-BE49-F238E27FC236}">
                <a16:creationId xmlns:a16="http://schemas.microsoft.com/office/drawing/2014/main" id="{60D45D54-EB74-8B88-A17E-5BE7DCA05905}"/>
              </a:ext>
            </a:extLst>
          </p:cNvPr>
          <p:cNvPicPr>
            <a:picLocks noChangeAspect="1"/>
          </p:cNvPicPr>
          <p:nvPr/>
        </p:nvPicPr>
        <p:blipFill>
          <a:blip r:embed="rId4"/>
          <a:stretch>
            <a:fillRect/>
          </a:stretch>
        </p:blipFill>
        <p:spPr>
          <a:xfrm>
            <a:off x="1347544" y="5006386"/>
            <a:ext cx="786909" cy="484550"/>
          </a:xfrm>
          <a:prstGeom prst="rect">
            <a:avLst/>
          </a:prstGeom>
        </p:spPr>
      </p:pic>
      <p:pic>
        <p:nvPicPr>
          <p:cNvPr id="14" name="Picture 13">
            <a:extLst>
              <a:ext uri="{FF2B5EF4-FFF2-40B4-BE49-F238E27FC236}">
                <a16:creationId xmlns:a16="http://schemas.microsoft.com/office/drawing/2014/main" id="{95DF6DC2-F9C4-BE81-2727-5B1D5637B7B9}"/>
              </a:ext>
            </a:extLst>
          </p:cNvPr>
          <p:cNvPicPr>
            <a:picLocks noChangeAspect="1"/>
          </p:cNvPicPr>
          <p:nvPr/>
        </p:nvPicPr>
        <p:blipFill>
          <a:blip r:embed="rId4"/>
          <a:stretch>
            <a:fillRect/>
          </a:stretch>
        </p:blipFill>
        <p:spPr>
          <a:xfrm>
            <a:off x="2417020" y="4992152"/>
            <a:ext cx="786909" cy="484550"/>
          </a:xfrm>
          <a:prstGeom prst="rect">
            <a:avLst/>
          </a:prstGeom>
        </p:spPr>
      </p:pic>
      <p:pic>
        <p:nvPicPr>
          <p:cNvPr id="15" name="Picture 14">
            <a:extLst>
              <a:ext uri="{FF2B5EF4-FFF2-40B4-BE49-F238E27FC236}">
                <a16:creationId xmlns:a16="http://schemas.microsoft.com/office/drawing/2014/main" id="{871054D1-38F3-4A89-6F55-D17771239386}"/>
              </a:ext>
            </a:extLst>
          </p:cNvPr>
          <p:cNvPicPr>
            <a:picLocks noChangeAspect="1"/>
          </p:cNvPicPr>
          <p:nvPr/>
        </p:nvPicPr>
        <p:blipFill>
          <a:blip r:embed="rId4"/>
          <a:stretch>
            <a:fillRect/>
          </a:stretch>
        </p:blipFill>
        <p:spPr>
          <a:xfrm>
            <a:off x="3486497" y="5006386"/>
            <a:ext cx="786909" cy="484550"/>
          </a:xfrm>
          <a:prstGeom prst="rect">
            <a:avLst/>
          </a:prstGeom>
        </p:spPr>
      </p:pic>
      <p:pic>
        <p:nvPicPr>
          <p:cNvPr id="16" name="Picture 15">
            <a:extLst>
              <a:ext uri="{FF2B5EF4-FFF2-40B4-BE49-F238E27FC236}">
                <a16:creationId xmlns:a16="http://schemas.microsoft.com/office/drawing/2014/main" id="{7C3393FA-639E-0229-2782-63888AD4B7A9}"/>
              </a:ext>
            </a:extLst>
          </p:cNvPr>
          <p:cNvPicPr>
            <a:picLocks noChangeAspect="1"/>
          </p:cNvPicPr>
          <p:nvPr/>
        </p:nvPicPr>
        <p:blipFill>
          <a:blip r:embed="rId4"/>
          <a:stretch>
            <a:fillRect/>
          </a:stretch>
        </p:blipFill>
        <p:spPr>
          <a:xfrm>
            <a:off x="4456088" y="5003190"/>
            <a:ext cx="786909" cy="484550"/>
          </a:xfrm>
          <a:prstGeom prst="rect">
            <a:avLst/>
          </a:prstGeom>
        </p:spPr>
      </p:pic>
      <p:cxnSp>
        <p:nvCxnSpPr>
          <p:cNvPr id="17" name="Straight Arrow Connector 16">
            <a:extLst>
              <a:ext uri="{FF2B5EF4-FFF2-40B4-BE49-F238E27FC236}">
                <a16:creationId xmlns:a16="http://schemas.microsoft.com/office/drawing/2014/main" id="{DE7CBD4C-D0B4-4878-2B61-959D2EC0A7E6}"/>
              </a:ext>
            </a:extLst>
          </p:cNvPr>
          <p:cNvCxnSpPr>
            <a:cxnSpLocks/>
          </p:cNvCxnSpPr>
          <p:nvPr/>
        </p:nvCxnSpPr>
        <p:spPr>
          <a:xfrm>
            <a:off x="1740998" y="3091695"/>
            <a:ext cx="0" cy="1841068"/>
          </a:xfrm>
          <a:prstGeom prst="straightConnector1">
            <a:avLst/>
          </a:prstGeom>
          <a:ln w="889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4B9EF2B-2A5A-D14B-F722-AD7A1ED789FF}"/>
              </a:ext>
            </a:extLst>
          </p:cNvPr>
          <p:cNvCxnSpPr>
            <a:cxnSpLocks/>
          </p:cNvCxnSpPr>
          <p:nvPr/>
        </p:nvCxnSpPr>
        <p:spPr>
          <a:xfrm>
            <a:off x="2830990" y="3091695"/>
            <a:ext cx="0" cy="1841068"/>
          </a:xfrm>
          <a:prstGeom prst="straightConnector1">
            <a:avLst/>
          </a:prstGeom>
          <a:ln w="889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0E1B668-810D-6C0D-21D4-A43A2770A077}"/>
              </a:ext>
            </a:extLst>
          </p:cNvPr>
          <p:cNvCxnSpPr>
            <a:cxnSpLocks/>
          </p:cNvCxnSpPr>
          <p:nvPr/>
        </p:nvCxnSpPr>
        <p:spPr>
          <a:xfrm>
            <a:off x="3889709" y="3091695"/>
            <a:ext cx="0" cy="1841068"/>
          </a:xfrm>
          <a:prstGeom prst="straightConnector1">
            <a:avLst/>
          </a:prstGeom>
          <a:ln w="889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CA831F4-3CBC-DE31-3C54-CA8047BC1B81}"/>
              </a:ext>
            </a:extLst>
          </p:cNvPr>
          <p:cNvCxnSpPr>
            <a:cxnSpLocks/>
          </p:cNvCxnSpPr>
          <p:nvPr/>
        </p:nvCxnSpPr>
        <p:spPr>
          <a:xfrm>
            <a:off x="4880816" y="3091695"/>
            <a:ext cx="0" cy="1841068"/>
          </a:xfrm>
          <a:prstGeom prst="straightConnector1">
            <a:avLst/>
          </a:prstGeom>
          <a:ln w="889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9185380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DDDD3B-CD00-AB89-61A7-A88A5663BF96}"/>
              </a:ext>
            </a:extLst>
          </p:cNvPr>
          <p:cNvSpPr/>
          <p:nvPr/>
        </p:nvSpPr>
        <p:spPr>
          <a:xfrm>
            <a:off x="297713" y="2951946"/>
            <a:ext cx="5798287" cy="523220"/>
          </a:xfrm>
          <a:prstGeom prst="rect">
            <a:avLst/>
          </a:prstGeom>
        </p:spPr>
        <p:txBody>
          <a:bodyPr wrap="square">
            <a:spAutoFit/>
          </a:bodyPr>
          <a:lstStyle/>
          <a:p>
            <a:r>
              <a:rPr lang="en-US" sz="2800" b="1" dirty="0">
                <a:latin typeface=""/>
              </a:rPr>
              <a:t>What is the role of Leadership?</a:t>
            </a:r>
          </a:p>
        </p:txBody>
      </p:sp>
      <p:pic>
        <p:nvPicPr>
          <p:cNvPr id="4" name="Picture 3">
            <a:extLst>
              <a:ext uri="{FF2B5EF4-FFF2-40B4-BE49-F238E27FC236}">
                <a16:creationId xmlns:a16="http://schemas.microsoft.com/office/drawing/2014/main" id="{8CC75315-FE7E-62B0-8D4A-BFEB85AAE046}"/>
              </a:ext>
            </a:extLst>
          </p:cNvPr>
          <p:cNvPicPr>
            <a:picLocks noChangeAspect="1"/>
          </p:cNvPicPr>
          <p:nvPr/>
        </p:nvPicPr>
        <p:blipFill>
          <a:blip r:embed="rId3"/>
          <a:stretch>
            <a:fillRect/>
          </a:stretch>
        </p:blipFill>
        <p:spPr>
          <a:xfrm>
            <a:off x="5943600" y="2199143"/>
            <a:ext cx="6096000" cy="2028825"/>
          </a:xfrm>
          <a:prstGeom prst="rect">
            <a:avLst/>
          </a:prstGeom>
        </p:spPr>
      </p:pic>
    </p:spTree>
    <p:custDataLst>
      <p:tags r:id="rId1"/>
    </p:custDataLst>
    <p:extLst>
      <p:ext uri="{BB962C8B-B14F-4D97-AF65-F5344CB8AC3E}">
        <p14:creationId xmlns:p14="http://schemas.microsoft.com/office/powerpoint/2010/main" val="9926147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4FFC0-1F7C-4EE8-8F96-96701F006C85}"/>
              </a:ext>
            </a:extLst>
          </p:cNvPr>
          <p:cNvSpPr>
            <a:spLocks noGrp="1"/>
          </p:cNvSpPr>
          <p:nvPr>
            <p:ph type="title"/>
          </p:nvPr>
        </p:nvSpPr>
        <p:spPr/>
        <p:txBody>
          <a:bodyPr>
            <a:noAutofit/>
          </a:bodyPr>
          <a:lstStyle/>
          <a:p>
            <a:r>
              <a:rPr lang="en-US" sz="2400" dirty="0"/>
              <a:t>The Role of Leadership in a Strategy Deployment Environment</a:t>
            </a:r>
          </a:p>
        </p:txBody>
      </p:sp>
      <p:sp>
        <p:nvSpPr>
          <p:cNvPr id="4" name="Text Placeholder 3">
            <a:extLst>
              <a:ext uri="{FF2B5EF4-FFF2-40B4-BE49-F238E27FC236}">
                <a16:creationId xmlns:a16="http://schemas.microsoft.com/office/drawing/2014/main" id="{ECDD5E9E-9FEE-3101-47BD-0FA1E1C682BC}"/>
              </a:ext>
            </a:extLst>
          </p:cNvPr>
          <p:cNvSpPr>
            <a:spLocks noGrp="1"/>
          </p:cNvSpPr>
          <p:nvPr>
            <p:ph type="body" sz="half" idx="2"/>
          </p:nvPr>
        </p:nvSpPr>
        <p:spPr/>
        <p:txBody>
          <a:bodyPr>
            <a:normAutofit/>
          </a:bodyPr>
          <a:lstStyle/>
          <a:p>
            <a:r>
              <a:rPr lang="en-US" sz="2800" dirty="0"/>
              <a:t>Not everyone gets to work on Strategy Deployment.</a:t>
            </a:r>
          </a:p>
          <a:p>
            <a:r>
              <a:rPr lang="en-US" sz="2800" dirty="0"/>
              <a:t>Someone has to run the business!</a:t>
            </a:r>
          </a:p>
          <a:p>
            <a:r>
              <a:rPr lang="en-US" sz="2800" i="1" dirty="0"/>
              <a:t>But everyone gets to do Continuous Improvement!</a:t>
            </a:r>
          </a:p>
        </p:txBody>
      </p:sp>
      <p:sp>
        <p:nvSpPr>
          <p:cNvPr id="5" name="Text Box 13">
            <a:extLst>
              <a:ext uri="{FF2B5EF4-FFF2-40B4-BE49-F238E27FC236}">
                <a16:creationId xmlns:a16="http://schemas.microsoft.com/office/drawing/2014/main" id="{BB7B9A1B-95E7-827E-DD25-4C72321B7CD6}"/>
              </a:ext>
            </a:extLst>
          </p:cNvPr>
          <p:cNvSpPr txBox="1">
            <a:spLocks noChangeArrowheads="1"/>
          </p:cNvSpPr>
          <p:nvPr/>
        </p:nvSpPr>
        <p:spPr bwMode="auto">
          <a:xfrm>
            <a:off x="1043708" y="5893556"/>
            <a:ext cx="10515599" cy="400110"/>
          </a:xfrm>
          <a:prstGeom prst="rect">
            <a:avLst/>
          </a:prstGeom>
          <a:solidFill>
            <a:srgbClr val="EAEAEA"/>
          </a:solidFill>
          <a:ln w="25400">
            <a:solidFill>
              <a:schemeClr val="tx1"/>
            </a:solidFill>
            <a:miter lim="800000"/>
            <a:headEnd/>
            <a:tailEnd/>
          </a:ln>
        </p:spPr>
        <p:txBody>
          <a:bodyPr wrap="square" anchor="b" anchorCtr="1">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itchFamily="2" charset="2"/>
              <a:buNone/>
            </a:pPr>
            <a:r>
              <a:rPr lang="en-US" altLang="en-US" sz="2000" b="0" i="1" dirty="0">
                <a:latin typeface="+mn-lt"/>
              </a:rPr>
              <a:t>QUESTION: Are you working IN the business or are you working ON the business?</a:t>
            </a:r>
            <a:endParaRPr lang="en-US" altLang="en-US" sz="2000" b="0" dirty="0">
              <a:solidFill>
                <a:srgbClr val="000066"/>
              </a:solidFill>
              <a:latin typeface="+mn-lt"/>
            </a:endParaRPr>
          </a:p>
        </p:txBody>
      </p:sp>
      <p:grpSp>
        <p:nvGrpSpPr>
          <p:cNvPr id="23" name="Group 22">
            <a:extLst>
              <a:ext uri="{FF2B5EF4-FFF2-40B4-BE49-F238E27FC236}">
                <a16:creationId xmlns:a16="http://schemas.microsoft.com/office/drawing/2014/main" id="{03D50DAF-D75E-54FC-EF00-CE3FCC90A29B}"/>
              </a:ext>
            </a:extLst>
          </p:cNvPr>
          <p:cNvGrpSpPr/>
          <p:nvPr/>
        </p:nvGrpSpPr>
        <p:grpSpPr>
          <a:xfrm>
            <a:off x="4772026" y="1577180"/>
            <a:ext cx="6833318" cy="3998128"/>
            <a:chOff x="3952007" y="1577178"/>
            <a:chExt cx="7653335" cy="4102519"/>
          </a:xfrm>
        </p:grpSpPr>
        <p:sp>
          <p:nvSpPr>
            <p:cNvPr id="6" name="Line 12">
              <a:extLst>
                <a:ext uri="{FF2B5EF4-FFF2-40B4-BE49-F238E27FC236}">
                  <a16:creationId xmlns:a16="http://schemas.microsoft.com/office/drawing/2014/main" id="{3F23C4F4-CD7B-26F3-2A13-FD74C1F437B0}"/>
                </a:ext>
              </a:extLst>
            </p:cNvPr>
            <p:cNvSpPr>
              <a:spLocks noChangeShapeType="1"/>
            </p:cNvSpPr>
            <p:nvPr/>
          </p:nvSpPr>
          <p:spPr bwMode="auto">
            <a:xfrm flipV="1">
              <a:off x="5209305" y="5499886"/>
              <a:ext cx="6396037" cy="31750"/>
            </a:xfrm>
            <a:prstGeom prst="line">
              <a:avLst/>
            </a:prstGeom>
            <a:noFill/>
            <a:ln w="57150" cap="sq">
              <a:solidFill>
                <a:schemeClr val="tx2"/>
              </a:solidFill>
              <a:round/>
              <a:headEnd type="triangle" w="med" len="med"/>
              <a:tailEnd type="triangle" w="med" len="med"/>
            </a:ln>
          </p:spPr>
          <p:txBody>
            <a:bodyPr wrap="none" anchor="ctr"/>
            <a:lstStyle/>
            <a:p>
              <a:pPr algn="ctr">
                <a:lnSpc>
                  <a:spcPct val="80000"/>
                </a:lnSpc>
                <a:spcBef>
                  <a:spcPct val="20000"/>
                </a:spcBef>
                <a:defRPr/>
              </a:pPr>
              <a:endParaRPr lang="en-US" sz="1600" dirty="0"/>
            </a:p>
          </p:txBody>
        </p:sp>
        <p:pic>
          <p:nvPicPr>
            <p:cNvPr id="7" name="Picture 26">
              <a:extLst>
                <a:ext uri="{FF2B5EF4-FFF2-40B4-BE49-F238E27FC236}">
                  <a16:creationId xmlns:a16="http://schemas.microsoft.com/office/drawing/2014/main" id="{F2FE648F-3129-D952-3CF8-FACE2215E3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7406" y="1577178"/>
              <a:ext cx="6315074" cy="36766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8" name="Rectangle 3">
              <a:extLst>
                <a:ext uri="{FF2B5EF4-FFF2-40B4-BE49-F238E27FC236}">
                  <a16:creationId xmlns:a16="http://schemas.microsoft.com/office/drawing/2014/main" id="{188EF31D-1EF8-56BF-228F-5C4287877F5C}"/>
                </a:ext>
              </a:extLst>
            </p:cNvPr>
            <p:cNvSpPr>
              <a:spLocks noChangeArrowheads="1"/>
            </p:cNvSpPr>
            <p:nvPr/>
          </p:nvSpPr>
          <p:spPr bwMode="auto">
            <a:xfrm>
              <a:off x="4207593" y="1923253"/>
              <a:ext cx="872162" cy="24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1600" dirty="0">
                  <a:solidFill>
                    <a:srgbClr val="000000"/>
                  </a:solidFill>
                  <a:latin typeface="+mn-lt"/>
                </a:rPr>
                <a:t>Top Mgt.</a:t>
              </a:r>
              <a:endParaRPr lang="en-US" altLang="en-US" sz="1600" b="0" dirty="0">
                <a:latin typeface="+mn-lt"/>
              </a:endParaRPr>
            </a:p>
          </p:txBody>
        </p:sp>
        <p:sp>
          <p:nvSpPr>
            <p:cNvPr id="9" name="Rectangle 4">
              <a:extLst>
                <a:ext uri="{FF2B5EF4-FFF2-40B4-BE49-F238E27FC236}">
                  <a16:creationId xmlns:a16="http://schemas.microsoft.com/office/drawing/2014/main" id="{74EB1F9E-067D-143D-6BF9-0B45ABA5733F}"/>
                </a:ext>
              </a:extLst>
            </p:cNvPr>
            <p:cNvSpPr>
              <a:spLocks noChangeArrowheads="1"/>
            </p:cNvSpPr>
            <p:nvPr/>
          </p:nvSpPr>
          <p:spPr bwMode="auto">
            <a:xfrm>
              <a:off x="3952007" y="2723352"/>
              <a:ext cx="1211870" cy="24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1600" dirty="0">
                  <a:solidFill>
                    <a:srgbClr val="000000"/>
                  </a:solidFill>
                  <a:latin typeface="+mn-lt"/>
                </a:rPr>
                <a:t>Middle Mgt.</a:t>
              </a:r>
              <a:endParaRPr lang="en-US" altLang="en-US" sz="1600" b="0" dirty="0">
                <a:latin typeface="+mn-lt"/>
              </a:endParaRPr>
            </a:p>
          </p:txBody>
        </p:sp>
        <p:sp>
          <p:nvSpPr>
            <p:cNvPr id="10" name="Rectangle 6">
              <a:extLst>
                <a:ext uri="{FF2B5EF4-FFF2-40B4-BE49-F238E27FC236}">
                  <a16:creationId xmlns:a16="http://schemas.microsoft.com/office/drawing/2014/main" id="{B5C66636-0A6A-D3F2-283D-63F1BDE1B4C7}"/>
                </a:ext>
              </a:extLst>
            </p:cNvPr>
            <p:cNvSpPr>
              <a:spLocks noChangeArrowheads="1"/>
            </p:cNvSpPr>
            <p:nvPr/>
          </p:nvSpPr>
          <p:spPr bwMode="auto">
            <a:xfrm>
              <a:off x="4115518" y="4683912"/>
              <a:ext cx="1039452" cy="49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1600" dirty="0">
                  <a:solidFill>
                    <a:srgbClr val="000000"/>
                  </a:solidFill>
                  <a:latin typeface="+mn-lt"/>
                </a:rPr>
                <a:t>Front Line</a:t>
              </a:r>
              <a:br>
                <a:rPr lang="en-US" altLang="en-US" sz="1600" dirty="0">
                  <a:solidFill>
                    <a:srgbClr val="000000"/>
                  </a:solidFill>
                  <a:latin typeface="+mn-lt"/>
                </a:rPr>
              </a:br>
              <a:r>
                <a:rPr lang="en-US" altLang="en-US" sz="1600" dirty="0">
                  <a:solidFill>
                    <a:srgbClr val="000000"/>
                  </a:solidFill>
                  <a:latin typeface="+mn-lt"/>
                </a:rPr>
                <a:t>Associate</a:t>
              </a:r>
              <a:endParaRPr lang="en-US" altLang="en-US" sz="1600" b="0" dirty="0">
                <a:latin typeface="+mn-lt"/>
              </a:endParaRPr>
            </a:p>
          </p:txBody>
        </p:sp>
        <p:sp>
          <p:nvSpPr>
            <p:cNvPr id="11" name="Rectangle 7">
              <a:extLst>
                <a:ext uri="{FF2B5EF4-FFF2-40B4-BE49-F238E27FC236}">
                  <a16:creationId xmlns:a16="http://schemas.microsoft.com/office/drawing/2014/main" id="{55A8E0C7-F371-16CF-1584-535DB52061FA}"/>
                </a:ext>
              </a:extLst>
            </p:cNvPr>
            <p:cNvSpPr>
              <a:spLocks noChangeArrowheads="1"/>
            </p:cNvSpPr>
            <p:nvPr/>
          </p:nvSpPr>
          <p:spPr bwMode="auto">
            <a:xfrm>
              <a:off x="5250582" y="1591466"/>
              <a:ext cx="6308725" cy="3675056"/>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1600" dirty="0">
                <a:solidFill>
                  <a:schemeClr val="bg1"/>
                </a:solidFill>
                <a:latin typeface="+mn-lt"/>
              </a:endParaRPr>
            </a:p>
          </p:txBody>
        </p:sp>
        <p:sp>
          <p:nvSpPr>
            <p:cNvPr id="12" name="Rectangle 8">
              <a:extLst>
                <a:ext uri="{FF2B5EF4-FFF2-40B4-BE49-F238E27FC236}">
                  <a16:creationId xmlns:a16="http://schemas.microsoft.com/office/drawing/2014/main" id="{6FCA0B2C-4302-366C-E686-D7338F04B40C}"/>
                </a:ext>
              </a:extLst>
            </p:cNvPr>
            <p:cNvSpPr>
              <a:spLocks noChangeArrowheads="1"/>
            </p:cNvSpPr>
            <p:nvPr/>
          </p:nvSpPr>
          <p:spPr bwMode="auto">
            <a:xfrm>
              <a:off x="5821155" y="1893172"/>
              <a:ext cx="1635686" cy="101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600" dirty="0">
                  <a:solidFill>
                    <a:srgbClr val="000000"/>
                  </a:solidFill>
                  <a:latin typeface="+mn-lt"/>
                </a:rPr>
                <a:t>Strategy Deployment</a:t>
              </a:r>
            </a:p>
            <a:p>
              <a:pPr algn="ctr">
                <a:lnSpc>
                  <a:spcPct val="100000"/>
                </a:lnSpc>
                <a:spcBef>
                  <a:spcPct val="0"/>
                </a:spcBef>
                <a:spcAft>
                  <a:spcPct val="0"/>
                </a:spcAft>
                <a:buClrTx/>
                <a:buSzTx/>
                <a:buFontTx/>
                <a:buNone/>
              </a:pPr>
              <a:r>
                <a:rPr lang="en-US" altLang="en-US" sz="1600" dirty="0">
                  <a:solidFill>
                    <a:srgbClr val="000000"/>
                  </a:solidFill>
                  <a:latin typeface="+mn-lt"/>
                </a:rPr>
                <a:t>Initiatives</a:t>
              </a:r>
            </a:p>
            <a:p>
              <a:pPr algn="ctr">
                <a:lnSpc>
                  <a:spcPct val="100000"/>
                </a:lnSpc>
                <a:spcBef>
                  <a:spcPct val="0"/>
                </a:spcBef>
                <a:spcAft>
                  <a:spcPct val="0"/>
                </a:spcAft>
                <a:buClrTx/>
                <a:buSzTx/>
                <a:buFontTx/>
                <a:buNone/>
              </a:pPr>
              <a:endParaRPr lang="en-US" altLang="en-US" sz="1600" b="0" dirty="0">
                <a:latin typeface="+mn-lt"/>
              </a:endParaRPr>
            </a:p>
          </p:txBody>
        </p:sp>
        <p:sp>
          <p:nvSpPr>
            <p:cNvPr id="13" name="Rectangle 9">
              <a:extLst>
                <a:ext uri="{FF2B5EF4-FFF2-40B4-BE49-F238E27FC236}">
                  <a16:creationId xmlns:a16="http://schemas.microsoft.com/office/drawing/2014/main" id="{0A44997B-C2EE-FBC8-E7BE-E43A633ED929}"/>
                </a:ext>
              </a:extLst>
            </p:cNvPr>
            <p:cNvSpPr>
              <a:spLocks noChangeArrowheads="1"/>
            </p:cNvSpPr>
            <p:nvPr/>
          </p:nvSpPr>
          <p:spPr bwMode="auto">
            <a:xfrm>
              <a:off x="8635132" y="3921913"/>
              <a:ext cx="2249014" cy="24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1600" dirty="0">
                  <a:solidFill>
                    <a:srgbClr val="000000"/>
                  </a:solidFill>
                  <a:latin typeface="+mn-lt"/>
                </a:rPr>
                <a:t>      Daily Management</a:t>
              </a:r>
              <a:endParaRPr lang="en-US" altLang="en-US" sz="1600" b="0" dirty="0">
                <a:latin typeface="+mn-lt"/>
              </a:endParaRPr>
            </a:p>
          </p:txBody>
        </p:sp>
        <p:sp>
          <p:nvSpPr>
            <p:cNvPr id="14" name="Rectangle 11">
              <a:extLst>
                <a:ext uri="{FF2B5EF4-FFF2-40B4-BE49-F238E27FC236}">
                  <a16:creationId xmlns:a16="http://schemas.microsoft.com/office/drawing/2014/main" id="{98323AF6-AF80-3C75-4589-7FACBFD96A2A}"/>
                </a:ext>
              </a:extLst>
            </p:cNvPr>
            <p:cNvSpPr>
              <a:spLocks noChangeArrowheads="1"/>
            </p:cNvSpPr>
            <p:nvPr/>
          </p:nvSpPr>
          <p:spPr bwMode="auto">
            <a:xfrm>
              <a:off x="4009157" y="3901276"/>
              <a:ext cx="1094852" cy="24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1600" dirty="0">
                  <a:solidFill>
                    <a:srgbClr val="000000"/>
                  </a:solidFill>
                  <a:latin typeface="+mn-lt"/>
                </a:rPr>
                <a:t>Supervisor</a:t>
              </a:r>
              <a:endParaRPr lang="en-US" altLang="en-US" sz="1600" b="0" dirty="0">
                <a:latin typeface="+mn-lt"/>
              </a:endParaRPr>
            </a:p>
          </p:txBody>
        </p:sp>
        <p:sp>
          <p:nvSpPr>
            <p:cNvPr id="15" name="Rectangle 12">
              <a:extLst>
                <a:ext uri="{FF2B5EF4-FFF2-40B4-BE49-F238E27FC236}">
                  <a16:creationId xmlns:a16="http://schemas.microsoft.com/office/drawing/2014/main" id="{6372310A-6994-69C6-8ED5-DAF5AFE12F04}"/>
                </a:ext>
              </a:extLst>
            </p:cNvPr>
            <p:cNvSpPr>
              <a:spLocks noChangeArrowheads="1"/>
            </p:cNvSpPr>
            <p:nvPr/>
          </p:nvSpPr>
          <p:spPr bwMode="auto">
            <a:xfrm>
              <a:off x="6707928" y="2798997"/>
              <a:ext cx="1397626" cy="73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br>
                <a:rPr lang="en-US" altLang="en-US" sz="1600" dirty="0">
                  <a:latin typeface="+mn-lt"/>
                </a:rPr>
              </a:br>
              <a:r>
                <a:rPr lang="en-US" altLang="en-US" sz="1600" dirty="0">
                  <a:latin typeface="+mn-lt"/>
                </a:rPr>
                <a:t>Continuous</a:t>
              </a:r>
              <a:br>
                <a:rPr lang="en-US" altLang="en-US" sz="1600" dirty="0">
                  <a:latin typeface="+mn-lt"/>
                </a:rPr>
              </a:br>
              <a:r>
                <a:rPr lang="en-US" altLang="en-US" sz="1600" dirty="0">
                  <a:latin typeface="+mn-lt"/>
                </a:rPr>
                <a:t>Improvement</a:t>
              </a:r>
              <a:endParaRPr lang="en-US" altLang="en-US" sz="1600" b="0" dirty="0">
                <a:latin typeface="+mn-lt"/>
              </a:endParaRPr>
            </a:p>
          </p:txBody>
        </p:sp>
        <p:sp>
          <p:nvSpPr>
            <p:cNvPr id="16" name="Line 13">
              <a:extLst>
                <a:ext uri="{FF2B5EF4-FFF2-40B4-BE49-F238E27FC236}">
                  <a16:creationId xmlns:a16="http://schemas.microsoft.com/office/drawing/2014/main" id="{5B00B03E-D9F9-2E40-1704-6F0C514CBAEE}"/>
                </a:ext>
              </a:extLst>
            </p:cNvPr>
            <p:cNvSpPr>
              <a:spLocks noChangeShapeType="1"/>
            </p:cNvSpPr>
            <p:nvPr/>
          </p:nvSpPr>
          <p:spPr bwMode="auto">
            <a:xfrm>
              <a:off x="5261693" y="4487063"/>
              <a:ext cx="632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600" dirty="0"/>
            </a:p>
          </p:txBody>
        </p:sp>
        <p:sp>
          <p:nvSpPr>
            <p:cNvPr id="17" name="Line 14">
              <a:extLst>
                <a:ext uri="{FF2B5EF4-FFF2-40B4-BE49-F238E27FC236}">
                  <a16:creationId xmlns:a16="http://schemas.microsoft.com/office/drawing/2014/main" id="{B7004F1A-8383-FD72-6304-BD20B0BC25D0}"/>
                </a:ext>
              </a:extLst>
            </p:cNvPr>
            <p:cNvSpPr>
              <a:spLocks noChangeShapeType="1"/>
            </p:cNvSpPr>
            <p:nvPr/>
          </p:nvSpPr>
          <p:spPr bwMode="auto">
            <a:xfrm>
              <a:off x="5261693" y="3496464"/>
              <a:ext cx="632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600" dirty="0"/>
            </a:p>
          </p:txBody>
        </p:sp>
        <p:sp>
          <p:nvSpPr>
            <p:cNvPr id="18" name="Line 15">
              <a:extLst>
                <a:ext uri="{FF2B5EF4-FFF2-40B4-BE49-F238E27FC236}">
                  <a16:creationId xmlns:a16="http://schemas.microsoft.com/office/drawing/2014/main" id="{0D63FFCB-766E-FCF5-1382-CC61E056E49F}"/>
                </a:ext>
              </a:extLst>
            </p:cNvPr>
            <p:cNvSpPr>
              <a:spLocks noChangeShapeType="1"/>
            </p:cNvSpPr>
            <p:nvPr/>
          </p:nvSpPr>
          <p:spPr bwMode="auto">
            <a:xfrm>
              <a:off x="5248993" y="2429666"/>
              <a:ext cx="632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600" dirty="0"/>
            </a:p>
          </p:txBody>
        </p:sp>
        <p:pic>
          <p:nvPicPr>
            <p:cNvPr id="19" name="Picture 18">
              <a:extLst>
                <a:ext uri="{FF2B5EF4-FFF2-40B4-BE49-F238E27FC236}">
                  <a16:creationId xmlns:a16="http://schemas.microsoft.com/office/drawing/2014/main" id="{DE22F9A8-55C4-763A-0A84-1871296EC6BA}"/>
                </a:ext>
              </a:extLst>
            </p:cNvPr>
            <p:cNvPicPr>
              <a:picLocks noChangeAspect="1"/>
            </p:cNvPicPr>
            <p:nvPr/>
          </p:nvPicPr>
          <p:blipFill>
            <a:blip r:embed="rId5"/>
            <a:stretch>
              <a:fillRect/>
            </a:stretch>
          </p:blipFill>
          <p:spPr>
            <a:xfrm>
              <a:off x="7594579" y="4597385"/>
              <a:ext cx="510974" cy="510973"/>
            </a:xfrm>
            <a:prstGeom prst="rect">
              <a:avLst/>
            </a:prstGeom>
          </p:spPr>
        </p:pic>
        <p:sp>
          <p:nvSpPr>
            <p:cNvPr id="20" name="Rectangle 9">
              <a:extLst>
                <a:ext uri="{FF2B5EF4-FFF2-40B4-BE49-F238E27FC236}">
                  <a16:creationId xmlns:a16="http://schemas.microsoft.com/office/drawing/2014/main" id="{1471B63A-E612-1134-62EC-DF1B3C6F162C}"/>
                </a:ext>
              </a:extLst>
            </p:cNvPr>
            <p:cNvSpPr>
              <a:spLocks noChangeArrowheads="1"/>
            </p:cNvSpPr>
            <p:nvPr/>
          </p:nvSpPr>
          <p:spPr bwMode="auto">
            <a:xfrm>
              <a:off x="8187622" y="4760539"/>
              <a:ext cx="168020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itchFamily="2" charset="2"/>
                <a:buChar char="§"/>
                <a:defRPr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1200" i="1" dirty="0">
                  <a:solidFill>
                    <a:srgbClr val="FF0000"/>
                  </a:solidFill>
                  <a:latin typeface="+mn-lt"/>
                </a:rPr>
                <a:t>Fire Fighting lives here!</a:t>
              </a:r>
              <a:endParaRPr lang="en-US" altLang="en-US" sz="1200" b="0" i="1" dirty="0">
                <a:solidFill>
                  <a:srgbClr val="FF0000"/>
                </a:solidFill>
                <a:latin typeface="+mn-lt"/>
              </a:endParaRPr>
            </a:p>
          </p:txBody>
        </p:sp>
        <p:pic>
          <p:nvPicPr>
            <p:cNvPr id="21" name="Picture 20">
              <a:extLst>
                <a:ext uri="{FF2B5EF4-FFF2-40B4-BE49-F238E27FC236}">
                  <a16:creationId xmlns:a16="http://schemas.microsoft.com/office/drawing/2014/main" id="{F946A0EA-FC27-9CC1-3EF8-723AB26EC7D8}"/>
                </a:ext>
              </a:extLst>
            </p:cNvPr>
            <p:cNvPicPr>
              <a:picLocks noChangeAspect="1"/>
            </p:cNvPicPr>
            <p:nvPr/>
          </p:nvPicPr>
          <p:blipFill>
            <a:blip r:embed="rId5"/>
            <a:stretch>
              <a:fillRect/>
            </a:stretch>
          </p:blipFill>
          <p:spPr>
            <a:xfrm>
              <a:off x="9960263" y="4597935"/>
              <a:ext cx="510974" cy="510973"/>
            </a:xfrm>
            <a:prstGeom prst="rect">
              <a:avLst/>
            </a:prstGeom>
          </p:spPr>
        </p:pic>
        <p:sp>
          <p:nvSpPr>
            <p:cNvPr id="22" name="Text Box 13">
              <a:extLst>
                <a:ext uri="{FF2B5EF4-FFF2-40B4-BE49-F238E27FC236}">
                  <a16:creationId xmlns:a16="http://schemas.microsoft.com/office/drawing/2014/main" id="{348A8BC7-DC07-BF3B-D380-A4218547361D}"/>
                </a:ext>
              </a:extLst>
            </p:cNvPr>
            <p:cNvSpPr txBox="1">
              <a:spLocks noChangeArrowheads="1"/>
            </p:cNvSpPr>
            <p:nvPr/>
          </p:nvSpPr>
          <p:spPr bwMode="auto">
            <a:xfrm>
              <a:off x="6443950" y="5386603"/>
              <a:ext cx="3713019" cy="293094"/>
            </a:xfrm>
            <a:prstGeom prst="rect">
              <a:avLst/>
            </a:prstGeom>
            <a:solidFill>
              <a:schemeClr val="bg1"/>
            </a:solidFill>
            <a:ln w="12700" cap="sq" algn="ctr">
              <a:noFill/>
              <a:miter lim="800000"/>
              <a:headEnd/>
              <a:tailEnd/>
            </a:ln>
          </p:spPr>
          <p:txBody>
            <a:bodyPr wrap="square">
              <a:spAutoFit/>
            </a:bodyPr>
            <a:lstStyle/>
            <a:p>
              <a:pPr algn="ctr">
                <a:lnSpc>
                  <a:spcPct val="80000"/>
                </a:lnSpc>
                <a:spcBef>
                  <a:spcPct val="20000"/>
                </a:spcBef>
                <a:defRPr/>
              </a:pPr>
              <a:r>
                <a:rPr lang="en-US" sz="1600" i="1" dirty="0"/>
                <a:t>Appropriate Use Of Available Time</a:t>
              </a:r>
            </a:p>
          </p:txBody>
        </p:sp>
      </p:grpSp>
    </p:spTree>
    <p:custDataLst>
      <p:tags r:id="rId1"/>
    </p:custDataLst>
    <p:extLst>
      <p:ext uri="{BB962C8B-B14F-4D97-AF65-F5344CB8AC3E}">
        <p14:creationId xmlns:p14="http://schemas.microsoft.com/office/powerpoint/2010/main" val="36994693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4582F-C44A-B39A-A223-13ABE7061D0F}"/>
              </a:ext>
            </a:extLst>
          </p:cNvPr>
          <p:cNvSpPr>
            <a:spLocks noGrp="1"/>
          </p:cNvSpPr>
          <p:nvPr>
            <p:ph type="title"/>
          </p:nvPr>
        </p:nvSpPr>
        <p:spPr/>
        <p:txBody>
          <a:bodyPr>
            <a:normAutofit/>
          </a:bodyPr>
          <a:lstStyle/>
          <a:p>
            <a:r>
              <a:rPr lang="en-US" sz="4000" dirty="0"/>
              <a:t>PDCA Monthly Review – Role of Leaders </a:t>
            </a:r>
          </a:p>
        </p:txBody>
      </p:sp>
      <p:sp>
        <p:nvSpPr>
          <p:cNvPr id="3" name="Content Placeholder 2">
            <a:extLst>
              <a:ext uri="{FF2B5EF4-FFF2-40B4-BE49-F238E27FC236}">
                <a16:creationId xmlns:a16="http://schemas.microsoft.com/office/drawing/2014/main" id="{99D663B5-3CB9-64CA-E32D-404EBD0C0800}"/>
              </a:ext>
            </a:extLst>
          </p:cNvPr>
          <p:cNvSpPr>
            <a:spLocks noGrp="1"/>
          </p:cNvSpPr>
          <p:nvPr>
            <p:ph idx="1"/>
          </p:nvPr>
        </p:nvSpPr>
        <p:spPr/>
        <p:txBody>
          <a:bodyPr>
            <a:normAutofit lnSpcReduction="10000"/>
          </a:bodyPr>
          <a:lstStyle/>
          <a:p>
            <a:pPr>
              <a:lnSpc>
                <a:spcPct val="100000"/>
              </a:lnSpc>
            </a:pPr>
            <a:r>
              <a:rPr lang="en-US" dirty="0"/>
              <a:t>Conduct lively Strategy Deployment PDCA sessions that test members’ understanding.</a:t>
            </a:r>
          </a:p>
          <a:p>
            <a:pPr>
              <a:lnSpc>
                <a:spcPct val="100000"/>
              </a:lnSpc>
            </a:pPr>
            <a:r>
              <a:rPr lang="en-US" dirty="0"/>
              <a:t>Do not try to solve the team’s issues:</a:t>
            </a:r>
          </a:p>
          <a:p>
            <a:pPr lvl="1">
              <a:lnSpc>
                <a:spcPct val="100000"/>
              </a:lnSpc>
            </a:pPr>
            <a:r>
              <a:rPr lang="en-US" dirty="0"/>
              <a:t>Assure they understand the situation (with data).</a:t>
            </a:r>
          </a:p>
          <a:p>
            <a:pPr lvl="1">
              <a:lnSpc>
                <a:spcPct val="100000"/>
              </a:lnSpc>
            </a:pPr>
            <a:r>
              <a:rPr lang="en-US" dirty="0"/>
              <a:t>Assure there are no resource conflicts.</a:t>
            </a:r>
          </a:p>
          <a:p>
            <a:pPr>
              <a:lnSpc>
                <a:spcPct val="100000"/>
              </a:lnSpc>
            </a:pPr>
            <a:r>
              <a:rPr lang="en-US" dirty="0"/>
              <a:t>Evaluate the effectiveness of specific projects and Action Plans.</a:t>
            </a:r>
          </a:p>
          <a:p>
            <a:pPr>
              <a:lnSpc>
                <a:spcPct val="100000"/>
              </a:lnSpc>
            </a:pPr>
            <a:r>
              <a:rPr lang="en-US" dirty="0"/>
              <a:t>Evaluate the effectiveness of the overall improvement process.</a:t>
            </a:r>
          </a:p>
          <a:p>
            <a:pPr>
              <a:lnSpc>
                <a:spcPct val="100000"/>
              </a:lnSpc>
            </a:pPr>
            <a:r>
              <a:rPr lang="en-US" dirty="0"/>
              <a:t>Decide when to take action and what type of action to take.</a:t>
            </a:r>
          </a:p>
        </p:txBody>
      </p:sp>
    </p:spTree>
    <p:custDataLst>
      <p:tags r:id="rId1"/>
    </p:custDataLst>
    <p:extLst>
      <p:ext uri="{BB962C8B-B14F-4D97-AF65-F5344CB8AC3E}">
        <p14:creationId xmlns:p14="http://schemas.microsoft.com/office/powerpoint/2010/main" val="20686818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4582F-C44A-B39A-A223-13ABE7061D0F}"/>
              </a:ext>
            </a:extLst>
          </p:cNvPr>
          <p:cNvSpPr>
            <a:spLocks noGrp="1"/>
          </p:cNvSpPr>
          <p:nvPr>
            <p:ph type="title"/>
          </p:nvPr>
        </p:nvSpPr>
        <p:spPr/>
        <p:txBody>
          <a:bodyPr>
            <a:noAutofit/>
          </a:bodyPr>
          <a:lstStyle/>
          <a:p>
            <a:r>
              <a:rPr lang="en-US" sz="3600" dirty="0"/>
              <a:t>Monthly Strategy Deployment PDCA Review </a:t>
            </a:r>
            <a:br>
              <a:rPr lang="en-US" sz="3600" dirty="0"/>
            </a:br>
            <a:r>
              <a:rPr lang="en-US" sz="3600" dirty="0"/>
              <a:t>– Questions Leaders Should Ask</a:t>
            </a:r>
          </a:p>
        </p:txBody>
      </p:sp>
      <p:sp>
        <p:nvSpPr>
          <p:cNvPr id="3" name="Content Placeholder 2">
            <a:extLst>
              <a:ext uri="{FF2B5EF4-FFF2-40B4-BE49-F238E27FC236}">
                <a16:creationId xmlns:a16="http://schemas.microsoft.com/office/drawing/2014/main" id="{99D663B5-3CB9-64CA-E32D-404EBD0C0800}"/>
              </a:ext>
            </a:extLst>
          </p:cNvPr>
          <p:cNvSpPr>
            <a:spLocks noGrp="1"/>
          </p:cNvSpPr>
          <p:nvPr>
            <p:ph idx="1"/>
          </p:nvPr>
        </p:nvSpPr>
        <p:spPr>
          <a:xfrm>
            <a:off x="838199" y="1825625"/>
            <a:ext cx="11187545" cy="4351338"/>
          </a:xfrm>
        </p:spPr>
        <p:txBody>
          <a:bodyPr>
            <a:normAutofit fontScale="92500" lnSpcReduction="10000"/>
          </a:bodyPr>
          <a:lstStyle/>
          <a:p>
            <a:pPr>
              <a:lnSpc>
                <a:spcPct val="110000"/>
              </a:lnSpc>
            </a:pPr>
            <a:r>
              <a:rPr lang="en-US" dirty="0"/>
              <a:t>Are targets being met with sustainable business processes?</a:t>
            </a:r>
          </a:p>
          <a:p>
            <a:pPr>
              <a:lnSpc>
                <a:spcPct val="110000"/>
              </a:lnSpc>
            </a:pPr>
            <a:r>
              <a:rPr lang="en-US" dirty="0"/>
              <a:t>Will good results be sustainable in the future?</a:t>
            </a:r>
          </a:p>
          <a:p>
            <a:pPr>
              <a:lnSpc>
                <a:spcPct val="110000"/>
              </a:lnSpc>
            </a:pPr>
            <a:r>
              <a:rPr lang="en-US" dirty="0"/>
              <a:t>What are the processes that are achieving results? </a:t>
            </a:r>
          </a:p>
          <a:p>
            <a:pPr>
              <a:lnSpc>
                <a:spcPct val="110000"/>
              </a:lnSpc>
            </a:pPr>
            <a:r>
              <a:rPr lang="en-US" dirty="0"/>
              <a:t>What are the processes that are not achieving good results? </a:t>
            </a:r>
          </a:p>
          <a:p>
            <a:pPr>
              <a:lnSpc>
                <a:spcPct val="110000"/>
              </a:lnSpc>
            </a:pPr>
            <a:r>
              <a:rPr lang="en-US" dirty="0"/>
              <a:t>What are the causes of the bad results?</a:t>
            </a:r>
          </a:p>
          <a:p>
            <a:pPr>
              <a:lnSpc>
                <a:spcPct val="110000"/>
              </a:lnSpc>
            </a:pPr>
            <a:r>
              <a:rPr lang="en-US" dirty="0"/>
              <a:t>Are there adequate resources assigned to Strategy Deployment projects?</a:t>
            </a:r>
          </a:p>
          <a:p>
            <a:pPr>
              <a:lnSpc>
                <a:spcPct val="110000"/>
              </a:lnSpc>
            </a:pPr>
            <a:r>
              <a:rPr lang="en-US" dirty="0"/>
              <a:t>Is the improvement process inadequate?</a:t>
            </a:r>
          </a:p>
          <a:p>
            <a:pPr>
              <a:lnSpc>
                <a:spcPct val="110000"/>
              </a:lnSpc>
            </a:pPr>
            <a:r>
              <a:rPr lang="en-US" dirty="0"/>
              <a:t>Are you creating a learning organization and culture?</a:t>
            </a:r>
          </a:p>
        </p:txBody>
      </p:sp>
    </p:spTree>
    <p:custDataLst>
      <p:tags r:id="rId1"/>
    </p:custDataLst>
    <p:extLst>
      <p:ext uri="{BB962C8B-B14F-4D97-AF65-F5344CB8AC3E}">
        <p14:creationId xmlns:p14="http://schemas.microsoft.com/office/powerpoint/2010/main" val="22357194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DDDD3B-CD00-AB89-61A7-A88A5663BF96}"/>
              </a:ext>
            </a:extLst>
          </p:cNvPr>
          <p:cNvSpPr/>
          <p:nvPr/>
        </p:nvSpPr>
        <p:spPr>
          <a:xfrm>
            <a:off x="297713" y="2951946"/>
            <a:ext cx="5798287" cy="954107"/>
          </a:xfrm>
          <a:prstGeom prst="rect">
            <a:avLst/>
          </a:prstGeom>
        </p:spPr>
        <p:txBody>
          <a:bodyPr wrap="square">
            <a:spAutoFit/>
          </a:bodyPr>
          <a:lstStyle/>
          <a:p>
            <a:r>
              <a:rPr lang="en-US" sz="2800" b="1" dirty="0">
                <a:latin typeface=""/>
              </a:rPr>
              <a:t>What are Strategy Deployment Pitfalls and Success Factors?</a:t>
            </a:r>
          </a:p>
        </p:txBody>
      </p:sp>
      <p:pic>
        <p:nvPicPr>
          <p:cNvPr id="5" name="Picture 4">
            <a:extLst>
              <a:ext uri="{FF2B5EF4-FFF2-40B4-BE49-F238E27FC236}">
                <a16:creationId xmlns:a16="http://schemas.microsoft.com/office/drawing/2014/main" id="{CE29FE74-462E-43FB-E7AF-6A4B3B2478AD}"/>
              </a:ext>
            </a:extLst>
          </p:cNvPr>
          <p:cNvPicPr>
            <a:picLocks noChangeAspect="1"/>
          </p:cNvPicPr>
          <p:nvPr/>
        </p:nvPicPr>
        <p:blipFill>
          <a:blip r:embed="rId3"/>
          <a:stretch>
            <a:fillRect/>
          </a:stretch>
        </p:blipFill>
        <p:spPr>
          <a:xfrm>
            <a:off x="6096000" y="1111250"/>
            <a:ext cx="5326248" cy="4635500"/>
          </a:xfrm>
          <a:prstGeom prst="rect">
            <a:avLst/>
          </a:prstGeom>
        </p:spPr>
      </p:pic>
    </p:spTree>
    <p:custDataLst>
      <p:tags r:id="rId1"/>
    </p:custDataLst>
    <p:extLst>
      <p:ext uri="{BB962C8B-B14F-4D97-AF65-F5344CB8AC3E}">
        <p14:creationId xmlns:p14="http://schemas.microsoft.com/office/powerpoint/2010/main" val="5424396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EE2F7-20BA-955D-3E63-F78A3F658B98}"/>
              </a:ext>
            </a:extLst>
          </p:cNvPr>
          <p:cNvSpPr>
            <a:spLocks noGrp="1"/>
          </p:cNvSpPr>
          <p:nvPr>
            <p:ph type="title"/>
          </p:nvPr>
        </p:nvSpPr>
        <p:spPr/>
        <p:txBody>
          <a:bodyPr/>
          <a:lstStyle/>
          <a:p>
            <a:r>
              <a:rPr lang="en-US" dirty="0"/>
              <a:t>A Word of </a:t>
            </a:r>
            <a:br>
              <a:rPr lang="en-US" dirty="0"/>
            </a:br>
            <a:endParaRPr lang="en-US" dirty="0"/>
          </a:p>
        </p:txBody>
      </p:sp>
      <p:sp>
        <p:nvSpPr>
          <p:cNvPr id="4" name="Text Placeholder 3">
            <a:extLst>
              <a:ext uri="{FF2B5EF4-FFF2-40B4-BE49-F238E27FC236}">
                <a16:creationId xmlns:a16="http://schemas.microsoft.com/office/drawing/2014/main" id="{77DEEDCB-4113-4173-031A-03B798E2DC81}"/>
              </a:ext>
            </a:extLst>
          </p:cNvPr>
          <p:cNvSpPr>
            <a:spLocks noGrp="1"/>
          </p:cNvSpPr>
          <p:nvPr>
            <p:ph type="body" sz="half" idx="2"/>
          </p:nvPr>
        </p:nvSpPr>
        <p:spPr>
          <a:xfrm>
            <a:off x="839788" y="2146852"/>
            <a:ext cx="4743594" cy="3722136"/>
          </a:xfrm>
        </p:spPr>
        <p:txBody>
          <a:bodyPr>
            <a:normAutofit fontScale="92500" lnSpcReduction="10000"/>
          </a:bodyPr>
          <a:lstStyle/>
          <a:p>
            <a:pPr marL="285750" indent="-285750">
              <a:buFont typeface="Arial" panose="020B0604020202020204" pitchFamily="34" charset="0"/>
              <a:buChar char="•"/>
            </a:pPr>
            <a:r>
              <a:rPr lang="en-US" sz="2400" dirty="0"/>
              <a:t>It’s not about the forms or X-Matrix.</a:t>
            </a:r>
          </a:p>
          <a:p>
            <a:pPr marL="285750" indent="-285750">
              <a:buFont typeface="Arial" panose="020B0604020202020204" pitchFamily="34" charset="0"/>
              <a:buChar char="•"/>
            </a:pPr>
            <a:r>
              <a:rPr lang="en-US" sz="2400" dirty="0"/>
              <a:t>Forms are not magic - thinking is required!</a:t>
            </a:r>
          </a:p>
          <a:p>
            <a:pPr marL="285750" indent="-285750">
              <a:buFont typeface="Arial" panose="020B0604020202020204" pitchFamily="34" charset="0"/>
              <a:buChar char="•"/>
            </a:pPr>
            <a:r>
              <a:rPr lang="en-US" sz="2400" dirty="0"/>
              <a:t>Failure to see the Strategy Deployment process all the way through the PDCA cycle will result in some pretty impressive wallpaper.</a:t>
            </a:r>
          </a:p>
          <a:p>
            <a:pPr marL="285750" indent="-285750">
              <a:buFont typeface="Arial" panose="020B0604020202020204" pitchFamily="34" charset="0"/>
              <a:buChar char="•"/>
            </a:pPr>
            <a:r>
              <a:rPr lang="en-US" sz="2400" dirty="0"/>
              <a:t>A waste of your time, your team’s time, and their hopes for a more respectful environment!</a:t>
            </a:r>
          </a:p>
        </p:txBody>
      </p:sp>
      <p:pic>
        <p:nvPicPr>
          <p:cNvPr id="5" name="Picture 4">
            <a:extLst>
              <a:ext uri="{FF2B5EF4-FFF2-40B4-BE49-F238E27FC236}">
                <a16:creationId xmlns:a16="http://schemas.microsoft.com/office/drawing/2014/main" id="{9EE7B129-C83D-53F5-6E10-96DE98D1113B}"/>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2679" b="98512" l="4167" r="97024">
                        <a14:foregroundMark x1="9524" y1="52083" x2="9524" y2="52083"/>
                        <a14:foregroundMark x1="4464" y1="48214" x2="4464" y2="48214"/>
                        <a14:foregroundMark x1="52083" y1="91667" x2="52083" y2="91667"/>
                        <a14:foregroundMark x1="41667" y1="93452" x2="41667" y2="93452"/>
                        <a14:foregroundMark x1="50595" y1="97917" x2="50595" y2="97917"/>
                        <a14:foregroundMark x1="93750" y1="48810" x2="93750" y2="48810"/>
                        <a14:foregroundMark x1="97619" y1="50298" x2="97619" y2="50298"/>
                        <a14:foregroundMark x1="50595" y1="11310" x2="50000" y2="2679"/>
                        <a14:foregroundMark x1="44643" y1="4167" x2="42560" y2="8036"/>
                        <a14:foregroundMark x1="8631" y1="38988" x2="28274" y2="20238"/>
                        <a14:foregroundMark x1="48214" y1="96429" x2="49107" y2="98512"/>
                      </a14:backgroundRemoval>
                    </a14:imgEffect>
                  </a14:imgLayer>
                </a14:imgProps>
              </a:ext>
            </a:extLst>
          </a:blip>
          <a:stretch>
            <a:fillRect/>
          </a:stretch>
        </p:blipFill>
        <p:spPr>
          <a:xfrm>
            <a:off x="3030135" y="609599"/>
            <a:ext cx="1247457" cy="1247457"/>
          </a:xfrm>
          <a:prstGeom prst="rect">
            <a:avLst/>
          </a:prstGeom>
        </p:spPr>
      </p:pic>
      <p:pic>
        <p:nvPicPr>
          <p:cNvPr id="6" name="Picture Placeholder 5">
            <a:extLst>
              <a:ext uri="{FF2B5EF4-FFF2-40B4-BE49-F238E27FC236}">
                <a16:creationId xmlns:a16="http://schemas.microsoft.com/office/drawing/2014/main" id="{81237562-9F79-C6A7-527B-7B5715147298}"/>
              </a:ext>
            </a:extLst>
          </p:cNvPr>
          <p:cNvPicPr>
            <a:picLocks noGrp="1" noChangeAspect="1"/>
          </p:cNvPicPr>
          <p:nvPr>
            <p:ph idx="1"/>
          </p:nvPr>
        </p:nvPicPr>
        <p:blipFill>
          <a:blip r:embed="rId5"/>
          <a:srcRect l="27086" r="27086"/>
          <a:stretch>
            <a:fillRect/>
          </a:stretch>
        </p:blipFill>
        <p:spPr>
          <a:xfrm>
            <a:off x="6870241" y="1560881"/>
            <a:ext cx="3315750" cy="4051716"/>
          </a:xfrm>
        </p:spPr>
      </p:pic>
    </p:spTree>
    <p:custDataLst>
      <p:tags r:id="rId1"/>
    </p:custDataLst>
    <p:extLst>
      <p:ext uri="{BB962C8B-B14F-4D97-AF65-F5344CB8AC3E}">
        <p14:creationId xmlns:p14="http://schemas.microsoft.com/office/powerpoint/2010/main" val="7510268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603A9-5DC7-426A-09CE-F560FA9B905A}"/>
              </a:ext>
            </a:extLst>
          </p:cNvPr>
          <p:cNvSpPr>
            <a:spLocks noGrp="1"/>
          </p:cNvSpPr>
          <p:nvPr>
            <p:ph type="title"/>
          </p:nvPr>
        </p:nvSpPr>
        <p:spPr/>
        <p:txBody>
          <a:bodyPr/>
          <a:lstStyle/>
          <a:p>
            <a:r>
              <a:rPr lang="en-US" dirty="0"/>
              <a:t>Strategy Deployment Pitfalls</a:t>
            </a:r>
          </a:p>
        </p:txBody>
      </p:sp>
      <p:sp>
        <p:nvSpPr>
          <p:cNvPr id="3" name="Content Placeholder 2">
            <a:extLst>
              <a:ext uri="{FF2B5EF4-FFF2-40B4-BE49-F238E27FC236}">
                <a16:creationId xmlns:a16="http://schemas.microsoft.com/office/drawing/2014/main" id="{397FDD49-C009-4F64-CDF1-F222CFBC2973}"/>
              </a:ext>
            </a:extLst>
          </p:cNvPr>
          <p:cNvSpPr>
            <a:spLocks noGrp="1"/>
          </p:cNvSpPr>
          <p:nvPr>
            <p:ph idx="1"/>
          </p:nvPr>
        </p:nvSpPr>
        <p:spPr>
          <a:xfrm>
            <a:off x="838200" y="1825625"/>
            <a:ext cx="10825716" cy="4351338"/>
          </a:xfrm>
        </p:spPr>
        <p:txBody>
          <a:bodyPr>
            <a:normAutofit fontScale="92500" lnSpcReduction="20000"/>
          </a:bodyPr>
          <a:lstStyle/>
          <a:p>
            <a:pPr>
              <a:lnSpc>
                <a:spcPct val="120000"/>
              </a:lnSpc>
            </a:pPr>
            <a:r>
              <a:rPr lang="en-US" sz="1600" dirty="0"/>
              <a:t>Doing too much – you must make a conscious decision as to what you are NOT going to do</a:t>
            </a:r>
          </a:p>
          <a:p>
            <a:pPr>
              <a:lnSpc>
                <a:spcPct val="120000"/>
              </a:lnSpc>
            </a:pPr>
            <a:r>
              <a:rPr lang="en-US" sz="1600" dirty="0"/>
              <a:t>Not divorcing Daily Management KPIs vs. Strategy Deployment Objectives</a:t>
            </a:r>
          </a:p>
          <a:p>
            <a:pPr>
              <a:lnSpc>
                <a:spcPct val="120000"/>
              </a:lnSpc>
            </a:pPr>
            <a:r>
              <a:rPr lang="en-US" sz="1600" dirty="0"/>
              <a:t>Leadership insisting on giving answers rather than asking the right questions</a:t>
            </a:r>
          </a:p>
          <a:p>
            <a:pPr>
              <a:lnSpc>
                <a:spcPct val="120000"/>
              </a:lnSpc>
            </a:pPr>
            <a:r>
              <a:rPr lang="en-US" sz="1600" dirty="0"/>
              <a:t>Leaders developing the plan in isolation without the collaboration of their team</a:t>
            </a:r>
          </a:p>
          <a:p>
            <a:pPr>
              <a:lnSpc>
                <a:spcPct val="120000"/>
              </a:lnSpc>
            </a:pPr>
            <a:r>
              <a:rPr lang="en-US" sz="1600" dirty="0"/>
              <a:t>Focus on content – not a form-filling exercise</a:t>
            </a:r>
          </a:p>
          <a:p>
            <a:pPr>
              <a:lnSpc>
                <a:spcPct val="120000"/>
              </a:lnSpc>
            </a:pPr>
            <a:r>
              <a:rPr lang="en-US" sz="1600" dirty="0"/>
              <a:t>Inadequate Strategy Deployment architecture</a:t>
            </a:r>
          </a:p>
          <a:p>
            <a:pPr>
              <a:lnSpc>
                <a:spcPct val="120000"/>
              </a:lnSpc>
            </a:pPr>
            <a:r>
              <a:rPr lang="en-US" sz="1600" dirty="0"/>
              <a:t>Not driving Strategy Deployment to the Point of Impact</a:t>
            </a:r>
          </a:p>
          <a:p>
            <a:pPr>
              <a:lnSpc>
                <a:spcPct val="120000"/>
              </a:lnSpc>
            </a:pPr>
            <a:r>
              <a:rPr lang="en-US" sz="1600" dirty="0"/>
              <a:t>Teams “Plan the Work” but fail to “Work the Plan”</a:t>
            </a:r>
          </a:p>
          <a:p>
            <a:pPr>
              <a:lnSpc>
                <a:spcPct val="120000"/>
              </a:lnSpc>
            </a:pPr>
            <a:r>
              <a:rPr lang="en-US" sz="1600" dirty="0"/>
              <a:t>Attempting to grow when operating metrics (SQDC) are underperforming</a:t>
            </a:r>
          </a:p>
          <a:p>
            <a:pPr>
              <a:lnSpc>
                <a:spcPct val="120000"/>
              </a:lnSpc>
            </a:pPr>
            <a:r>
              <a:rPr lang="en-US" sz="1600" dirty="0"/>
              <a:t>Attempting to deploy functionally rather than cross-functionally</a:t>
            </a:r>
          </a:p>
          <a:p>
            <a:pPr>
              <a:lnSpc>
                <a:spcPct val="120000"/>
              </a:lnSpc>
            </a:pPr>
            <a:r>
              <a:rPr lang="en-US" sz="1600" dirty="0"/>
              <a:t>Failure to build a Root Cause Problem-Solving Culture</a:t>
            </a:r>
          </a:p>
          <a:p>
            <a:pPr>
              <a:lnSpc>
                <a:spcPct val="120000"/>
              </a:lnSpc>
            </a:pPr>
            <a:r>
              <a:rPr lang="en-US" sz="1600" dirty="0"/>
              <a:t>Attempting to change the Strategy Deployment process without fully understanding it</a:t>
            </a:r>
          </a:p>
        </p:txBody>
      </p:sp>
      <p:pic>
        <p:nvPicPr>
          <p:cNvPr id="4" name="Picture 3">
            <a:extLst>
              <a:ext uri="{FF2B5EF4-FFF2-40B4-BE49-F238E27FC236}">
                <a16:creationId xmlns:a16="http://schemas.microsoft.com/office/drawing/2014/main" id="{AC2A96DE-2001-F012-6F34-BF528C62B9DE}"/>
              </a:ext>
            </a:extLst>
          </p:cNvPr>
          <p:cNvPicPr>
            <a:picLocks noChangeAspect="1"/>
          </p:cNvPicPr>
          <p:nvPr/>
        </p:nvPicPr>
        <p:blipFill>
          <a:blip r:embed="rId3"/>
          <a:stretch>
            <a:fillRect/>
          </a:stretch>
        </p:blipFill>
        <p:spPr>
          <a:xfrm>
            <a:off x="9343341" y="3429000"/>
            <a:ext cx="2731702" cy="2054071"/>
          </a:xfrm>
          <a:prstGeom prst="rect">
            <a:avLst/>
          </a:prstGeom>
          <a:effectLst>
            <a:softEdge rad="127000"/>
          </a:effectLst>
        </p:spPr>
      </p:pic>
    </p:spTree>
    <p:custDataLst>
      <p:tags r:id="rId1"/>
    </p:custDataLst>
    <p:extLst>
      <p:ext uri="{BB962C8B-B14F-4D97-AF65-F5344CB8AC3E}">
        <p14:creationId xmlns:p14="http://schemas.microsoft.com/office/powerpoint/2010/main" val="30175507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603A9-5DC7-426A-09CE-F560FA9B905A}"/>
              </a:ext>
            </a:extLst>
          </p:cNvPr>
          <p:cNvSpPr>
            <a:spLocks noGrp="1"/>
          </p:cNvSpPr>
          <p:nvPr>
            <p:ph type="title"/>
          </p:nvPr>
        </p:nvSpPr>
        <p:spPr/>
        <p:txBody>
          <a:bodyPr/>
          <a:lstStyle/>
          <a:p>
            <a:r>
              <a:rPr lang="en-US" dirty="0"/>
              <a:t>Strategy Deployment Success Factors</a:t>
            </a:r>
          </a:p>
        </p:txBody>
      </p:sp>
      <p:sp>
        <p:nvSpPr>
          <p:cNvPr id="3" name="Content Placeholder 2">
            <a:extLst>
              <a:ext uri="{FF2B5EF4-FFF2-40B4-BE49-F238E27FC236}">
                <a16:creationId xmlns:a16="http://schemas.microsoft.com/office/drawing/2014/main" id="{397FDD49-C009-4F64-CDF1-F222CFBC2973}"/>
              </a:ext>
            </a:extLst>
          </p:cNvPr>
          <p:cNvSpPr>
            <a:spLocks noGrp="1"/>
          </p:cNvSpPr>
          <p:nvPr>
            <p:ph idx="1"/>
          </p:nvPr>
        </p:nvSpPr>
        <p:spPr>
          <a:xfrm>
            <a:off x="838200" y="1825625"/>
            <a:ext cx="10825716" cy="4351338"/>
          </a:xfrm>
        </p:spPr>
        <p:txBody>
          <a:bodyPr>
            <a:normAutofit fontScale="92500" lnSpcReduction="10000"/>
          </a:bodyPr>
          <a:lstStyle/>
          <a:p>
            <a:pPr>
              <a:lnSpc>
                <a:spcPct val="100000"/>
              </a:lnSpc>
            </a:pPr>
            <a:r>
              <a:rPr lang="en-US" dirty="0"/>
              <a:t>Strong, hands-on leadership that evaluates progress monthly and demonstrates an on-going interest</a:t>
            </a:r>
          </a:p>
          <a:p>
            <a:pPr>
              <a:lnSpc>
                <a:spcPct val="100000"/>
              </a:lnSpc>
            </a:pPr>
            <a:r>
              <a:rPr lang="en-US" dirty="0"/>
              <a:t>Ensuring that Strategy Deployment has the Highest Level of Priority </a:t>
            </a:r>
          </a:p>
          <a:p>
            <a:pPr>
              <a:lnSpc>
                <a:spcPct val="100000"/>
              </a:lnSpc>
            </a:pPr>
            <a:r>
              <a:rPr lang="en-US" dirty="0"/>
              <a:t>Requiring the use of the appropriate tools (e.g., 8D problem-solving tools) and root cause analysis</a:t>
            </a:r>
          </a:p>
          <a:p>
            <a:pPr>
              <a:lnSpc>
                <a:spcPct val="100000"/>
              </a:lnSpc>
            </a:pPr>
            <a:r>
              <a:rPr lang="en-US" dirty="0"/>
              <a:t>Management applying rigor and discipline to the Strategy Deployment process</a:t>
            </a:r>
          </a:p>
          <a:p>
            <a:pPr>
              <a:lnSpc>
                <a:spcPct val="100000"/>
              </a:lnSpc>
            </a:pPr>
            <a:r>
              <a:rPr lang="en-US" dirty="0"/>
              <a:t>Ensuring that the Strategy Deployment AIPs focus on results-oriented processes rather than simply results</a:t>
            </a:r>
          </a:p>
          <a:p>
            <a:pPr>
              <a:lnSpc>
                <a:spcPct val="100000"/>
              </a:lnSpc>
            </a:pPr>
            <a:r>
              <a:rPr lang="en-US" dirty="0"/>
              <a:t>Willingness to invest in Member/Management development </a:t>
            </a:r>
          </a:p>
        </p:txBody>
      </p:sp>
    </p:spTree>
    <p:custDataLst>
      <p:tags r:id="rId1"/>
    </p:custDataLst>
    <p:extLst>
      <p:ext uri="{BB962C8B-B14F-4D97-AF65-F5344CB8AC3E}">
        <p14:creationId xmlns:p14="http://schemas.microsoft.com/office/powerpoint/2010/main" val="10493687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DDDD3B-CD00-AB89-61A7-A88A5663BF96}"/>
              </a:ext>
            </a:extLst>
          </p:cNvPr>
          <p:cNvSpPr/>
          <p:nvPr/>
        </p:nvSpPr>
        <p:spPr>
          <a:xfrm>
            <a:off x="297713" y="2951946"/>
            <a:ext cx="5798287" cy="1384995"/>
          </a:xfrm>
          <a:prstGeom prst="rect">
            <a:avLst/>
          </a:prstGeom>
        </p:spPr>
        <p:txBody>
          <a:bodyPr wrap="square">
            <a:spAutoFit/>
          </a:bodyPr>
          <a:lstStyle/>
          <a:p>
            <a:r>
              <a:rPr lang="en-US" sz="2800" b="1" dirty="0">
                <a:latin typeface=""/>
              </a:rPr>
              <a:t>What is Strategy Deployment Architecture and why is it important?</a:t>
            </a:r>
          </a:p>
        </p:txBody>
      </p:sp>
      <p:pic>
        <p:nvPicPr>
          <p:cNvPr id="4" name="Picture 3">
            <a:extLst>
              <a:ext uri="{FF2B5EF4-FFF2-40B4-BE49-F238E27FC236}">
                <a16:creationId xmlns:a16="http://schemas.microsoft.com/office/drawing/2014/main" id="{9011F892-1B6E-407A-6F34-C329894BE3CC}"/>
              </a:ext>
            </a:extLst>
          </p:cNvPr>
          <p:cNvPicPr>
            <a:picLocks noChangeAspect="1"/>
          </p:cNvPicPr>
          <p:nvPr/>
        </p:nvPicPr>
        <p:blipFill>
          <a:blip r:embed="rId3"/>
          <a:stretch>
            <a:fillRect/>
          </a:stretch>
        </p:blipFill>
        <p:spPr>
          <a:xfrm>
            <a:off x="6096000" y="2029406"/>
            <a:ext cx="5629940" cy="3753293"/>
          </a:xfrm>
          <a:prstGeom prst="rect">
            <a:avLst/>
          </a:prstGeom>
        </p:spPr>
      </p:pic>
    </p:spTree>
    <p:custDataLst>
      <p:tags r:id="rId1"/>
    </p:custDataLst>
    <p:extLst>
      <p:ext uri="{BB962C8B-B14F-4D97-AF65-F5344CB8AC3E}">
        <p14:creationId xmlns:p14="http://schemas.microsoft.com/office/powerpoint/2010/main" val="30231168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57C68-D5EF-47DB-AD5B-281411F4F9BE}"/>
              </a:ext>
            </a:extLst>
          </p:cNvPr>
          <p:cNvSpPr>
            <a:spLocks noGrp="1"/>
          </p:cNvSpPr>
          <p:nvPr>
            <p:ph type="title"/>
          </p:nvPr>
        </p:nvSpPr>
        <p:spPr/>
        <p:txBody>
          <a:bodyPr/>
          <a:lstStyle/>
          <a:p>
            <a:r>
              <a:rPr lang="en-US" dirty="0"/>
              <a:t>Strategy Deployment Architecture</a:t>
            </a:r>
          </a:p>
        </p:txBody>
      </p:sp>
      <p:sp>
        <p:nvSpPr>
          <p:cNvPr id="3" name="Content Placeholder 2">
            <a:extLst>
              <a:ext uri="{FF2B5EF4-FFF2-40B4-BE49-F238E27FC236}">
                <a16:creationId xmlns:a16="http://schemas.microsoft.com/office/drawing/2014/main" id="{296A682A-A016-7514-2610-A51DD4AD5014}"/>
              </a:ext>
            </a:extLst>
          </p:cNvPr>
          <p:cNvSpPr>
            <a:spLocks noGrp="1"/>
          </p:cNvSpPr>
          <p:nvPr>
            <p:ph idx="1"/>
          </p:nvPr>
        </p:nvSpPr>
        <p:spPr/>
        <p:txBody>
          <a:bodyPr>
            <a:normAutofit fontScale="62500" lnSpcReduction="20000"/>
          </a:bodyPr>
          <a:lstStyle/>
          <a:p>
            <a:pPr marL="0" indent="0">
              <a:lnSpc>
                <a:spcPct val="120000"/>
              </a:lnSpc>
              <a:buNone/>
            </a:pPr>
            <a:r>
              <a:rPr lang="en-US" b="1" dirty="0"/>
              <a:t>Defined:</a:t>
            </a:r>
          </a:p>
          <a:p>
            <a:pPr marL="0" indent="0">
              <a:lnSpc>
                <a:spcPct val="120000"/>
              </a:lnSpc>
              <a:buNone/>
            </a:pPr>
            <a:r>
              <a:rPr lang="en-US" dirty="0"/>
              <a:t>The framework that is established to assure focus, accountability, responsibilities, and clarity around all Strategy Deployment activities in order to reach the corporation’s long-term stretch objectives.</a:t>
            </a:r>
            <a:br>
              <a:rPr lang="en-US" dirty="0"/>
            </a:br>
            <a:endParaRPr lang="en-US" dirty="0"/>
          </a:p>
          <a:p>
            <a:pPr marL="0" indent="0">
              <a:lnSpc>
                <a:spcPct val="120000"/>
              </a:lnSpc>
              <a:buNone/>
            </a:pPr>
            <a:r>
              <a:rPr lang="en-US" b="1" dirty="0"/>
              <a:t>Why is it Important?:</a:t>
            </a:r>
          </a:p>
          <a:p>
            <a:pPr>
              <a:lnSpc>
                <a:spcPct val="120000"/>
              </a:lnSpc>
            </a:pPr>
            <a:r>
              <a:rPr lang="en-US" dirty="0"/>
              <a:t>Assures accountability and responsibility</a:t>
            </a:r>
          </a:p>
          <a:p>
            <a:pPr>
              <a:lnSpc>
                <a:spcPct val="120000"/>
              </a:lnSpc>
            </a:pPr>
            <a:r>
              <a:rPr lang="en-US" dirty="0"/>
              <a:t>Drives Strategy Deployment activities to the “point of impact”</a:t>
            </a:r>
          </a:p>
          <a:p>
            <a:pPr>
              <a:lnSpc>
                <a:spcPct val="120000"/>
              </a:lnSpc>
            </a:pPr>
            <a:r>
              <a:rPr lang="en-US" dirty="0"/>
              <a:t>Exposes scope creep and facilitates the “what not to do” discussion</a:t>
            </a:r>
          </a:p>
          <a:p>
            <a:pPr>
              <a:lnSpc>
                <a:spcPct val="120000"/>
              </a:lnSpc>
            </a:pPr>
            <a:r>
              <a:rPr lang="en-US" dirty="0"/>
              <a:t>Provides an audit trail back to long-term stretch objectives</a:t>
            </a:r>
          </a:p>
          <a:p>
            <a:pPr>
              <a:lnSpc>
                <a:spcPct val="120000"/>
              </a:lnSpc>
            </a:pPr>
            <a:r>
              <a:rPr lang="en-US" dirty="0"/>
              <a:t>Facilitates modifications as a result of PDCA analysis</a:t>
            </a:r>
          </a:p>
          <a:p>
            <a:pPr>
              <a:lnSpc>
                <a:spcPct val="120000"/>
              </a:lnSpc>
            </a:pPr>
            <a:r>
              <a:rPr lang="en-US" dirty="0"/>
              <a:t>Provides a framework for management control of resources, Strategy Deployment projects, etc.</a:t>
            </a:r>
          </a:p>
        </p:txBody>
      </p:sp>
    </p:spTree>
    <p:custDataLst>
      <p:tags r:id="rId1"/>
    </p:custDataLst>
    <p:extLst>
      <p:ext uri="{BB962C8B-B14F-4D97-AF65-F5344CB8AC3E}">
        <p14:creationId xmlns:p14="http://schemas.microsoft.com/office/powerpoint/2010/main" val="190007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A5EBD-B0F1-A20C-20C0-24D50FEF36B1}"/>
              </a:ext>
            </a:extLst>
          </p:cNvPr>
          <p:cNvSpPr>
            <a:spLocks noGrp="1"/>
          </p:cNvSpPr>
          <p:nvPr>
            <p:ph type="title"/>
          </p:nvPr>
        </p:nvSpPr>
        <p:spPr/>
        <p:txBody>
          <a:bodyPr>
            <a:noAutofit/>
          </a:bodyPr>
          <a:lstStyle/>
          <a:p>
            <a:r>
              <a:rPr lang="en-US" sz="3600" dirty="0"/>
              <a:t>Top Level and 2nd Level Strategy Deployments </a:t>
            </a:r>
            <a:br>
              <a:rPr lang="en-US" sz="3600" dirty="0"/>
            </a:br>
            <a:r>
              <a:rPr lang="en-US" sz="3600" dirty="0"/>
              <a:t>- Illustrative Example</a:t>
            </a:r>
          </a:p>
        </p:txBody>
      </p:sp>
      <p:grpSp>
        <p:nvGrpSpPr>
          <p:cNvPr id="47" name="Group 46">
            <a:extLst>
              <a:ext uri="{FF2B5EF4-FFF2-40B4-BE49-F238E27FC236}">
                <a16:creationId xmlns:a16="http://schemas.microsoft.com/office/drawing/2014/main" id="{9DBCA8C9-9E97-5F35-D013-F86BCBCCACF3}"/>
              </a:ext>
            </a:extLst>
          </p:cNvPr>
          <p:cNvGrpSpPr/>
          <p:nvPr/>
        </p:nvGrpSpPr>
        <p:grpSpPr>
          <a:xfrm>
            <a:off x="892846" y="1745946"/>
            <a:ext cx="11174462" cy="4725344"/>
            <a:chOff x="-1107554" y="891249"/>
            <a:chExt cx="13996094" cy="5918528"/>
          </a:xfrm>
        </p:grpSpPr>
        <p:grpSp>
          <p:nvGrpSpPr>
            <p:cNvPr id="4" name="Group 3">
              <a:extLst>
                <a:ext uri="{FF2B5EF4-FFF2-40B4-BE49-F238E27FC236}">
                  <a16:creationId xmlns:a16="http://schemas.microsoft.com/office/drawing/2014/main" id="{A36062FC-9EC7-1F36-E280-BDC1A7559959}"/>
                </a:ext>
              </a:extLst>
            </p:cNvPr>
            <p:cNvGrpSpPr/>
            <p:nvPr/>
          </p:nvGrpSpPr>
          <p:grpSpPr>
            <a:xfrm>
              <a:off x="609484" y="891249"/>
              <a:ext cx="3392194" cy="3353782"/>
              <a:chOff x="815922" y="797291"/>
              <a:chExt cx="4926995" cy="4881387"/>
            </a:xfrm>
          </p:grpSpPr>
          <p:sp>
            <p:nvSpPr>
              <p:cNvPr id="5" name="Oval 4">
                <a:extLst>
                  <a:ext uri="{FF2B5EF4-FFF2-40B4-BE49-F238E27FC236}">
                    <a16:creationId xmlns:a16="http://schemas.microsoft.com/office/drawing/2014/main" id="{801F1777-88EB-E5F1-A9ED-199C8300BAC9}"/>
                  </a:ext>
                </a:extLst>
              </p:cNvPr>
              <p:cNvSpPr/>
              <p:nvPr/>
            </p:nvSpPr>
            <p:spPr>
              <a:xfrm>
                <a:off x="815922" y="797291"/>
                <a:ext cx="4926995" cy="4881387"/>
              </a:xfrm>
              <a:prstGeom prst="ellipse">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927782A9-DFD5-4C13-AB97-D1668F9EE393}"/>
                  </a:ext>
                </a:extLst>
              </p:cNvPr>
              <p:cNvSpPr/>
              <p:nvPr/>
            </p:nvSpPr>
            <p:spPr>
              <a:xfrm>
                <a:off x="4313688" y="1452418"/>
                <a:ext cx="360252" cy="362372"/>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3F857577-2B80-A0D1-7B88-2D73B470B1BB}"/>
                  </a:ext>
                </a:extLst>
              </p:cNvPr>
              <p:cNvSpPr/>
              <p:nvPr/>
            </p:nvSpPr>
            <p:spPr>
              <a:xfrm>
                <a:off x="2172654" y="3634788"/>
                <a:ext cx="360252" cy="36237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668AA32F-B773-97BD-ED7C-E87C77249108}"/>
                  </a:ext>
                </a:extLst>
              </p:cNvPr>
              <p:cNvSpPr/>
              <p:nvPr/>
            </p:nvSpPr>
            <p:spPr>
              <a:xfrm>
                <a:off x="3743119" y="2754319"/>
                <a:ext cx="360252" cy="362372"/>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4405A675-3369-D0B6-940D-165C550E8A90}"/>
                  </a:ext>
                </a:extLst>
              </p:cNvPr>
              <p:cNvSpPr/>
              <p:nvPr/>
            </p:nvSpPr>
            <p:spPr>
              <a:xfrm>
                <a:off x="4303466" y="2263671"/>
                <a:ext cx="360252" cy="362372"/>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99FF0C8-0A7A-033C-C8E5-262CB93663FA}"/>
                  </a:ext>
                </a:extLst>
              </p:cNvPr>
              <p:cNvSpPr/>
              <p:nvPr/>
            </p:nvSpPr>
            <p:spPr>
              <a:xfrm>
                <a:off x="2352932" y="4571044"/>
                <a:ext cx="360252" cy="362372"/>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C1F54FE0-DFF7-404C-07DB-48EF26182BC2}"/>
                  </a:ext>
                </a:extLst>
              </p:cNvPr>
              <p:cNvSpPr/>
              <p:nvPr/>
            </p:nvSpPr>
            <p:spPr>
              <a:xfrm>
                <a:off x="4181766" y="4106411"/>
                <a:ext cx="360252" cy="362372"/>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7A366B2F-28CF-8D3A-CC67-2B0469A2CFCA}"/>
                  </a:ext>
                </a:extLst>
              </p:cNvPr>
              <p:cNvSpPr/>
              <p:nvPr/>
            </p:nvSpPr>
            <p:spPr>
              <a:xfrm>
                <a:off x="4977186" y="2313849"/>
                <a:ext cx="360252" cy="362372"/>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AD293DA0-83DB-509B-6438-A3DC4F2A6D89}"/>
                  </a:ext>
                </a:extLst>
              </p:cNvPr>
              <p:cNvSpPr/>
              <p:nvPr/>
            </p:nvSpPr>
            <p:spPr>
              <a:xfrm>
                <a:off x="2182876" y="2770117"/>
                <a:ext cx="360252" cy="362372"/>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1DC76BF5-85BD-CDDA-B2E7-E6FAF54CADE9}"/>
                  </a:ext>
                </a:extLst>
              </p:cNvPr>
              <p:cNvSpPr/>
              <p:nvPr/>
            </p:nvSpPr>
            <p:spPr>
              <a:xfrm>
                <a:off x="1304719" y="3386226"/>
                <a:ext cx="360252" cy="362372"/>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860619C6-D20F-DBDB-F082-DD337CC5309A}"/>
                  </a:ext>
                </a:extLst>
              </p:cNvPr>
              <p:cNvSpPr/>
              <p:nvPr/>
            </p:nvSpPr>
            <p:spPr>
              <a:xfrm>
                <a:off x="3054530" y="3080499"/>
                <a:ext cx="360252" cy="362372"/>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A8D5BAF8-FD7E-78AF-E92C-BE440CC8A949}"/>
                  </a:ext>
                </a:extLst>
              </p:cNvPr>
              <p:cNvSpPr/>
              <p:nvPr/>
            </p:nvSpPr>
            <p:spPr>
              <a:xfrm>
                <a:off x="4893552" y="3949362"/>
                <a:ext cx="360252" cy="362372"/>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CD713F3C-2AFC-27DA-295E-32C89B2CFA41}"/>
                  </a:ext>
                </a:extLst>
              </p:cNvPr>
              <p:cNvSpPr/>
              <p:nvPr/>
            </p:nvSpPr>
            <p:spPr>
              <a:xfrm>
                <a:off x="3823033" y="3466139"/>
                <a:ext cx="360252" cy="36237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D3648672-C909-A4D9-3ACF-666C017E30D9}"/>
                  </a:ext>
                </a:extLst>
              </p:cNvPr>
              <p:cNvSpPr/>
              <p:nvPr/>
            </p:nvSpPr>
            <p:spPr>
              <a:xfrm>
                <a:off x="1355828" y="2564748"/>
                <a:ext cx="360252" cy="36237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6D90E49E-996E-17CF-B920-550EEE1487E7}"/>
                  </a:ext>
                </a:extLst>
              </p:cNvPr>
              <p:cNvSpPr/>
              <p:nvPr/>
            </p:nvSpPr>
            <p:spPr>
              <a:xfrm>
                <a:off x="4823391" y="3060980"/>
                <a:ext cx="360252" cy="36237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BA23ACFF-E87B-731B-4050-E1D0862F5D01}"/>
                  </a:ext>
                </a:extLst>
              </p:cNvPr>
              <p:cNvSpPr/>
              <p:nvPr/>
            </p:nvSpPr>
            <p:spPr>
              <a:xfrm>
                <a:off x="2942087" y="2167026"/>
                <a:ext cx="360252" cy="36237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E79501E6-84A8-E58F-1BA8-A657967EA38B}"/>
                  </a:ext>
                </a:extLst>
              </p:cNvPr>
              <p:cNvSpPr/>
              <p:nvPr/>
            </p:nvSpPr>
            <p:spPr>
              <a:xfrm>
                <a:off x="1993306" y="1831558"/>
                <a:ext cx="360252" cy="362372"/>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FAFFBCFB-D43B-572C-9688-7DD37758EFF4}"/>
                  </a:ext>
                </a:extLst>
              </p:cNvPr>
              <p:cNvSpPr/>
              <p:nvPr/>
            </p:nvSpPr>
            <p:spPr>
              <a:xfrm>
                <a:off x="2772961" y="1189436"/>
                <a:ext cx="360252" cy="362372"/>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8DB1EA7F-9885-C975-0219-59499125356E}"/>
                  </a:ext>
                </a:extLst>
              </p:cNvPr>
              <p:cNvSpPr/>
              <p:nvPr/>
            </p:nvSpPr>
            <p:spPr>
              <a:xfrm>
                <a:off x="3596295" y="1686598"/>
                <a:ext cx="360252" cy="362372"/>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AB52CB82-FEA6-6DD1-C844-5B1105A7ECEF}"/>
                  </a:ext>
                </a:extLst>
              </p:cNvPr>
              <p:cNvSpPr/>
              <p:nvPr/>
            </p:nvSpPr>
            <p:spPr>
              <a:xfrm>
                <a:off x="4514411" y="4760613"/>
                <a:ext cx="360252" cy="362372"/>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D6015F65-B3C7-96B0-0B2B-06026312BF2F}"/>
                  </a:ext>
                </a:extLst>
              </p:cNvPr>
              <p:cNvSpPr/>
              <p:nvPr/>
            </p:nvSpPr>
            <p:spPr>
              <a:xfrm>
                <a:off x="3321229" y="4950184"/>
                <a:ext cx="360252" cy="362372"/>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5CC1A254-50E3-822F-0557-D7F709F216C6}"/>
                  </a:ext>
                </a:extLst>
              </p:cNvPr>
              <p:cNvSpPr/>
              <p:nvPr/>
            </p:nvSpPr>
            <p:spPr>
              <a:xfrm>
                <a:off x="3029440" y="4049719"/>
                <a:ext cx="360252" cy="362372"/>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45DC37E0-F72F-DDE6-A4D7-C2E61323ED4E}"/>
                  </a:ext>
                </a:extLst>
              </p:cNvPr>
              <p:cNvSpPr/>
              <p:nvPr/>
            </p:nvSpPr>
            <p:spPr>
              <a:xfrm>
                <a:off x="1668993" y="4191904"/>
                <a:ext cx="360252" cy="362372"/>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Oval 27">
              <a:extLst>
                <a:ext uri="{FF2B5EF4-FFF2-40B4-BE49-F238E27FC236}">
                  <a16:creationId xmlns:a16="http://schemas.microsoft.com/office/drawing/2014/main" id="{E9CDB365-BB69-C4C4-4BBE-3562EF690598}"/>
                </a:ext>
              </a:extLst>
            </p:cNvPr>
            <p:cNvSpPr/>
            <p:nvPr/>
          </p:nvSpPr>
          <p:spPr>
            <a:xfrm>
              <a:off x="3299909" y="4289901"/>
              <a:ext cx="379141" cy="37914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9" name="Group 28">
              <a:extLst>
                <a:ext uri="{FF2B5EF4-FFF2-40B4-BE49-F238E27FC236}">
                  <a16:creationId xmlns:a16="http://schemas.microsoft.com/office/drawing/2014/main" id="{F8769E08-4E4B-1644-94A6-C8DD064961BD}"/>
                </a:ext>
              </a:extLst>
            </p:cNvPr>
            <p:cNvGrpSpPr/>
            <p:nvPr/>
          </p:nvGrpSpPr>
          <p:grpSpPr>
            <a:xfrm>
              <a:off x="9301555" y="5133496"/>
              <a:ext cx="3181429" cy="655337"/>
              <a:chOff x="1190416" y="5588659"/>
              <a:chExt cx="3181429" cy="655337"/>
            </a:xfrm>
          </p:grpSpPr>
          <p:sp>
            <p:nvSpPr>
              <p:cNvPr id="30" name="Oval 29">
                <a:extLst>
                  <a:ext uri="{FF2B5EF4-FFF2-40B4-BE49-F238E27FC236}">
                    <a16:creationId xmlns:a16="http://schemas.microsoft.com/office/drawing/2014/main" id="{5D5F7E34-9EF7-F1BE-C41C-9259670304E2}"/>
                  </a:ext>
                </a:extLst>
              </p:cNvPr>
              <p:cNvSpPr/>
              <p:nvPr/>
            </p:nvSpPr>
            <p:spPr>
              <a:xfrm>
                <a:off x="1190416" y="5657750"/>
                <a:ext cx="227953" cy="257966"/>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i="1" dirty="0"/>
              </a:p>
            </p:txBody>
          </p:sp>
          <p:sp>
            <p:nvSpPr>
              <p:cNvPr id="31" name="TextBox 30">
                <a:extLst>
                  <a:ext uri="{FF2B5EF4-FFF2-40B4-BE49-F238E27FC236}">
                    <a16:creationId xmlns:a16="http://schemas.microsoft.com/office/drawing/2014/main" id="{1CB30D02-4693-BEF2-A678-96E72591893A}"/>
                  </a:ext>
                </a:extLst>
              </p:cNvPr>
              <p:cNvSpPr txBox="1"/>
              <p:nvPr/>
            </p:nvSpPr>
            <p:spPr>
              <a:xfrm>
                <a:off x="1537848" y="5588659"/>
                <a:ext cx="2833997" cy="655337"/>
              </a:xfrm>
              <a:prstGeom prst="rect">
                <a:avLst/>
              </a:prstGeom>
              <a:noFill/>
            </p:spPr>
            <p:txBody>
              <a:bodyPr wrap="square" rtlCol="0">
                <a:spAutoFit/>
              </a:bodyPr>
              <a:lstStyle/>
              <a:p>
                <a:r>
                  <a:rPr lang="en-US" sz="1400" b="1" i="1" dirty="0"/>
                  <a:t>Targeted Strategy Deployment Processes</a:t>
                </a:r>
              </a:p>
            </p:txBody>
          </p:sp>
        </p:grpSp>
        <p:sp>
          <p:nvSpPr>
            <p:cNvPr id="32" name="TextBox 31">
              <a:extLst>
                <a:ext uri="{FF2B5EF4-FFF2-40B4-BE49-F238E27FC236}">
                  <a16:creationId xmlns:a16="http://schemas.microsoft.com/office/drawing/2014/main" id="{15318D06-E96C-788C-CE7C-F7CD110503B1}"/>
                </a:ext>
              </a:extLst>
            </p:cNvPr>
            <p:cNvSpPr txBox="1"/>
            <p:nvPr/>
          </p:nvSpPr>
          <p:spPr>
            <a:xfrm>
              <a:off x="4191249" y="957586"/>
              <a:ext cx="8697291" cy="2814094"/>
            </a:xfrm>
            <a:prstGeom prst="rect">
              <a:avLst/>
            </a:prstGeom>
            <a:noFill/>
          </p:spPr>
          <p:txBody>
            <a:bodyPr wrap="square" rtlCol="0">
              <a:spAutoFit/>
            </a:bodyPr>
            <a:lstStyle/>
            <a:p>
              <a:pPr marL="285750" indent="-285750">
                <a:buFont typeface="Arial" panose="020B0604020202020204" pitchFamily="34" charset="0"/>
                <a:buChar char="•"/>
              </a:pPr>
              <a:r>
                <a:rPr lang="en-US" sz="1400" dirty="0"/>
                <a:t>A company consists of many, many processes.</a:t>
              </a:r>
            </a:p>
            <a:p>
              <a:pPr marL="285750" indent="-285750">
                <a:buFont typeface="Arial" panose="020B0604020202020204" pitchFamily="34" charset="0"/>
                <a:buChar char="•"/>
              </a:pPr>
              <a:r>
                <a:rPr lang="en-US" sz="1400" dirty="0"/>
                <a:t>Most need to be continually improved through the Kaizen process. This is known as </a:t>
              </a:r>
              <a:r>
                <a:rPr lang="en-US" sz="1400" b="1" i="1" dirty="0"/>
                <a:t>Daily Management. </a:t>
              </a:r>
              <a:endParaRPr lang="en-US" sz="1400" dirty="0"/>
            </a:p>
            <a:p>
              <a:pPr marL="285750" indent="-285750">
                <a:buFont typeface="Arial" panose="020B0604020202020204" pitchFamily="34" charset="0"/>
                <a:buChar char="•"/>
              </a:pPr>
              <a:r>
                <a:rPr lang="en-US" sz="1400" dirty="0"/>
                <a:t>Few key processes are selected to be significantly improved which will strategically provide profitable, competitive advantage. </a:t>
              </a:r>
              <a:r>
                <a:rPr lang="en-US" sz="1400" b="1" i="1" dirty="0"/>
                <a:t>These</a:t>
              </a:r>
              <a:r>
                <a:rPr lang="en-US" sz="1400" dirty="0"/>
                <a:t> </a:t>
              </a:r>
              <a:r>
                <a:rPr lang="en-US" sz="1400" b="1" i="1" dirty="0"/>
                <a:t>processes are the focus of Strategy Deployment.</a:t>
              </a:r>
            </a:p>
            <a:p>
              <a:pPr marL="285750" indent="-285750">
                <a:buFont typeface="Arial" panose="020B0604020202020204" pitchFamily="34" charset="0"/>
                <a:buChar char="•"/>
              </a:pPr>
              <a:r>
                <a:rPr lang="en-US" sz="1400" dirty="0"/>
                <a:t>We cannot work on all things, so prioritization is key.</a:t>
              </a:r>
            </a:p>
            <a:p>
              <a:pPr marL="285750" indent="-285750">
                <a:buFont typeface="Arial" panose="020B0604020202020204" pitchFamily="34" charset="0"/>
                <a:buChar char="•"/>
              </a:pPr>
              <a:r>
                <a:rPr lang="en-US" sz="1400" dirty="0"/>
                <a:t>Selected Strategy Deployment processes need to be further broken down into their respective elements in order to focus our improvement efforts. This happens at the </a:t>
              </a:r>
              <a:r>
                <a:rPr lang="en-US" sz="1400" b="1" i="1" dirty="0"/>
                <a:t>2</a:t>
              </a:r>
              <a:r>
                <a:rPr lang="en-US" sz="1400" b="1" i="1" baseline="30000" dirty="0"/>
                <a:t>nd</a:t>
              </a:r>
              <a:r>
                <a:rPr lang="en-US" sz="1400" b="1" i="1" dirty="0"/>
                <a:t> Level </a:t>
              </a:r>
              <a:r>
                <a:rPr lang="en-US" sz="1400" dirty="0"/>
                <a:t>of the Strategy Deployment process.</a:t>
              </a:r>
            </a:p>
          </p:txBody>
        </p:sp>
        <p:sp>
          <p:nvSpPr>
            <p:cNvPr id="33" name="Rectangle 32">
              <a:extLst>
                <a:ext uri="{FF2B5EF4-FFF2-40B4-BE49-F238E27FC236}">
                  <a16:creationId xmlns:a16="http://schemas.microsoft.com/office/drawing/2014/main" id="{ECE0A3EC-9964-0750-FA9E-3EB5D6CC5B01}"/>
                </a:ext>
              </a:extLst>
            </p:cNvPr>
            <p:cNvSpPr/>
            <p:nvPr/>
          </p:nvSpPr>
          <p:spPr>
            <a:xfrm>
              <a:off x="3362405" y="4827547"/>
              <a:ext cx="256478" cy="24234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1</a:t>
              </a:r>
            </a:p>
          </p:txBody>
        </p:sp>
        <p:sp>
          <p:nvSpPr>
            <p:cNvPr id="34" name="TextBox 33">
              <a:extLst>
                <a:ext uri="{FF2B5EF4-FFF2-40B4-BE49-F238E27FC236}">
                  <a16:creationId xmlns:a16="http://schemas.microsoft.com/office/drawing/2014/main" id="{1326DCEF-027E-9C17-C56A-4C7374C63101}"/>
                </a:ext>
              </a:extLst>
            </p:cNvPr>
            <p:cNvSpPr txBox="1"/>
            <p:nvPr/>
          </p:nvSpPr>
          <p:spPr>
            <a:xfrm>
              <a:off x="3649225" y="4111330"/>
              <a:ext cx="6745972" cy="2698447"/>
            </a:xfrm>
            <a:prstGeom prst="rect">
              <a:avLst/>
            </a:prstGeom>
            <a:noFill/>
          </p:spPr>
          <p:txBody>
            <a:bodyPr wrap="square">
              <a:spAutoFit/>
            </a:bodyPr>
            <a:lstStyle/>
            <a:p>
              <a:endParaRPr lang="en-US" sz="1100" dirty="0"/>
            </a:p>
            <a:p>
              <a:r>
                <a:rPr lang="en-US" sz="1200" b="1" i="1" u="sng" dirty="0"/>
                <a:t>Design &amp; Implement a Robust New Product Development Process</a:t>
              </a:r>
            </a:p>
            <a:p>
              <a:endParaRPr lang="en-US" sz="1200" b="1" i="1" u="sng" dirty="0"/>
            </a:p>
            <a:p>
              <a:pPr>
                <a:lnSpc>
                  <a:spcPct val="95000"/>
                </a:lnSpc>
              </a:pPr>
              <a:r>
                <a:rPr lang="en-US" sz="1100" dirty="0"/>
                <a:t>Design &amp; Implement a Standardized Parts Management Process</a:t>
              </a:r>
            </a:p>
            <a:p>
              <a:pPr>
                <a:lnSpc>
                  <a:spcPct val="95000"/>
                </a:lnSpc>
              </a:pPr>
              <a:endParaRPr lang="en-US" sz="1100" dirty="0"/>
            </a:p>
            <a:p>
              <a:pPr>
                <a:lnSpc>
                  <a:spcPct val="95000"/>
                </a:lnSpc>
              </a:pPr>
              <a:r>
                <a:rPr lang="en-US" sz="1100" dirty="0"/>
                <a:t>Design &amp; Implement a Stage Gate Management Process</a:t>
              </a:r>
            </a:p>
            <a:p>
              <a:pPr>
                <a:lnSpc>
                  <a:spcPct val="95000"/>
                </a:lnSpc>
              </a:pPr>
              <a:endParaRPr lang="en-US" sz="1100" dirty="0"/>
            </a:p>
            <a:p>
              <a:pPr>
                <a:lnSpc>
                  <a:spcPct val="95000"/>
                </a:lnSpc>
              </a:pPr>
              <a:r>
                <a:rPr lang="en-US" sz="1100" dirty="0"/>
                <a:t>Design &amp; Implement a DFMA Process</a:t>
              </a:r>
            </a:p>
            <a:p>
              <a:pPr>
                <a:lnSpc>
                  <a:spcPct val="95000"/>
                </a:lnSpc>
              </a:pPr>
              <a:endParaRPr lang="en-US" sz="1100" dirty="0"/>
            </a:p>
            <a:p>
              <a:pPr>
                <a:lnSpc>
                  <a:spcPct val="95000"/>
                </a:lnSpc>
              </a:pPr>
              <a:r>
                <a:rPr lang="en-US" sz="1100" dirty="0"/>
                <a:t>Design &amp; Implement a Target Costing Process</a:t>
              </a:r>
            </a:p>
            <a:p>
              <a:pPr>
                <a:lnSpc>
                  <a:spcPct val="95000"/>
                </a:lnSpc>
              </a:pPr>
              <a:br>
                <a:rPr lang="en-US" sz="1100" dirty="0"/>
              </a:br>
              <a:r>
                <a:rPr lang="en-US" sz="1100" dirty="0"/>
                <a:t>Design &amp; Implement a Voice of the Customer Process</a:t>
              </a:r>
            </a:p>
          </p:txBody>
        </p:sp>
        <p:sp>
          <p:nvSpPr>
            <p:cNvPr id="35" name="Rectangle 34">
              <a:extLst>
                <a:ext uri="{FF2B5EF4-FFF2-40B4-BE49-F238E27FC236}">
                  <a16:creationId xmlns:a16="http://schemas.microsoft.com/office/drawing/2014/main" id="{518E9779-ABF3-1053-961D-DE86757C0CB9}"/>
                </a:ext>
              </a:extLst>
            </p:cNvPr>
            <p:cNvSpPr/>
            <p:nvPr/>
          </p:nvSpPr>
          <p:spPr>
            <a:xfrm>
              <a:off x="3362405" y="5263827"/>
              <a:ext cx="256478" cy="24234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2</a:t>
              </a:r>
            </a:p>
          </p:txBody>
        </p:sp>
        <p:sp>
          <p:nvSpPr>
            <p:cNvPr id="36" name="Rectangle 35">
              <a:extLst>
                <a:ext uri="{FF2B5EF4-FFF2-40B4-BE49-F238E27FC236}">
                  <a16:creationId xmlns:a16="http://schemas.microsoft.com/office/drawing/2014/main" id="{309E7D50-546F-2834-34E7-3FE37B4461D3}"/>
                </a:ext>
              </a:extLst>
            </p:cNvPr>
            <p:cNvSpPr/>
            <p:nvPr/>
          </p:nvSpPr>
          <p:spPr>
            <a:xfrm>
              <a:off x="3362405" y="6020227"/>
              <a:ext cx="256478" cy="24234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4</a:t>
              </a:r>
            </a:p>
          </p:txBody>
        </p:sp>
        <p:sp>
          <p:nvSpPr>
            <p:cNvPr id="37" name="Rectangle 36">
              <a:extLst>
                <a:ext uri="{FF2B5EF4-FFF2-40B4-BE49-F238E27FC236}">
                  <a16:creationId xmlns:a16="http://schemas.microsoft.com/office/drawing/2014/main" id="{D84510F1-18F8-001D-0FD1-9B1F53770E88}"/>
                </a:ext>
              </a:extLst>
            </p:cNvPr>
            <p:cNvSpPr/>
            <p:nvPr/>
          </p:nvSpPr>
          <p:spPr>
            <a:xfrm>
              <a:off x="3362405" y="5642027"/>
              <a:ext cx="256478" cy="24234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3</a:t>
              </a:r>
            </a:p>
          </p:txBody>
        </p:sp>
        <p:sp>
          <p:nvSpPr>
            <p:cNvPr id="38" name="Left Brace 37">
              <a:extLst>
                <a:ext uri="{FF2B5EF4-FFF2-40B4-BE49-F238E27FC236}">
                  <a16:creationId xmlns:a16="http://schemas.microsoft.com/office/drawing/2014/main" id="{0289F6B9-F31E-0C7E-1925-206CBF71A590}"/>
                </a:ext>
              </a:extLst>
            </p:cNvPr>
            <p:cNvSpPr/>
            <p:nvPr/>
          </p:nvSpPr>
          <p:spPr>
            <a:xfrm>
              <a:off x="2765558" y="4827546"/>
              <a:ext cx="475699" cy="1809639"/>
            </a:xfrm>
            <a:prstGeom prst="leftBrac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9" name="TextBox 38">
              <a:extLst>
                <a:ext uri="{FF2B5EF4-FFF2-40B4-BE49-F238E27FC236}">
                  <a16:creationId xmlns:a16="http://schemas.microsoft.com/office/drawing/2014/main" id="{C4F08F50-7ADF-E372-E50D-D1C6BF20A9A0}"/>
                </a:ext>
              </a:extLst>
            </p:cNvPr>
            <p:cNvSpPr txBox="1"/>
            <p:nvPr/>
          </p:nvSpPr>
          <p:spPr>
            <a:xfrm>
              <a:off x="981951" y="4994343"/>
              <a:ext cx="2186913" cy="1503421"/>
            </a:xfrm>
            <a:prstGeom prst="rect">
              <a:avLst/>
            </a:prstGeom>
            <a:noFill/>
          </p:spPr>
          <p:txBody>
            <a:bodyPr wrap="square" rtlCol="0">
              <a:spAutoFit/>
            </a:bodyPr>
            <a:lstStyle/>
            <a:p>
              <a:pPr algn="ctr"/>
              <a:r>
                <a:rPr lang="en-US" b="1" dirty="0"/>
                <a:t>2</a:t>
              </a:r>
              <a:r>
                <a:rPr lang="en-US" b="1" baseline="30000" dirty="0"/>
                <a:t>nd</a:t>
              </a:r>
              <a:r>
                <a:rPr lang="en-US" b="1" dirty="0"/>
                <a:t>  Level </a:t>
              </a:r>
            </a:p>
            <a:p>
              <a:pPr algn="ctr"/>
              <a:r>
                <a:rPr lang="en-US" b="1" dirty="0"/>
                <a:t>Strategy Deployment AIPs</a:t>
              </a:r>
            </a:p>
          </p:txBody>
        </p:sp>
        <p:sp>
          <p:nvSpPr>
            <p:cNvPr id="40" name="TextBox 39">
              <a:extLst>
                <a:ext uri="{FF2B5EF4-FFF2-40B4-BE49-F238E27FC236}">
                  <a16:creationId xmlns:a16="http://schemas.microsoft.com/office/drawing/2014/main" id="{9E686365-4F3B-050E-4303-EBA182E28C45}"/>
                </a:ext>
              </a:extLst>
            </p:cNvPr>
            <p:cNvSpPr txBox="1"/>
            <p:nvPr/>
          </p:nvSpPr>
          <p:spPr>
            <a:xfrm>
              <a:off x="-1107554" y="4169578"/>
              <a:ext cx="3659870" cy="809534"/>
            </a:xfrm>
            <a:prstGeom prst="rect">
              <a:avLst/>
            </a:prstGeom>
            <a:noFill/>
          </p:spPr>
          <p:txBody>
            <a:bodyPr wrap="square" rtlCol="0">
              <a:spAutoFit/>
            </a:bodyPr>
            <a:lstStyle/>
            <a:p>
              <a:pPr algn="r"/>
              <a:r>
                <a:rPr lang="en-US" b="1" dirty="0"/>
                <a:t>Top Level </a:t>
              </a:r>
            </a:p>
            <a:p>
              <a:pPr algn="r"/>
              <a:r>
                <a:rPr lang="en-US" b="1" dirty="0"/>
                <a:t>Strategy Deployment AIP</a:t>
              </a:r>
            </a:p>
          </p:txBody>
        </p:sp>
        <p:cxnSp>
          <p:nvCxnSpPr>
            <p:cNvPr id="41" name="Straight Arrow Connector 40">
              <a:extLst>
                <a:ext uri="{FF2B5EF4-FFF2-40B4-BE49-F238E27FC236}">
                  <a16:creationId xmlns:a16="http://schemas.microsoft.com/office/drawing/2014/main" id="{C2872DF5-D76D-FB2B-2E38-ABB0FDEAC8C5}"/>
                </a:ext>
              </a:extLst>
            </p:cNvPr>
            <p:cNvCxnSpPr>
              <a:cxnSpLocks/>
              <a:endCxn id="28" idx="2"/>
            </p:cNvCxnSpPr>
            <p:nvPr/>
          </p:nvCxnSpPr>
          <p:spPr>
            <a:xfrm>
              <a:off x="2476858" y="4479471"/>
              <a:ext cx="823051" cy="0"/>
            </a:xfrm>
            <a:prstGeom prst="straightConnector1">
              <a:avLst/>
            </a:prstGeom>
            <a:ln w="476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17AB7F5D-2FA0-D07D-7645-62D7D7330379}"/>
                </a:ext>
              </a:extLst>
            </p:cNvPr>
            <p:cNvCxnSpPr>
              <a:cxnSpLocks/>
              <a:stCxn id="19" idx="4"/>
              <a:endCxn id="28" idx="0"/>
            </p:cNvCxnSpPr>
            <p:nvPr/>
          </p:nvCxnSpPr>
          <p:spPr>
            <a:xfrm flipH="1">
              <a:off x="3489480" y="2695498"/>
              <a:ext cx="3128" cy="1594404"/>
            </a:xfrm>
            <a:prstGeom prst="straightConnector1">
              <a:avLst/>
            </a:prstGeom>
            <a:ln w="47625">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nvGrpSpPr>
            <p:cNvPr id="43" name="Group 42">
              <a:extLst>
                <a:ext uri="{FF2B5EF4-FFF2-40B4-BE49-F238E27FC236}">
                  <a16:creationId xmlns:a16="http://schemas.microsoft.com/office/drawing/2014/main" id="{400701FB-A565-6BFD-9A56-52B9847FCD84}"/>
                </a:ext>
              </a:extLst>
            </p:cNvPr>
            <p:cNvGrpSpPr/>
            <p:nvPr/>
          </p:nvGrpSpPr>
          <p:grpSpPr>
            <a:xfrm>
              <a:off x="9301556" y="5732648"/>
              <a:ext cx="3012485" cy="314152"/>
              <a:chOff x="1190417" y="5800097"/>
              <a:chExt cx="3012485" cy="314152"/>
            </a:xfrm>
          </p:grpSpPr>
          <p:sp>
            <p:nvSpPr>
              <p:cNvPr id="44" name="Oval 43">
                <a:extLst>
                  <a:ext uri="{FF2B5EF4-FFF2-40B4-BE49-F238E27FC236}">
                    <a16:creationId xmlns:a16="http://schemas.microsoft.com/office/drawing/2014/main" id="{4624F6A6-E6AF-FE1E-7117-A03BBC411259}"/>
                  </a:ext>
                </a:extLst>
              </p:cNvPr>
              <p:cNvSpPr/>
              <p:nvPr/>
            </p:nvSpPr>
            <p:spPr>
              <a:xfrm>
                <a:off x="1190417" y="5856282"/>
                <a:ext cx="227953" cy="257967"/>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i="1" dirty="0"/>
              </a:p>
            </p:txBody>
          </p:sp>
          <p:sp>
            <p:nvSpPr>
              <p:cNvPr id="45" name="TextBox 44">
                <a:extLst>
                  <a:ext uri="{FF2B5EF4-FFF2-40B4-BE49-F238E27FC236}">
                    <a16:creationId xmlns:a16="http://schemas.microsoft.com/office/drawing/2014/main" id="{D0A78011-7998-288B-7918-A771F2B377C7}"/>
                  </a:ext>
                </a:extLst>
              </p:cNvPr>
              <p:cNvSpPr txBox="1"/>
              <p:nvPr/>
            </p:nvSpPr>
            <p:spPr>
              <a:xfrm>
                <a:off x="1551599" y="5800097"/>
                <a:ext cx="2651303" cy="307778"/>
              </a:xfrm>
              <a:prstGeom prst="rect">
                <a:avLst/>
              </a:prstGeom>
              <a:noFill/>
            </p:spPr>
            <p:txBody>
              <a:bodyPr wrap="none" rtlCol="0">
                <a:spAutoFit/>
              </a:bodyPr>
              <a:lstStyle/>
              <a:p>
                <a:r>
                  <a:rPr lang="en-US" sz="1400" b="1" i="1" dirty="0"/>
                  <a:t>Daily Management Processes</a:t>
                </a:r>
              </a:p>
            </p:txBody>
          </p:sp>
        </p:grpSp>
        <p:sp>
          <p:nvSpPr>
            <p:cNvPr id="46" name="Rectangle 45">
              <a:extLst>
                <a:ext uri="{FF2B5EF4-FFF2-40B4-BE49-F238E27FC236}">
                  <a16:creationId xmlns:a16="http://schemas.microsoft.com/office/drawing/2014/main" id="{02773F42-0C39-7F63-F447-E1D64AB4C928}"/>
                </a:ext>
              </a:extLst>
            </p:cNvPr>
            <p:cNvSpPr/>
            <p:nvPr/>
          </p:nvSpPr>
          <p:spPr>
            <a:xfrm>
              <a:off x="3362405" y="6394850"/>
              <a:ext cx="256478" cy="24234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5</a:t>
              </a:r>
            </a:p>
          </p:txBody>
        </p:sp>
      </p:grpSp>
    </p:spTree>
    <p:custDataLst>
      <p:tags r:id="rId1"/>
    </p:custDataLst>
    <p:extLst>
      <p:ext uri="{BB962C8B-B14F-4D97-AF65-F5344CB8AC3E}">
        <p14:creationId xmlns:p14="http://schemas.microsoft.com/office/powerpoint/2010/main" val="41933408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4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LHC FONT">
      <a:majorFont>
        <a:latin typeface="Roboto Medium"/>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14251</TotalTime>
  <Words>2560</Words>
  <Application>Microsoft Office PowerPoint</Application>
  <PresentationFormat>Widescreen</PresentationFormat>
  <Paragraphs>364</Paragraphs>
  <Slides>40</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ＭＳ Ｐゴシック</vt:lpstr>
      <vt:lpstr>Arial</vt:lpstr>
      <vt:lpstr>Calibri</vt:lpstr>
      <vt:lpstr>Roboto</vt:lpstr>
      <vt:lpstr>Roboto Medium</vt:lpstr>
      <vt:lpstr>Wingdings</vt:lpstr>
      <vt:lpstr>Office Theme</vt:lpstr>
      <vt:lpstr>PowerPoint Presentation</vt:lpstr>
      <vt:lpstr>Purpose &amp; Learning Objectives</vt:lpstr>
      <vt:lpstr>PowerPoint Presentation</vt:lpstr>
      <vt:lpstr>Interesting Statistics Regarding Strategy</vt:lpstr>
      <vt:lpstr>What is This Called? - Many Names…</vt:lpstr>
      <vt:lpstr>What is Strategy Deployment?</vt:lpstr>
      <vt:lpstr>The Forms of Strategy Deployment</vt:lpstr>
      <vt:lpstr>Strategy Deployment is Not Long-Range Planning!</vt:lpstr>
      <vt:lpstr>Budgets and Strategy Deployment</vt:lpstr>
      <vt:lpstr>How to Think About Strategy Deployment</vt:lpstr>
      <vt:lpstr>7 Phases of the Strategy Deployment Process Based on the Deming Cycle - PDCA</vt:lpstr>
      <vt:lpstr>The Complexion of Strategy Deployment</vt:lpstr>
      <vt:lpstr>PowerPoint Presentation</vt:lpstr>
      <vt:lpstr>Catchball Defined</vt:lpstr>
      <vt:lpstr>Catchball Importance</vt:lpstr>
      <vt:lpstr>PowerPoint Presentation</vt:lpstr>
      <vt:lpstr>PowerPoint Presentation</vt:lpstr>
      <vt:lpstr>PowerPoint Presentation</vt:lpstr>
      <vt:lpstr>Long-Term (Breakthrough) Objectives - Checklist</vt:lpstr>
      <vt:lpstr>Breakthrough Examples</vt:lpstr>
      <vt:lpstr>Breakthrough Thinking</vt:lpstr>
      <vt:lpstr>PowerPoint Presentation</vt:lpstr>
      <vt:lpstr>MEASUREMENTS KPIs: Leading vs. Lagging Indicators</vt:lpstr>
      <vt:lpstr>MEASUREMENTS KPIs: Leading vs. Lagging Indicators</vt:lpstr>
      <vt:lpstr>MEASUREMENTS KPIs: Leading vs. Lagging Indicators</vt:lpstr>
      <vt:lpstr>PowerPoint Presentation</vt:lpstr>
      <vt:lpstr>Strategy Deployment Case Study - JAKE Brake</vt:lpstr>
      <vt:lpstr>PowerPoint Presentation</vt:lpstr>
      <vt:lpstr>Strategy Deployment Case Study - JAKE Brake</vt:lpstr>
      <vt:lpstr>PowerPoint Presentation</vt:lpstr>
      <vt:lpstr>The Role of Leadership in a Strategy Deployment Environment</vt:lpstr>
      <vt:lpstr>PDCA Monthly Review – Role of Leaders </vt:lpstr>
      <vt:lpstr>Monthly Strategy Deployment PDCA Review  – Questions Leaders Should Ask</vt:lpstr>
      <vt:lpstr>PowerPoint Presentation</vt:lpstr>
      <vt:lpstr>A Word of  </vt:lpstr>
      <vt:lpstr>Strategy Deployment Pitfalls</vt:lpstr>
      <vt:lpstr>Strategy Deployment Success Factors</vt:lpstr>
      <vt:lpstr>PowerPoint Presentation</vt:lpstr>
      <vt:lpstr>Strategy Deployment Architecture</vt:lpstr>
      <vt:lpstr>Top Level and 2nd Level Strategy Deployments  - Illustrative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391</cp:revision>
  <dcterms:created xsi:type="dcterms:W3CDTF">2023-02-08T22:10:20Z</dcterms:created>
  <dcterms:modified xsi:type="dcterms:W3CDTF">2025-09-30T17:16:08Z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66C30AC5-75F8-48A1-8F2D-DCCD1D5814D8</vt:lpwstr>
  </property>
  <property fmtid="{D5CDD505-2E9C-101B-9397-08002B2CF9AE}" pid="3" name="ArticulatePath">
    <vt:lpwstr>0 Strategy Deployment Overview Training - Formatted Draft</vt:lpwstr>
  </property>
</Properties>
</file>