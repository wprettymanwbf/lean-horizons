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notesSlides/notesSlide1.xml" ContentType="application/vnd.openxmlformats-officedocument.presentationml.notesSlide+xml"/>
  <Override PartName="/ppt/tags/tag4.xml" ContentType="application/vnd.openxmlformats-officedocument.presentationml.tags+xml"/>
  <Override PartName="/ppt/notesSlides/notesSlide2.xml" ContentType="application/vnd.openxmlformats-officedocument.presentationml.notesSlide+xml"/>
  <Override PartName="/ppt/tags/tag5.xml" ContentType="application/vnd.openxmlformats-officedocument.presentationml.tags+xml"/>
  <Override PartName="/ppt/notesSlides/notesSlide3.xml" ContentType="application/vnd.openxmlformats-officedocument.presentationml.notesSlide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tags/tag8.xml" ContentType="application/vnd.openxmlformats-officedocument.presentationml.tags+xml"/>
  <Override PartName="/ppt/notesSlides/notesSlide4.xml" ContentType="application/vnd.openxmlformats-officedocument.presentationml.notesSlide+xml"/>
  <Override PartName="/ppt/tags/tag9.xml" ContentType="application/vnd.openxmlformats-officedocument.presentationml.tags+xml"/>
  <Override PartName="/ppt/notesSlides/notesSlide5.xml" ContentType="application/vnd.openxmlformats-officedocument.presentationml.notesSlide+xml"/>
  <Override PartName="/ppt/tags/tag10.xml" ContentType="application/vnd.openxmlformats-officedocument.presentationml.tags+xml"/>
  <Override PartName="/ppt/notesSlides/notesSlide6.xml" ContentType="application/vnd.openxmlformats-officedocument.presentationml.notesSlide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13"/>
  </p:notesMasterIdLst>
  <p:sldIdLst>
    <p:sldId id="258" r:id="rId2"/>
    <p:sldId id="351" r:id="rId3"/>
    <p:sldId id="361" r:id="rId4"/>
    <p:sldId id="574" r:id="rId5"/>
    <p:sldId id="597" r:id="rId6"/>
    <p:sldId id="598" r:id="rId7"/>
    <p:sldId id="599" r:id="rId8"/>
    <p:sldId id="600" r:id="rId9"/>
    <p:sldId id="601" r:id="rId10"/>
    <p:sldId id="602" r:id="rId11"/>
    <p:sldId id="603" r:id="rId12"/>
  </p:sldIdLst>
  <p:sldSz cx="12192000" cy="6858000"/>
  <p:notesSz cx="6858000" cy="9144000"/>
  <p:custDataLst>
    <p:tags r:id="rId14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43BB3E73-66A2-459D-B8FB-21C7347B6A86}">
          <p14:sldIdLst>
            <p14:sldId id="258"/>
            <p14:sldId id="351"/>
            <p14:sldId id="361"/>
            <p14:sldId id="574"/>
            <p14:sldId id="597"/>
            <p14:sldId id="598"/>
            <p14:sldId id="599"/>
            <p14:sldId id="600"/>
            <p14:sldId id="601"/>
            <p14:sldId id="602"/>
            <p14:sldId id="60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B7B6AAEF-3415-5D22-AFDC-F31A005CEED7}" name="Joe Rutz" initials="JR" userId="S::joe.rutz@leancoachingllc.com::74172d3c-f68f-4a41-af3d-37d02d9c9662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38300"/>
    <a:srgbClr val="222222"/>
    <a:srgbClr val="FFB627"/>
    <a:srgbClr val="177E89"/>
    <a:srgbClr val="8EDCE6"/>
    <a:srgbClr val="F1BF98"/>
    <a:srgbClr val="2EC4B6"/>
    <a:srgbClr val="BDDBD0"/>
    <a:srgbClr val="2D7DD2"/>
    <a:srgbClr val="62929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636" autoAdjust="0"/>
    <p:restoredTop sz="81849" autoAdjust="0"/>
  </p:normalViewPr>
  <p:slideViewPr>
    <p:cSldViewPr snapToGrid="0">
      <p:cViewPr varScale="1">
        <p:scale>
          <a:sx n="92" d="100"/>
          <a:sy n="92" d="100"/>
        </p:scale>
        <p:origin x="1308" y="8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00" d="100"/>
        <a:sy n="100" d="100"/>
      </p:scale>
      <p:origin x="0" y="-1398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8/10/relationships/authors" Target="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gs" Target="tags/tag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5_2">
  <dgm:title val=""/>
  <dgm:desc val=""/>
  <dgm:catLst>
    <dgm:cat type="accent5" pri="11200"/>
  </dgm:catLst>
  <dgm:styleLbl name="node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ln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8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ED50E75-5FA7-4B94-B80F-900F16F5B2D4}" type="doc">
      <dgm:prSet loTypeId="urn:microsoft.com/office/officeart/2005/8/layout/lProcess3" loCatId="process" qsTypeId="urn:microsoft.com/office/officeart/2005/8/quickstyle/simple1" qsCatId="simple" csTypeId="urn:microsoft.com/office/officeart/2005/8/colors/accent5_2" csCatId="accent5" phldr="1"/>
      <dgm:spPr/>
      <dgm:t>
        <a:bodyPr/>
        <a:lstStyle/>
        <a:p>
          <a:endParaRPr lang="en-US"/>
        </a:p>
      </dgm:t>
    </dgm:pt>
    <dgm:pt modelId="{F09B4736-FB6D-414C-92BE-1266FD856234}">
      <dgm:prSet phldrT="[Text]"/>
      <dgm:spPr/>
      <dgm:t>
        <a:bodyPr/>
        <a:lstStyle/>
        <a:p>
          <a:r>
            <a:rPr lang="en-US" dirty="0"/>
            <a:t>Determine Action Plan Major Actions</a:t>
          </a:r>
        </a:p>
      </dgm:t>
    </dgm:pt>
    <dgm:pt modelId="{5EBCE470-0C74-4FDB-B652-9495DCDCB5EA}" type="parTrans" cxnId="{41ACBDFF-0306-42F0-A734-2595CB27E37C}">
      <dgm:prSet/>
      <dgm:spPr/>
      <dgm:t>
        <a:bodyPr/>
        <a:lstStyle/>
        <a:p>
          <a:endParaRPr lang="en-US"/>
        </a:p>
      </dgm:t>
    </dgm:pt>
    <dgm:pt modelId="{2F8AAC86-0331-4CCB-983B-C4278DE828B8}" type="sibTrans" cxnId="{41ACBDFF-0306-42F0-A734-2595CB27E37C}">
      <dgm:prSet/>
      <dgm:spPr/>
      <dgm:t>
        <a:bodyPr/>
        <a:lstStyle/>
        <a:p>
          <a:endParaRPr lang="en-US"/>
        </a:p>
      </dgm:t>
    </dgm:pt>
    <dgm:pt modelId="{8FE9036D-BE3F-4F9A-B3AE-0B39BEE3AF22}">
      <dgm:prSet/>
      <dgm:spPr/>
      <dgm:t>
        <a:bodyPr/>
        <a:lstStyle/>
        <a:p>
          <a:r>
            <a:rPr lang="en-US" dirty="0"/>
            <a:t>Determine Initial Major Actions</a:t>
          </a:r>
        </a:p>
      </dgm:t>
    </dgm:pt>
    <dgm:pt modelId="{7C320CC6-83E3-4794-8AD2-D3AD657C697E}" type="parTrans" cxnId="{1F695EF4-BDD8-4646-9F32-306FF07674F2}">
      <dgm:prSet/>
      <dgm:spPr/>
      <dgm:t>
        <a:bodyPr/>
        <a:lstStyle/>
        <a:p>
          <a:endParaRPr lang="en-US"/>
        </a:p>
      </dgm:t>
    </dgm:pt>
    <dgm:pt modelId="{B59CAE25-0EAC-4B6C-A370-3F43E069CA73}" type="sibTrans" cxnId="{1F695EF4-BDD8-4646-9F32-306FF07674F2}">
      <dgm:prSet/>
      <dgm:spPr/>
      <dgm:t>
        <a:bodyPr/>
        <a:lstStyle/>
        <a:p>
          <a:endParaRPr lang="en-US"/>
        </a:p>
      </dgm:t>
    </dgm:pt>
    <dgm:pt modelId="{8E363051-E350-4320-9AE9-B42C003CFE1B}">
      <dgm:prSet/>
      <dgm:spPr/>
      <dgm:t>
        <a:bodyPr/>
        <a:lstStyle/>
        <a:p>
          <a:r>
            <a:rPr lang="en-US"/>
            <a:t>Prioritize Major Actions</a:t>
          </a:r>
        </a:p>
      </dgm:t>
    </dgm:pt>
    <dgm:pt modelId="{87052D4A-BFDB-48B3-82EE-C679A8B4BA57}" type="parTrans" cxnId="{774042B6-D0F4-4C4D-AB0C-2865807D8A75}">
      <dgm:prSet/>
      <dgm:spPr/>
      <dgm:t>
        <a:bodyPr/>
        <a:lstStyle/>
        <a:p>
          <a:endParaRPr lang="en-US"/>
        </a:p>
      </dgm:t>
    </dgm:pt>
    <dgm:pt modelId="{28FADA79-A3AD-4931-82A4-A01C35AC1978}" type="sibTrans" cxnId="{774042B6-D0F4-4C4D-AB0C-2865807D8A75}">
      <dgm:prSet/>
      <dgm:spPr/>
      <dgm:t>
        <a:bodyPr/>
        <a:lstStyle/>
        <a:p>
          <a:endParaRPr lang="en-US"/>
        </a:p>
      </dgm:t>
    </dgm:pt>
    <dgm:pt modelId="{B4A5593D-07B9-436B-8D76-ABA9A2BB2C79}">
      <dgm:prSet/>
      <dgm:spPr/>
      <dgm:t>
        <a:bodyPr/>
        <a:lstStyle/>
        <a:p>
          <a:r>
            <a:rPr lang="en-US"/>
            <a:t>Determine Completion Dates</a:t>
          </a:r>
        </a:p>
      </dgm:t>
    </dgm:pt>
    <dgm:pt modelId="{43F6124A-4656-48ED-A039-1E21C13169F7}" type="parTrans" cxnId="{45BFBCF3-65D6-4457-97A7-C8B912467ABD}">
      <dgm:prSet/>
      <dgm:spPr/>
      <dgm:t>
        <a:bodyPr/>
        <a:lstStyle/>
        <a:p>
          <a:endParaRPr lang="en-US"/>
        </a:p>
      </dgm:t>
    </dgm:pt>
    <dgm:pt modelId="{73FEAB6B-6FB5-487C-B421-93806859C30A}" type="sibTrans" cxnId="{45BFBCF3-65D6-4457-97A7-C8B912467ABD}">
      <dgm:prSet/>
      <dgm:spPr/>
      <dgm:t>
        <a:bodyPr/>
        <a:lstStyle/>
        <a:p>
          <a:endParaRPr lang="en-US"/>
        </a:p>
      </dgm:t>
    </dgm:pt>
    <dgm:pt modelId="{BC7E08A3-4200-42E5-8AA6-711C9BA03CC3}">
      <dgm:prSet/>
      <dgm:spPr/>
      <dgm:t>
        <a:bodyPr/>
        <a:lstStyle/>
        <a:p>
          <a:r>
            <a:rPr lang="en-US"/>
            <a:t>Assign Major Action  Owner</a:t>
          </a:r>
        </a:p>
      </dgm:t>
    </dgm:pt>
    <dgm:pt modelId="{DE1EEB37-56D8-48A6-9FF3-3B96BDA69073}" type="parTrans" cxnId="{9729C4EA-8A6D-493C-A681-D6C76E2437D4}">
      <dgm:prSet/>
      <dgm:spPr/>
      <dgm:t>
        <a:bodyPr/>
        <a:lstStyle/>
        <a:p>
          <a:endParaRPr lang="en-US"/>
        </a:p>
      </dgm:t>
    </dgm:pt>
    <dgm:pt modelId="{E06322C0-EED6-4B05-A7EE-C0D8A239409E}" type="sibTrans" cxnId="{9729C4EA-8A6D-493C-A681-D6C76E2437D4}">
      <dgm:prSet/>
      <dgm:spPr/>
      <dgm:t>
        <a:bodyPr/>
        <a:lstStyle/>
        <a:p>
          <a:endParaRPr lang="en-US"/>
        </a:p>
      </dgm:t>
    </dgm:pt>
    <dgm:pt modelId="{C26FD811-2A1B-415F-ABCB-4E046452FA44}">
      <dgm:prSet/>
      <dgm:spPr/>
      <dgm:t>
        <a:bodyPr/>
        <a:lstStyle/>
        <a:p>
          <a:r>
            <a:rPr lang="en-US"/>
            <a:t>Develop Minor Actions Under Each Major Action</a:t>
          </a:r>
        </a:p>
      </dgm:t>
    </dgm:pt>
    <dgm:pt modelId="{559BEDCB-253F-43FD-8138-8629F9A9D32E}" type="parTrans" cxnId="{26949479-16EB-483B-BE1A-ADF0FA615696}">
      <dgm:prSet/>
      <dgm:spPr/>
      <dgm:t>
        <a:bodyPr/>
        <a:lstStyle/>
        <a:p>
          <a:endParaRPr lang="en-US"/>
        </a:p>
      </dgm:t>
    </dgm:pt>
    <dgm:pt modelId="{BD7E24FB-C8C7-4E34-B6F7-1792C75E745D}" type="sibTrans" cxnId="{26949479-16EB-483B-BE1A-ADF0FA615696}">
      <dgm:prSet/>
      <dgm:spPr/>
      <dgm:t>
        <a:bodyPr/>
        <a:lstStyle/>
        <a:p>
          <a:endParaRPr lang="en-US"/>
        </a:p>
      </dgm:t>
    </dgm:pt>
    <dgm:pt modelId="{E8D23060-C56D-4070-BE25-77CDA17321C6}">
      <dgm:prSet/>
      <dgm:spPr/>
      <dgm:t>
        <a:bodyPr/>
        <a:lstStyle/>
        <a:p>
          <a:r>
            <a:rPr lang="en-US"/>
            <a:t>Determine Initial Minor Actions</a:t>
          </a:r>
        </a:p>
      </dgm:t>
    </dgm:pt>
    <dgm:pt modelId="{E10167F0-540E-4D39-9B52-706B61166AB0}" type="parTrans" cxnId="{67A9BA99-035C-46D7-8CEA-0CEDB3C66C37}">
      <dgm:prSet/>
      <dgm:spPr/>
      <dgm:t>
        <a:bodyPr/>
        <a:lstStyle/>
        <a:p>
          <a:endParaRPr lang="en-US"/>
        </a:p>
      </dgm:t>
    </dgm:pt>
    <dgm:pt modelId="{F872A2E6-69D7-4CA9-BE98-ACE6944800A1}" type="sibTrans" cxnId="{67A9BA99-035C-46D7-8CEA-0CEDB3C66C37}">
      <dgm:prSet/>
      <dgm:spPr/>
      <dgm:t>
        <a:bodyPr/>
        <a:lstStyle/>
        <a:p>
          <a:endParaRPr lang="en-US"/>
        </a:p>
      </dgm:t>
    </dgm:pt>
    <dgm:pt modelId="{92B22F2A-FC72-47EB-A91E-740B19A5AB75}">
      <dgm:prSet/>
      <dgm:spPr/>
      <dgm:t>
        <a:bodyPr/>
        <a:lstStyle/>
        <a:p>
          <a:r>
            <a:rPr lang="en-US"/>
            <a:t>Prioritize Minor Actions</a:t>
          </a:r>
        </a:p>
      </dgm:t>
    </dgm:pt>
    <dgm:pt modelId="{0FCE3F82-D707-43CC-8B9B-7F39C32AAD04}" type="parTrans" cxnId="{DF1D8662-EEDA-4333-8CF7-390888E5BFB8}">
      <dgm:prSet/>
      <dgm:spPr/>
      <dgm:t>
        <a:bodyPr/>
        <a:lstStyle/>
        <a:p>
          <a:endParaRPr lang="en-US"/>
        </a:p>
      </dgm:t>
    </dgm:pt>
    <dgm:pt modelId="{137B478B-93A4-4509-8202-6B321BC9D175}" type="sibTrans" cxnId="{DF1D8662-EEDA-4333-8CF7-390888E5BFB8}">
      <dgm:prSet/>
      <dgm:spPr/>
      <dgm:t>
        <a:bodyPr/>
        <a:lstStyle/>
        <a:p>
          <a:endParaRPr lang="en-US"/>
        </a:p>
      </dgm:t>
    </dgm:pt>
    <dgm:pt modelId="{28DD6922-8226-4BDC-ACA3-510BD99C6CD6}">
      <dgm:prSet/>
      <dgm:spPr/>
      <dgm:t>
        <a:bodyPr/>
        <a:lstStyle/>
        <a:p>
          <a:r>
            <a:rPr lang="en-US"/>
            <a:t>Assign Owners of Each Minor Action</a:t>
          </a:r>
        </a:p>
      </dgm:t>
    </dgm:pt>
    <dgm:pt modelId="{7A47C9E6-8483-4AFB-96F5-F4CCC95D35D0}" type="parTrans" cxnId="{9A096AA5-B59F-405F-94A4-2F879BA22869}">
      <dgm:prSet/>
      <dgm:spPr/>
      <dgm:t>
        <a:bodyPr/>
        <a:lstStyle/>
        <a:p>
          <a:endParaRPr lang="en-US"/>
        </a:p>
      </dgm:t>
    </dgm:pt>
    <dgm:pt modelId="{5C47C6E0-EA82-4CC3-BF1E-AF4B3749093A}" type="sibTrans" cxnId="{9A096AA5-B59F-405F-94A4-2F879BA22869}">
      <dgm:prSet/>
      <dgm:spPr/>
      <dgm:t>
        <a:bodyPr/>
        <a:lstStyle/>
        <a:p>
          <a:endParaRPr lang="en-US"/>
        </a:p>
      </dgm:t>
    </dgm:pt>
    <dgm:pt modelId="{44EAD24A-F6A9-41B9-9291-628977160137}">
      <dgm:prSet/>
      <dgm:spPr/>
      <dgm:t>
        <a:bodyPr/>
        <a:lstStyle/>
        <a:p>
          <a:r>
            <a:rPr lang="en-US"/>
            <a:t>Establish Completion Dates</a:t>
          </a:r>
        </a:p>
      </dgm:t>
    </dgm:pt>
    <dgm:pt modelId="{A561B05E-8EF7-4ACC-8AE6-1BCE7079D784}" type="parTrans" cxnId="{92AC2BF2-C2B5-4D02-A015-D5FAA772B122}">
      <dgm:prSet/>
      <dgm:spPr/>
      <dgm:t>
        <a:bodyPr/>
        <a:lstStyle/>
        <a:p>
          <a:endParaRPr lang="en-US"/>
        </a:p>
      </dgm:t>
    </dgm:pt>
    <dgm:pt modelId="{A0269D91-4165-4F47-A690-6D7AA45D729B}" type="sibTrans" cxnId="{92AC2BF2-C2B5-4D02-A015-D5FAA772B122}">
      <dgm:prSet/>
      <dgm:spPr/>
      <dgm:t>
        <a:bodyPr/>
        <a:lstStyle/>
        <a:p>
          <a:endParaRPr lang="en-US"/>
        </a:p>
      </dgm:t>
    </dgm:pt>
    <dgm:pt modelId="{96A31707-3C85-48AD-8A0F-4DB867E276A7}">
      <dgm:prSet/>
      <dgm:spPr/>
      <dgm:t>
        <a:bodyPr/>
        <a:lstStyle/>
        <a:p>
          <a:r>
            <a:rPr lang="en-US"/>
            <a:t>Verify Resource Allocation Load           (Adjust if Req'd)</a:t>
          </a:r>
        </a:p>
      </dgm:t>
    </dgm:pt>
    <dgm:pt modelId="{39541E7A-0919-4DA1-AD7E-C911CF1E2BA4}" type="parTrans" cxnId="{B03B0F1C-D19D-4BB0-9FAD-FC281777C8E9}">
      <dgm:prSet/>
      <dgm:spPr/>
      <dgm:t>
        <a:bodyPr/>
        <a:lstStyle/>
        <a:p>
          <a:endParaRPr lang="en-US"/>
        </a:p>
      </dgm:t>
    </dgm:pt>
    <dgm:pt modelId="{B5996107-45FF-47F2-894C-C40444156493}" type="sibTrans" cxnId="{B03B0F1C-D19D-4BB0-9FAD-FC281777C8E9}">
      <dgm:prSet/>
      <dgm:spPr/>
      <dgm:t>
        <a:bodyPr/>
        <a:lstStyle/>
        <a:p>
          <a:endParaRPr lang="en-US"/>
        </a:p>
      </dgm:t>
    </dgm:pt>
    <dgm:pt modelId="{D442F40B-5BF0-412F-A5DD-7CB32F13164D}">
      <dgm:prSet/>
      <dgm:spPr/>
      <dgm:t>
        <a:bodyPr/>
        <a:lstStyle/>
        <a:p>
          <a:r>
            <a:rPr lang="en-US"/>
            <a:t>AIP Team Review</a:t>
          </a:r>
        </a:p>
      </dgm:t>
    </dgm:pt>
    <dgm:pt modelId="{9791D9BD-7C04-406A-A32A-9BED82AC5AB3}" type="parTrans" cxnId="{0769C4F3-8592-4095-ABEF-5D34EE329D1D}">
      <dgm:prSet/>
      <dgm:spPr/>
      <dgm:t>
        <a:bodyPr/>
        <a:lstStyle/>
        <a:p>
          <a:endParaRPr lang="en-US"/>
        </a:p>
      </dgm:t>
    </dgm:pt>
    <dgm:pt modelId="{12D49A01-E700-4639-91D2-7B014E4EE125}" type="sibTrans" cxnId="{0769C4F3-8592-4095-ABEF-5D34EE329D1D}">
      <dgm:prSet/>
      <dgm:spPr/>
      <dgm:t>
        <a:bodyPr/>
        <a:lstStyle/>
        <a:p>
          <a:endParaRPr lang="en-US"/>
        </a:p>
      </dgm:t>
    </dgm:pt>
    <dgm:pt modelId="{FD05DA4E-652A-4BBA-B0F7-4A0640172B94}">
      <dgm:prSet/>
      <dgm:spPr/>
      <dgm:t>
        <a:bodyPr/>
        <a:lstStyle/>
        <a:p>
          <a:r>
            <a:rPr lang="en-US"/>
            <a:t>Review Existing Action Plans</a:t>
          </a:r>
        </a:p>
      </dgm:t>
    </dgm:pt>
    <dgm:pt modelId="{4A74CCF3-7CBF-47ED-83D5-05EA027B0376}" type="parTrans" cxnId="{FE041F71-0471-46D1-B336-18B8AFF0CE49}">
      <dgm:prSet/>
      <dgm:spPr/>
      <dgm:t>
        <a:bodyPr/>
        <a:lstStyle/>
        <a:p>
          <a:endParaRPr lang="en-US"/>
        </a:p>
      </dgm:t>
    </dgm:pt>
    <dgm:pt modelId="{AC2FD984-8D50-4F50-AD36-F4D5298D3B10}" type="sibTrans" cxnId="{FE041F71-0471-46D1-B336-18B8AFF0CE49}">
      <dgm:prSet/>
      <dgm:spPr/>
      <dgm:t>
        <a:bodyPr/>
        <a:lstStyle/>
        <a:p>
          <a:endParaRPr lang="en-US"/>
        </a:p>
      </dgm:t>
    </dgm:pt>
    <dgm:pt modelId="{AABE154E-D517-4F30-8352-BDD295806133}">
      <dgm:prSet/>
      <dgm:spPr/>
      <dgm:t>
        <a:bodyPr/>
        <a:lstStyle/>
        <a:p>
          <a:r>
            <a:rPr lang="en-US"/>
            <a:t>Confirm Due Dates</a:t>
          </a:r>
        </a:p>
      </dgm:t>
    </dgm:pt>
    <dgm:pt modelId="{DF217937-41F0-4E27-9EAA-3B3660520981}" type="parTrans" cxnId="{1769941C-EEC3-4276-A20F-BB9C1AB245A8}">
      <dgm:prSet/>
      <dgm:spPr/>
      <dgm:t>
        <a:bodyPr/>
        <a:lstStyle/>
        <a:p>
          <a:endParaRPr lang="en-US"/>
        </a:p>
      </dgm:t>
    </dgm:pt>
    <dgm:pt modelId="{BD6F86DD-B6A9-4EE2-904B-68CEFF0FFCD8}" type="sibTrans" cxnId="{1769941C-EEC3-4276-A20F-BB9C1AB245A8}">
      <dgm:prSet/>
      <dgm:spPr/>
      <dgm:t>
        <a:bodyPr/>
        <a:lstStyle/>
        <a:p>
          <a:endParaRPr lang="en-US"/>
        </a:p>
      </dgm:t>
    </dgm:pt>
    <dgm:pt modelId="{0529FA23-40AC-4A23-92B3-8578EBF798F0}">
      <dgm:prSet/>
      <dgm:spPr/>
      <dgm:t>
        <a:bodyPr/>
        <a:lstStyle/>
        <a:p>
          <a:r>
            <a:rPr lang="en-US"/>
            <a:t>Update Due Dates and/or Assignments</a:t>
          </a:r>
        </a:p>
      </dgm:t>
    </dgm:pt>
    <dgm:pt modelId="{6D4EBE70-EAAF-489A-81D8-822C16E9863C}" type="parTrans" cxnId="{64F719E5-1E7B-452A-A538-136EBD3C85A5}">
      <dgm:prSet/>
      <dgm:spPr/>
      <dgm:t>
        <a:bodyPr/>
        <a:lstStyle/>
        <a:p>
          <a:endParaRPr lang="en-US"/>
        </a:p>
      </dgm:t>
    </dgm:pt>
    <dgm:pt modelId="{3BACD398-24CF-441F-8F68-16CF9DC93D5F}" type="sibTrans" cxnId="{64F719E5-1E7B-452A-A538-136EBD3C85A5}">
      <dgm:prSet/>
      <dgm:spPr/>
      <dgm:t>
        <a:bodyPr/>
        <a:lstStyle/>
        <a:p>
          <a:endParaRPr lang="en-US"/>
        </a:p>
      </dgm:t>
    </dgm:pt>
    <dgm:pt modelId="{BB1FEABE-3D62-436A-A7AA-AA6FEEC9629C}">
      <dgm:prSet/>
      <dgm:spPr/>
      <dgm:t>
        <a:bodyPr/>
        <a:lstStyle/>
        <a:p>
          <a:r>
            <a:rPr lang="en-US"/>
            <a:t>Add New Tasks as Required</a:t>
          </a:r>
        </a:p>
      </dgm:t>
    </dgm:pt>
    <dgm:pt modelId="{CDADBED7-5FE2-46E5-A4BD-90633BDAB46B}" type="parTrans" cxnId="{A7F3A318-7171-4B27-BFFD-D3A44DDEF17C}">
      <dgm:prSet/>
      <dgm:spPr/>
      <dgm:t>
        <a:bodyPr/>
        <a:lstStyle/>
        <a:p>
          <a:endParaRPr lang="en-US"/>
        </a:p>
      </dgm:t>
    </dgm:pt>
    <dgm:pt modelId="{1C2958BA-9356-4C76-AC03-7362C7E0EDE9}" type="sibTrans" cxnId="{A7F3A318-7171-4B27-BFFD-D3A44DDEF17C}">
      <dgm:prSet/>
      <dgm:spPr/>
      <dgm:t>
        <a:bodyPr/>
        <a:lstStyle/>
        <a:p>
          <a:endParaRPr lang="en-US"/>
        </a:p>
      </dgm:t>
    </dgm:pt>
    <dgm:pt modelId="{CFBF0A57-3145-44C8-9E2B-159032B11E91}">
      <dgm:prSet/>
      <dgm:spPr/>
      <dgm:t>
        <a:bodyPr/>
        <a:lstStyle/>
        <a:p>
          <a:r>
            <a:rPr lang="en-US"/>
            <a:t>Verify Resource Allocation Load           (Adjust if Req'd)</a:t>
          </a:r>
        </a:p>
      </dgm:t>
    </dgm:pt>
    <dgm:pt modelId="{8DCE42EF-C025-4149-8A0A-F335D46E5D26}" type="parTrans" cxnId="{03400D07-75BD-4045-B7F4-67EF587F3460}">
      <dgm:prSet/>
      <dgm:spPr/>
      <dgm:t>
        <a:bodyPr/>
        <a:lstStyle/>
        <a:p>
          <a:endParaRPr lang="en-US"/>
        </a:p>
      </dgm:t>
    </dgm:pt>
    <dgm:pt modelId="{1B95EF8B-CAF5-455C-8C59-9B7A28FC6FE1}" type="sibTrans" cxnId="{03400D07-75BD-4045-B7F4-67EF587F3460}">
      <dgm:prSet/>
      <dgm:spPr/>
      <dgm:t>
        <a:bodyPr/>
        <a:lstStyle/>
        <a:p>
          <a:endParaRPr lang="en-US"/>
        </a:p>
      </dgm:t>
    </dgm:pt>
    <dgm:pt modelId="{5998910E-DB95-4A54-A5EA-945463DA541D}" type="pres">
      <dgm:prSet presAssocID="{3ED50E75-5FA7-4B94-B80F-900F16F5B2D4}" presName="Name0" presStyleCnt="0">
        <dgm:presLayoutVars>
          <dgm:chPref val="3"/>
          <dgm:dir/>
          <dgm:animLvl val="lvl"/>
          <dgm:resizeHandles/>
        </dgm:presLayoutVars>
      </dgm:prSet>
      <dgm:spPr/>
    </dgm:pt>
    <dgm:pt modelId="{3AA2B986-8D2F-4B62-AD95-CF6623BCFB82}" type="pres">
      <dgm:prSet presAssocID="{F09B4736-FB6D-414C-92BE-1266FD856234}" presName="horFlow" presStyleCnt="0"/>
      <dgm:spPr/>
    </dgm:pt>
    <dgm:pt modelId="{8CDA0337-E2E8-4298-A796-DE2DA3A23CA1}" type="pres">
      <dgm:prSet presAssocID="{F09B4736-FB6D-414C-92BE-1266FD856234}" presName="bigChev" presStyleLbl="node1" presStyleIdx="0" presStyleCnt="3"/>
      <dgm:spPr/>
    </dgm:pt>
    <dgm:pt modelId="{4780F295-0632-412D-8D79-6A4BA741C73F}" type="pres">
      <dgm:prSet presAssocID="{7C320CC6-83E3-4794-8AD2-D3AD657C697E}" presName="parTrans" presStyleCnt="0"/>
      <dgm:spPr/>
    </dgm:pt>
    <dgm:pt modelId="{284DBF36-3EF3-4271-988C-9D7FD19FA554}" type="pres">
      <dgm:prSet presAssocID="{8FE9036D-BE3F-4F9A-B3AE-0B39BEE3AF22}" presName="node" presStyleLbl="alignAccFollowNode1" presStyleIdx="0" presStyleCnt="14">
        <dgm:presLayoutVars>
          <dgm:bulletEnabled val="1"/>
        </dgm:presLayoutVars>
      </dgm:prSet>
      <dgm:spPr/>
    </dgm:pt>
    <dgm:pt modelId="{33AA2348-D05F-4E8C-A3B8-A64526245D2D}" type="pres">
      <dgm:prSet presAssocID="{B59CAE25-0EAC-4B6C-A370-3F43E069CA73}" presName="sibTrans" presStyleCnt="0"/>
      <dgm:spPr/>
    </dgm:pt>
    <dgm:pt modelId="{A71851D8-DF15-4F4D-AE95-F6DAC0EEAD3B}" type="pres">
      <dgm:prSet presAssocID="{8E363051-E350-4320-9AE9-B42C003CFE1B}" presName="node" presStyleLbl="alignAccFollowNode1" presStyleIdx="1" presStyleCnt="14">
        <dgm:presLayoutVars>
          <dgm:bulletEnabled val="1"/>
        </dgm:presLayoutVars>
      </dgm:prSet>
      <dgm:spPr/>
    </dgm:pt>
    <dgm:pt modelId="{4F272748-F2DE-469D-8591-38866736B72C}" type="pres">
      <dgm:prSet presAssocID="{28FADA79-A3AD-4931-82A4-A01C35AC1978}" presName="sibTrans" presStyleCnt="0"/>
      <dgm:spPr/>
    </dgm:pt>
    <dgm:pt modelId="{E088F0A3-621A-4B0B-81BF-7DCE213AEFA9}" type="pres">
      <dgm:prSet presAssocID="{B4A5593D-07B9-436B-8D76-ABA9A2BB2C79}" presName="node" presStyleLbl="alignAccFollowNode1" presStyleIdx="2" presStyleCnt="14">
        <dgm:presLayoutVars>
          <dgm:bulletEnabled val="1"/>
        </dgm:presLayoutVars>
      </dgm:prSet>
      <dgm:spPr/>
    </dgm:pt>
    <dgm:pt modelId="{2C047C84-604F-477D-A919-BD71F37B9347}" type="pres">
      <dgm:prSet presAssocID="{73FEAB6B-6FB5-487C-B421-93806859C30A}" presName="sibTrans" presStyleCnt="0"/>
      <dgm:spPr/>
    </dgm:pt>
    <dgm:pt modelId="{0F63A77E-264B-4A96-8CFE-80E79EDB6526}" type="pres">
      <dgm:prSet presAssocID="{BC7E08A3-4200-42E5-8AA6-711C9BA03CC3}" presName="node" presStyleLbl="alignAccFollowNode1" presStyleIdx="3" presStyleCnt="14">
        <dgm:presLayoutVars>
          <dgm:bulletEnabled val="1"/>
        </dgm:presLayoutVars>
      </dgm:prSet>
      <dgm:spPr/>
    </dgm:pt>
    <dgm:pt modelId="{11F92C30-BED1-43F5-88FF-499C71D78BFC}" type="pres">
      <dgm:prSet presAssocID="{F09B4736-FB6D-414C-92BE-1266FD856234}" presName="vSp" presStyleCnt="0"/>
      <dgm:spPr/>
    </dgm:pt>
    <dgm:pt modelId="{F073E8FC-D4A2-4F84-B270-3EB28567837A}" type="pres">
      <dgm:prSet presAssocID="{C26FD811-2A1B-415F-ABCB-4E046452FA44}" presName="horFlow" presStyleCnt="0"/>
      <dgm:spPr/>
    </dgm:pt>
    <dgm:pt modelId="{37B707BB-ED21-4EF5-86D5-36A49FBFBF4F}" type="pres">
      <dgm:prSet presAssocID="{C26FD811-2A1B-415F-ABCB-4E046452FA44}" presName="bigChev" presStyleLbl="node1" presStyleIdx="1" presStyleCnt="3"/>
      <dgm:spPr/>
    </dgm:pt>
    <dgm:pt modelId="{6822DAAE-F51C-4780-9BEC-37CA99D9801A}" type="pres">
      <dgm:prSet presAssocID="{E10167F0-540E-4D39-9B52-706B61166AB0}" presName="parTrans" presStyleCnt="0"/>
      <dgm:spPr/>
    </dgm:pt>
    <dgm:pt modelId="{970BBA9C-8AAF-4CF5-B1CC-16CA4A24612E}" type="pres">
      <dgm:prSet presAssocID="{E8D23060-C56D-4070-BE25-77CDA17321C6}" presName="node" presStyleLbl="alignAccFollowNode1" presStyleIdx="4" presStyleCnt="14">
        <dgm:presLayoutVars>
          <dgm:bulletEnabled val="1"/>
        </dgm:presLayoutVars>
      </dgm:prSet>
      <dgm:spPr/>
    </dgm:pt>
    <dgm:pt modelId="{7415CA3D-32E5-4E89-A5BA-FAA716C99005}" type="pres">
      <dgm:prSet presAssocID="{F872A2E6-69D7-4CA9-BE98-ACE6944800A1}" presName="sibTrans" presStyleCnt="0"/>
      <dgm:spPr/>
    </dgm:pt>
    <dgm:pt modelId="{DBE2BD11-F9DF-4C60-A2C1-928CBE017AFB}" type="pres">
      <dgm:prSet presAssocID="{92B22F2A-FC72-47EB-A91E-740B19A5AB75}" presName="node" presStyleLbl="alignAccFollowNode1" presStyleIdx="5" presStyleCnt="14">
        <dgm:presLayoutVars>
          <dgm:bulletEnabled val="1"/>
        </dgm:presLayoutVars>
      </dgm:prSet>
      <dgm:spPr/>
    </dgm:pt>
    <dgm:pt modelId="{E5F19B9D-1128-407B-A405-4C7C103AD008}" type="pres">
      <dgm:prSet presAssocID="{137B478B-93A4-4509-8202-6B321BC9D175}" presName="sibTrans" presStyleCnt="0"/>
      <dgm:spPr/>
    </dgm:pt>
    <dgm:pt modelId="{789259B7-36A4-4B80-A553-4D5FE8AD7E8C}" type="pres">
      <dgm:prSet presAssocID="{28DD6922-8226-4BDC-ACA3-510BD99C6CD6}" presName="node" presStyleLbl="alignAccFollowNode1" presStyleIdx="6" presStyleCnt="14">
        <dgm:presLayoutVars>
          <dgm:bulletEnabled val="1"/>
        </dgm:presLayoutVars>
      </dgm:prSet>
      <dgm:spPr/>
    </dgm:pt>
    <dgm:pt modelId="{D8512AE4-44A3-4C1C-834C-50D0F75DC722}" type="pres">
      <dgm:prSet presAssocID="{5C47C6E0-EA82-4CC3-BF1E-AF4B3749093A}" presName="sibTrans" presStyleCnt="0"/>
      <dgm:spPr/>
    </dgm:pt>
    <dgm:pt modelId="{242D1D67-92B2-47FD-837C-75AB8F1BE932}" type="pres">
      <dgm:prSet presAssocID="{44EAD24A-F6A9-41B9-9291-628977160137}" presName="node" presStyleLbl="alignAccFollowNode1" presStyleIdx="7" presStyleCnt="14">
        <dgm:presLayoutVars>
          <dgm:bulletEnabled val="1"/>
        </dgm:presLayoutVars>
      </dgm:prSet>
      <dgm:spPr/>
    </dgm:pt>
    <dgm:pt modelId="{3AD3E48E-22AC-4D72-A014-C621A47F5A5F}" type="pres">
      <dgm:prSet presAssocID="{A0269D91-4165-4F47-A690-6D7AA45D729B}" presName="sibTrans" presStyleCnt="0"/>
      <dgm:spPr/>
    </dgm:pt>
    <dgm:pt modelId="{6174C3A4-4C9A-49CF-BD7D-A120BA61930F}" type="pres">
      <dgm:prSet presAssocID="{96A31707-3C85-48AD-8A0F-4DB867E276A7}" presName="node" presStyleLbl="alignAccFollowNode1" presStyleIdx="8" presStyleCnt="14">
        <dgm:presLayoutVars>
          <dgm:bulletEnabled val="1"/>
        </dgm:presLayoutVars>
      </dgm:prSet>
      <dgm:spPr/>
    </dgm:pt>
    <dgm:pt modelId="{7B585065-2794-48F4-907B-B1627E18AE09}" type="pres">
      <dgm:prSet presAssocID="{C26FD811-2A1B-415F-ABCB-4E046452FA44}" presName="vSp" presStyleCnt="0"/>
      <dgm:spPr/>
    </dgm:pt>
    <dgm:pt modelId="{A11F9958-0C37-4AF7-A998-24B1D383984E}" type="pres">
      <dgm:prSet presAssocID="{D442F40B-5BF0-412F-A5DD-7CB32F13164D}" presName="horFlow" presStyleCnt="0"/>
      <dgm:spPr/>
    </dgm:pt>
    <dgm:pt modelId="{A6746A0B-D2C7-4688-8C69-C66539345DE0}" type="pres">
      <dgm:prSet presAssocID="{D442F40B-5BF0-412F-A5DD-7CB32F13164D}" presName="bigChev" presStyleLbl="node1" presStyleIdx="2" presStyleCnt="3"/>
      <dgm:spPr/>
    </dgm:pt>
    <dgm:pt modelId="{45AAF527-E594-4025-956F-3E3692A44742}" type="pres">
      <dgm:prSet presAssocID="{4A74CCF3-7CBF-47ED-83D5-05EA027B0376}" presName="parTrans" presStyleCnt="0"/>
      <dgm:spPr/>
    </dgm:pt>
    <dgm:pt modelId="{3A497C21-01D1-4E79-B75C-C6D65E1D6D1E}" type="pres">
      <dgm:prSet presAssocID="{FD05DA4E-652A-4BBA-B0F7-4A0640172B94}" presName="node" presStyleLbl="alignAccFollowNode1" presStyleIdx="9" presStyleCnt="14">
        <dgm:presLayoutVars>
          <dgm:bulletEnabled val="1"/>
        </dgm:presLayoutVars>
      </dgm:prSet>
      <dgm:spPr/>
    </dgm:pt>
    <dgm:pt modelId="{0EECB1E9-1F06-4D8D-A7C9-3F27952DF7F9}" type="pres">
      <dgm:prSet presAssocID="{AC2FD984-8D50-4F50-AD36-F4D5298D3B10}" presName="sibTrans" presStyleCnt="0"/>
      <dgm:spPr/>
    </dgm:pt>
    <dgm:pt modelId="{08448801-39C5-4C7A-8FE7-8A9A323D9059}" type="pres">
      <dgm:prSet presAssocID="{AABE154E-D517-4F30-8352-BDD295806133}" presName="node" presStyleLbl="alignAccFollowNode1" presStyleIdx="10" presStyleCnt="14">
        <dgm:presLayoutVars>
          <dgm:bulletEnabled val="1"/>
        </dgm:presLayoutVars>
      </dgm:prSet>
      <dgm:spPr/>
    </dgm:pt>
    <dgm:pt modelId="{7C5CF806-E22A-4741-8CBE-2699284ED172}" type="pres">
      <dgm:prSet presAssocID="{BD6F86DD-B6A9-4EE2-904B-68CEFF0FFCD8}" presName="sibTrans" presStyleCnt="0"/>
      <dgm:spPr/>
    </dgm:pt>
    <dgm:pt modelId="{95049F29-8795-4717-81ED-80C050775F9F}" type="pres">
      <dgm:prSet presAssocID="{0529FA23-40AC-4A23-92B3-8578EBF798F0}" presName="node" presStyleLbl="alignAccFollowNode1" presStyleIdx="11" presStyleCnt="14">
        <dgm:presLayoutVars>
          <dgm:bulletEnabled val="1"/>
        </dgm:presLayoutVars>
      </dgm:prSet>
      <dgm:spPr/>
    </dgm:pt>
    <dgm:pt modelId="{FCD283A6-E06B-411D-A904-ED4F968D1D88}" type="pres">
      <dgm:prSet presAssocID="{3BACD398-24CF-441F-8F68-16CF9DC93D5F}" presName="sibTrans" presStyleCnt="0"/>
      <dgm:spPr/>
    </dgm:pt>
    <dgm:pt modelId="{434CDF72-E7BB-4E0E-A9A3-64226765EF2F}" type="pres">
      <dgm:prSet presAssocID="{BB1FEABE-3D62-436A-A7AA-AA6FEEC9629C}" presName="node" presStyleLbl="alignAccFollowNode1" presStyleIdx="12" presStyleCnt="14">
        <dgm:presLayoutVars>
          <dgm:bulletEnabled val="1"/>
        </dgm:presLayoutVars>
      </dgm:prSet>
      <dgm:spPr/>
    </dgm:pt>
    <dgm:pt modelId="{0F597C56-9FAB-4191-8D7D-14D664863500}" type="pres">
      <dgm:prSet presAssocID="{1C2958BA-9356-4C76-AC03-7362C7E0EDE9}" presName="sibTrans" presStyleCnt="0"/>
      <dgm:spPr/>
    </dgm:pt>
    <dgm:pt modelId="{A58BB48E-F19A-4F26-AA5D-8F947AC9A868}" type="pres">
      <dgm:prSet presAssocID="{CFBF0A57-3145-44C8-9E2B-159032B11E91}" presName="node" presStyleLbl="alignAccFollowNode1" presStyleIdx="13" presStyleCnt="14">
        <dgm:presLayoutVars>
          <dgm:bulletEnabled val="1"/>
        </dgm:presLayoutVars>
      </dgm:prSet>
      <dgm:spPr/>
    </dgm:pt>
  </dgm:ptLst>
  <dgm:cxnLst>
    <dgm:cxn modelId="{03400D07-75BD-4045-B7F4-67EF587F3460}" srcId="{D442F40B-5BF0-412F-A5DD-7CB32F13164D}" destId="{CFBF0A57-3145-44C8-9E2B-159032B11E91}" srcOrd="4" destOrd="0" parTransId="{8DCE42EF-C025-4149-8A0A-F335D46E5D26}" sibTransId="{1B95EF8B-CAF5-455C-8C59-9B7A28FC6FE1}"/>
    <dgm:cxn modelId="{FD80660B-CEEF-41AB-9DC2-987D107BB036}" type="presOf" srcId="{CFBF0A57-3145-44C8-9E2B-159032B11E91}" destId="{A58BB48E-F19A-4F26-AA5D-8F947AC9A868}" srcOrd="0" destOrd="0" presId="urn:microsoft.com/office/officeart/2005/8/layout/lProcess3"/>
    <dgm:cxn modelId="{A7F3A318-7171-4B27-BFFD-D3A44DDEF17C}" srcId="{D442F40B-5BF0-412F-A5DD-7CB32F13164D}" destId="{BB1FEABE-3D62-436A-A7AA-AA6FEEC9629C}" srcOrd="3" destOrd="0" parTransId="{CDADBED7-5FE2-46E5-A4BD-90633BDAB46B}" sibTransId="{1C2958BA-9356-4C76-AC03-7362C7E0EDE9}"/>
    <dgm:cxn modelId="{B03B0F1C-D19D-4BB0-9FAD-FC281777C8E9}" srcId="{C26FD811-2A1B-415F-ABCB-4E046452FA44}" destId="{96A31707-3C85-48AD-8A0F-4DB867E276A7}" srcOrd="4" destOrd="0" parTransId="{39541E7A-0919-4DA1-AD7E-C911CF1E2BA4}" sibTransId="{B5996107-45FF-47F2-894C-C40444156493}"/>
    <dgm:cxn modelId="{1769941C-EEC3-4276-A20F-BB9C1AB245A8}" srcId="{D442F40B-5BF0-412F-A5DD-7CB32F13164D}" destId="{AABE154E-D517-4F30-8352-BDD295806133}" srcOrd="1" destOrd="0" parTransId="{DF217937-41F0-4E27-9EAA-3B3660520981}" sibTransId="{BD6F86DD-B6A9-4EE2-904B-68CEFF0FFCD8}"/>
    <dgm:cxn modelId="{A9996729-F6C1-49E5-A557-A90C6F640708}" type="presOf" srcId="{8E363051-E350-4320-9AE9-B42C003CFE1B}" destId="{A71851D8-DF15-4F4D-AE95-F6DAC0EEAD3B}" srcOrd="0" destOrd="0" presId="urn:microsoft.com/office/officeart/2005/8/layout/lProcess3"/>
    <dgm:cxn modelId="{DAFF8535-5679-481C-BC60-D9699954640C}" type="presOf" srcId="{BB1FEABE-3D62-436A-A7AA-AA6FEEC9629C}" destId="{434CDF72-E7BB-4E0E-A9A3-64226765EF2F}" srcOrd="0" destOrd="0" presId="urn:microsoft.com/office/officeart/2005/8/layout/lProcess3"/>
    <dgm:cxn modelId="{4F6E4E5D-FB6A-439D-8455-7182D86DCC81}" type="presOf" srcId="{44EAD24A-F6A9-41B9-9291-628977160137}" destId="{242D1D67-92B2-47FD-837C-75AB8F1BE932}" srcOrd="0" destOrd="0" presId="urn:microsoft.com/office/officeart/2005/8/layout/lProcess3"/>
    <dgm:cxn modelId="{96459E60-C363-48B7-9CFC-4BCA41E6ED68}" type="presOf" srcId="{28DD6922-8226-4BDC-ACA3-510BD99C6CD6}" destId="{789259B7-36A4-4B80-A553-4D5FE8AD7E8C}" srcOrd="0" destOrd="0" presId="urn:microsoft.com/office/officeart/2005/8/layout/lProcess3"/>
    <dgm:cxn modelId="{FF0B6361-6C61-400F-93B5-7DD5B7B93DE6}" type="presOf" srcId="{B4A5593D-07B9-436B-8D76-ABA9A2BB2C79}" destId="{E088F0A3-621A-4B0B-81BF-7DCE213AEFA9}" srcOrd="0" destOrd="0" presId="urn:microsoft.com/office/officeart/2005/8/layout/lProcess3"/>
    <dgm:cxn modelId="{DF1D8662-EEDA-4333-8CF7-390888E5BFB8}" srcId="{C26FD811-2A1B-415F-ABCB-4E046452FA44}" destId="{92B22F2A-FC72-47EB-A91E-740B19A5AB75}" srcOrd="1" destOrd="0" parTransId="{0FCE3F82-D707-43CC-8B9B-7F39C32AAD04}" sibTransId="{137B478B-93A4-4509-8202-6B321BC9D175}"/>
    <dgm:cxn modelId="{DD71DD6E-0919-4823-A61E-BEDA9D192E35}" type="presOf" srcId="{0529FA23-40AC-4A23-92B3-8578EBF798F0}" destId="{95049F29-8795-4717-81ED-80C050775F9F}" srcOrd="0" destOrd="0" presId="urn:microsoft.com/office/officeart/2005/8/layout/lProcess3"/>
    <dgm:cxn modelId="{FE041F71-0471-46D1-B336-18B8AFF0CE49}" srcId="{D442F40B-5BF0-412F-A5DD-7CB32F13164D}" destId="{FD05DA4E-652A-4BBA-B0F7-4A0640172B94}" srcOrd="0" destOrd="0" parTransId="{4A74CCF3-7CBF-47ED-83D5-05EA027B0376}" sibTransId="{AC2FD984-8D50-4F50-AD36-F4D5298D3B10}"/>
    <dgm:cxn modelId="{1AE9A274-359D-4ABB-8627-9613BB9EE0A2}" type="presOf" srcId="{FD05DA4E-652A-4BBA-B0F7-4A0640172B94}" destId="{3A497C21-01D1-4E79-B75C-C6D65E1D6D1E}" srcOrd="0" destOrd="0" presId="urn:microsoft.com/office/officeart/2005/8/layout/lProcess3"/>
    <dgm:cxn modelId="{26949479-16EB-483B-BE1A-ADF0FA615696}" srcId="{3ED50E75-5FA7-4B94-B80F-900F16F5B2D4}" destId="{C26FD811-2A1B-415F-ABCB-4E046452FA44}" srcOrd="1" destOrd="0" parTransId="{559BEDCB-253F-43FD-8138-8629F9A9D32E}" sibTransId="{BD7E24FB-C8C7-4E34-B6F7-1792C75E745D}"/>
    <dgm:cxn modelId="{57ED837A-8CA3-4E85-A1F0-319882E49C7F}" type="presOf" srcId="{F09B4736-FB6D-414C-92BE-1266FD856234}" destId="{8CDA0337-E2E8-4298-A796-DE2DA3A23CA1}" srcOrd="0" destOrd="0" presId="urn:microsoft.com/office/officeart/2005/8/layout/lProcess3"/>
    <dgm:cxn modelId="{217F9B80-BAE5-4590-8F97-B7FB0813E5A9}" type="presOf" srcId="{D442F40B-5BF0-412F-A5DD-7CB32F13164D}" destId="{A6746A0B-D2C7-4688-8C69-C66539345DE0}" srcOrd="0" destOrd="0" presId="urn:microsoft.com/office/officeart/2005/8/layout/lProcess3"/>
    <dgm:cxn modelId="{1DA9158E-9C40-43D8-A325-0F21D17866F0}" type="presOf" srcId="{96A31707-3C85-48AD-8A0F-4DB867E276A7}" destId="{6174C3A4-4C9A-49CF-BD7D-A120BA61930F}" srcOrd="0" destOrd="0" presId="urn:microsoft.com/office/officeart/2005/8/layout/lProcess3"/>
    <dgm:cxn modelId="{04091797-224D-4124-BADD-F2F43711891E}" type="presOf" srcId="{92B22F2A-FC72-47EB-A91E-740B19A5AB75}" destId="{DBE2BD11-F9DF-4C60-A2C1-928CBE017AFB}" srcOrd="0" destOrd="0" presId="urn:microsoft.com/office/officeart/2005/8/layout/lProcess3"/>
    <dgm:cxn modelId="{D7FCDD97-5CEC-41D0-9C07-8D111E58C158}" type="presOf" srcId="{AABE154E-D517-4F30-8352-BDD295806133}" destId="{08448801-39C5-4C7A-8FE7-8A9A323D9059}" srcOrd="0" destOrd="0" presId="urn:microsoft.com/office/officeart/2005/8/layout/lProcess3"/>
    <dgm:cxn modelId="{67A9BA99-035C-46D7-8CEA-0CEDB3C66C37}" srcId="{C26FD811-2A1B-415F-ABCB-4E046452FA44}" destId="{E8D23060-C56D-4070-BE25-77CDA17321C6}" srcOrd="0" destOrd="0" parTransId="{E10167F0-540E-4D39-9B52-706B61166AB0}" sibTransId="{F872A2E6-69D7-4CA9-BE98-ACE6944800A1}"/>
    <dgm:cxn modelId="{312E7E9B-F44E-4E3E-9142-23EAB3E92040}" type="presOf" srcId="{BC7E08A3-4200-42E5-8AA6-711C9BA03CC3}" destId="{0F63A77E-264B-4A96-8CFE-80E79EDB6526}" srcOrd="0" destOrd="0" presId="urn:microsoft.com/office/officeart/2005/8/layout/lProcess3"/>
    <dgm:cxn modelId="{9A096AA5-B59F-405F-94A4-2F879BA22869}" srcId="{C26FD811-2A1B-415F-ABCB-4E046452FA44}" destId="{28DD6922-8226-4BDC-ACA3-510BD99C6CD6}" srcOrd="2" destOrd="0" parTransId="{7A47C9E6-8483-4AFB-96F5-F4CCC95D35D0}" sibTransId="{5C47C6E0-EA82-4CC3-BF1E-AF4B3749093A}"/>
    <dgm:cxn modelId="{08623DA8-B7FE-47AC-A09D-41ADC5D80A58}" type="presOf" srcId="{3ED50E75-5FA7-4B94-B80F-900F16F5B2D4}" destId="{5998910E-DB95-4A54-A5EA-945463DA541D}" srcOrd="0" destOrd="0" presId="urn:microsoft.com/office/officeart/2005/8/layout/lProcess3"/>
    <dgm:cxn modelId="{774042B6-D0F4-4C4D-AB0C-2865807D8A75}" srcId="{F09B4736-FB6D-414C-92BE-1266FD856234}" destId="{8E363051-E350-4320-9AE9-B42C003CFE1B}" srcOrd="1" destOrd="0" parTransId="{87052D4A-BFDB-48B3-82EE-C679A8B4BA57}" sibTransId="{28FADA79-A3AD-4931-82A4-A01C35AC1978}"/>
    <dgm:cxn modelId="{3A0832CE-D860-4BB6-9CA3-0247AB7FC70D}" type="presOf" srcId="{C26FD811-2A1B-415F-ABCB-4E046452FA44}" destId="{37B707BB-ED21-4EF5-86D5-36A49FBFBF4F}" srcOrd="0" destOrd="0" presId="urn:microsoft.com/office/officeart/2005/8/layout/lProcess3"/>
    <dgm:cxn modelId="{6261E6D8-F9A8-4BEE-A0A4-364AF3C453A7}" type="presOf" srcId="{8FE9036D-BE3F-4F9A-B3AE-0B39BEE3AF22}" destId="{284DBF36-3EF3-4271-988C-9D7FD19FA554}" srcOrd="0" destOrd="0" presId="urn:microsoft.com/office/officeart/2005/8/layout/lProcess3"/>
    <dgm:cxn modelId="{64F719E5-1E7B-452A-A538-136EBD3C85A5}" srcId="{D442F40B-5BF0-412F-A5DD-7CB32F13164D}" destId="{0529FA23-40AC-4A23-92B3-8578EBF798F0}" srcOrd="2" destOrd="0" parTransId="{6D4EBE70-EAAF-489A-81D8-822C16E9863C}" sibTransId="{3BACD398-24CF-441F-8F68-16CF9DC93D5F}"/>
    <dgm:cxn modelId="{9729C4EA-8A6D-493C-A681-D6C76E2437D4}" srcId="{F09B4736-FB6D-414C-92BE-1266FD856234}" destId="{BC7E08A3-4200-42E5-8AA6-711C9BA03CC3}" srcOrd="3" destOrd="0" parTransId="{DE1EEB37-56D8-48A6-9FF3-3B96BDA69073}" sibTransId="{E06322C0-EED6-4B05-A7EE-C0D8A239409E}"/>
    <dgm:cxn modelId="{92AC2BF2-C2B5-4D02-A015-D5FAA772B122}" srcId="{C26FD811-2A1B-415F-ABCB-4E046452FA44}" destId="{44EAD24A-F6A9-41B9-9291-628977160137}" srcOrd="3" destOrd="0" parTransId="{A561B05E-8EF7-4ACC-8AE6-1BCE7079D784}" sibTransId="{A0269D91-4165-4F47-A690-6D7AA45D729B}"/>
    <dgm:cxn modelId="{45BFBCF3-65D6-4457-97A7-C8B912467ABD}" srcId="{F09B4736-FB6D-414C-92BE-1266FD856234}" destId="{B4A5593D-07B9-436B-8D76-ABA9A2BB2C79}" srcOrd="2" destOrd="0" parTransId="{43F6124A-4656-48ED-A039-1E21C13169F7}" sibTransId="{73FEAB6B-6FB5-487C-B421-93806859C30A}"/>
    <dgm:cxn modelId="{0769C4F3-8592-4095-ABEF-5D34EE329D1D}" srcId="{3ED50E75-5FA7-4B94-B80F-900F16F5B2D4}" destId="{D442F40B-5BF0-412F-A5DD-7CB32F13164D}" srcOrd="2" destOrd="0" parTransId="{9791D9BD-7C04-406A-A32A-9BED82AC5AB3}" sibTransId="{12D49A01-E700-4639-91D2-7B014E4EE125}"/>
    <dgm:cxn modelId="{1F695EF4-BDD8-4646-9F32-306FF07674F2}" srcId="{F09B4736-FB6D-414C-92BE-1266FD856234}" destId="{8FE9036D-BE3F-4F9A-B3AE-0B39BEE3AF22}" srcOrd="0" destOrd="0" parTransId="{7C320CC6-83E3-4794-8AD2-D3AD657C697E}" sibTransId="{B59CAE25-0EAC-4B6C-A370-3F43E069CA73}"/>
    <dgm:cxn modelId="{BD3004F7-82DE-4CFD-97B6-9D144069CD60}" type="presOf" srcId="{E8D23060-C56D-4070-BE25-77CDA17321C6}" destId="{970BBA9C-8AAF-4CF5-B1CC-16CA4A24612E}" srcOrd="0" destOrd="0" presId="urn:microsoft.com/office/officeart/2005/8/layout/lProcess3"/>
    <dgm:cxn modelId="{41ACBDFF-0306-42F0-A734-2595CB27E37C}" srcId="{3ED50E75-5FA7-4B94-B80F-900F16F5B2D4}" destId="{F09B4736-FB6D-414C-92BE-1266FD856234}" srcOrd="0" destOrd="0" parTransId="{5EBCE470-0C74-4FDB-B652-9495DCDCB5EA}" sibTransId="{2F8AAC86-0331-4CCB-983B-C4278DE828B8}"/>
    <dgm:cxn modelId="{C81A0632-B8B1-41BE-AD44-043E67DC914A}" type="presParOf" srcId="{5998910E-DB95-4A54-A5EA-945463DA541D}" destId="{3AA2B986-8D2F-4B62-AD95-CF6623BCFB82}" srcOrd="0" destOrd="0" presId="urn:microsoft.com/office/officeart/2005/8/layout/lProcess3"/>
    <dgm:cxn modelId="{16132386-5FEE-411B-AAD7-89B292EF7260}" type="presParOf" srcId="{3AA2B986-8D2F-4B62-AD95-CF6623BCFB82}" destId="{8CDA0337-E2E8-4298-A796-DE2DA3A23CA1}" srcOrd="0" destOrd="0" presId="urn:microsoft.com/office/officeart/2005/8/layout/lProcess3"/>
    <dgm:cxn modelId="{08A115C5-917C-478C-B8A4-85D20AD37740}" type="presParOf" srcId="{3AA2B986-8D2F-4B62-AD95-CF6623BCFB82}" destId="{4780F295-0632-412D-8D79-6A4BA741C73F}" srcOrd="1" destOrd="0" presId="urn:microsoft.com/office/officeart/2005/8/layout/lProcess3"/>
    <dgm:cxn modelId="{2C3AF1B1-A85F-46B7-862F-67C1853C86D4}" type="presParOf" srcId="{3AA2B986-8D2F-4B62-AD95-CF6623BCFB82}" destId="{284DBF36-3EF3-4271-988C-9D7FD19FA554}" srcOrd="2" destOrd="0" presId="urn:microsoft.com/office/officeart/2005/8/layout/lProcess3"/>
    <dgm:cxn modelId="{B4F4ADD6-9F0A-466F-8445-7DFEEA222A12}" type="presParOf" srcId="{3AA2B986-8D2F-4B62-AD95-CF6623BCFB82}" destId="{33AA2348-D05F-4E8C-A3B8-A64526245D2D}" srcOrd="3" destOrd="0" presId="urn:microsoft.com/office/officeart/2005/8/layout/lProcess3"/>
    <dgm:cxn modelId="{D0D5BE01-2DCB-4C07-AD57-24901613479F}" type="presParOf" srcId="{3AA2B986-8D2F-4B62-AD95-CF6623BCFB82}" destId="{A71851D8-DF15-4F4D-AE95-F6DAC0EEAD3B}" srcOrd="4" destOrd="0" presId="urn:microsoft.com/office/officeart/2005/8/layout/lProcess3"/>
    <dgm:cxn modelId="{88DF5DD4-D8E3-4CE2-90B8-944EBE02B573}" type="presParOf" srcId="{3AA2B986-8D2F-4B62-AD95-CF6623BCFB82}" destId="{4F272748-F2DE-469D-8591-38866736B72C}" srcOrd="5" destOrd="0" presId="urn:microsoft.com/office/officeart/2005/8/layout/lProcess3"/>
    <dgm:cxn modelId="{CF8EA981-EF6D-431D-B93A-6D8472CBDFB9}" type="presParOf" srcId="{3AA2B986-8D2F-4B62-AD95-CF6623BCFB82}" destId="{E088F0A3-621A-4B0B-81BF-7DCE213AEFA9}" srcOrd="6" destOrd="0" presId="urn:microsoft.com/office/officeart/2005/8/layout/lProcess3"/>
    <dgm:cxn modelId="{F6D93AEF-D213-4444-AB3D-FAD70009623B}" type="presParOf" srcId="{3AA2B986-8D2F-4B62-AD95-CF6623BCFB82}" destId="{2C047C84-604F-477D-A919-BD71F37B9347}" srcOrd="7" destOrd="0" presId="urn:microsoft.com/office/officeart/2005/8/layout/lProcess3"/>
    <dgm:cxn modelId="{7105617E-1901-437D-A0C6-D7363B992CED}" type="presParOf" srcId="{3AA2B986-8D2F-4B62-AD95-CF6623BCFB82}" destId="{0F63A77E-264B-4A96-8CFE-80E79EDB6526}" srcOrd="8" destOrd="0" presId="urn:microsoft.com/office/officeart/2005/8/layout/lProcess3"/>
    <dgm:cxn modelId="{353425A7-3CF1-42B7-A551-5D67D5954578}" type="presParOf" srcId="{5998910E-DB95-4A54-A5EA-945463DA541D}" destId="{11F92C30-BED1-43F5-88FF-499C71D78BFC}" srcOrd="1" destOrd="0" presId="urn:microsoft.com/office/officeart/2005/8/layout/lProcess3"/>
    <dgm:cxn modelId="{169ED091-3D29-4E29-B5C5-FF50505915D6}" type="presParOf" srcId="{5998910E-DB95-4A54-A5EA-945463DA541D}" destId="{F073E8FC-D4A2-4F84-B270-3EB28567837A}" srcOrd="2" destOrd="0" presId="urn:microsoft.com/office/officeart/2005/8/layout/lProcess3"/>
    <dgm:cxn modelId="{366E451C-1841-4EA2-83E3-8BC5751339C6}" type="presParOf" srcId="{F073E8FC-D4A2-4F84-B270-3EB28567837A}" destId="{37B707BB-ED21-4EF5-86D5-36A49FBFBF4F}" srcOrd="0" destOrd="0" presId="urn:microsoft.com/office/officeart/2005/8/layout/lProcess3"/>
    <dgm:cxn modelId="{1F9A5FA6-AD03-4156-B113-90C29DC6B8CB}" type="presParOf" srcId="{F073E8FC-D4A2-4F84-B270-3EB28567837A}" destId="{6822DAAE-F51C-4780-9BEC-37CA99D9801A}" srcOrd="1" destOrd="0" presId="urn:microsoft.com/office/officeart/2005/8/layout/lProcess3"/>
    <dgm:cxn modelId="{23684F91-115F-49B5-B4C8-B6313D21B72F}" type="presParOf" srcId="{F073E8FC-D4A2-4F84-B270-3EB28567837A}" destId="{970BBA9C-8AAF-4CF5-B1CC-16CA4A24612E}" srcOrd="2" destOrd="0" presId="urn:microsoft.com/office/officeart/2005/8/layout/lProcess3"/>
    <dgm:cxn modelId="{33603A4A-4F2E-4686-8B9A-F78C8468CD33}" type="presParOf" srcId="{F073E8FC-D4A2-4F84-B270-3EB28567837A}" destId="{7415CA3D-32E5-4E89-A5BA-FAA716C99005}" srcOrd="3" destOrd="0" presId="urn:microsoft.com/office/officeart/2005/8/layout/lProcess3"/>
    <dgm:cxn modelId="{EFF64EA1-B2A3-45BA-A2BE-D6258DDCC1F5}" type="presParOf" srcId="{F073E8FC-D4A2-4F84-B270-3EB28567837A}" destId="{DBE2BD11-F9DF-4C60-A2C1-928CBE017AFB}" srcOrd="4" destOrd="0" presId="urn:microsoft.com/office/officeart/2005/8/layout/lProcess3"/>
    <dgm:cxn modelId="{A24C677B-C0BE-4C9E-9912-37543C36391D}" type="presParOf" srcId="{F073E8FC-D4A2-4F84-B270-3EB28567837A}" destId="{E5F19B9D-1128-407B-A405-4C7C103AD008}" srcOrd="5" destOrd="0" presId="urn:microsoft.com/office/officeart/2005/8/layout/lProcess3"/>
    <dgm:cxn modelId="{A4EE8388-2CD6-4046-89BC-189AB6C5A98D}" type="presParOf" srcId="{F073E8FC-D4A2-4F84-B270-3EB28567837A}" destId="{789259B7-36A4-4B80-A553-4D5FE8AD7E8C}" srcOrd="6" destOrd="0" presId="urn:microsoft.com/office/officeart/2005/8/layout/lProcess3"/>
    <dgm:cxn modelId="{33879769-181C-4B8E-BA32-7B93364E8629}" type="presParOf" srcId="{F073E8FC-D4A2-4F84-B270-3EB28567837A}" destId="{D8512AE4-44A3-4C1C-834C-50D0F75DC722}" srcOrd="7" destOrd="0" presId="urn:microsoft.com/office/officeart/2005/8/layout/lProcess3"/>
    <dgm:cxn modelId="{FE807F94-C1E0-4E7C-8A13-232A6E292226}" type="presParOf" srcId="{F073E8FC-D4A2-4F84-B270-3EB28567837A}" destId="{242D1D67-92B2-47FD-837C-75AB8F1BE932}" srcOrd="8" destOrd="0" presId="urn:microsoft.com/office/officeart/2005/8/layout/lProcess3"/>
    <dgm:cxn modelId="{26EAA13C-33E6-4E7B-82ED-12D7CD413AB7}" type="presParOf" srcId="{F073E8FC-D4A2-4F84-B270-3EB28567837A}" destId="{3AD3E48E-22AC-4D72-A014-C621A47F5A5F}" srcOrd="9" destOrd="0" presId="urn:microsoft.com/office/officeart/2005/8/layout/lProcess3"/>
    <dgm:cxn modelId="{4B39E096-8FDD-47A9-8510-AAF46EEA43D2}" type="presParOf" srcId="{F073E8FC-D4A2-4F84-B270-3EB28567837A}" destId="{6174C3A4-4C9A-49CF-BD7D-A120BA61930F}" srcOrd="10" destOrd="0" presId="urn:microsoft.com/office/officeart/2005/8/layout/lProcess3"/>
    <dgm:cxn modelId="{C18AAAA2-3345-4864-8E45-7BEF093728B3}" type="presParOf" srcId="{5998910E-DB95-4A54-A5EA-945463DA541D}" destId="{7B585065-2794-48F4-907B-B1627E18AE09}" srcOrd="3" destOrd="0" presId="urn:microsoft.com/office/officeart/2005/8/layout/lProcess3"/>
    <dgm:cxn modelId="{4E25B561-3C47-4E7F-8E6A-88A5DD0BAE05}" type="presParOf" srcId="{5998910E-DB95-4A54-A5EA-945463DA541D}" destId="{A11F9958-0C37-4AF7-A998-24B1D383984E}" srcOrd="4" destOrd="0" presId="urn:microsoft.com/office/officeart/2005/8/layout/lProcess3"/>
    <dgm:cxn modelId="{F4B67EFA-62C2-4664-A4C9-159B48D74D8E}" type="presParOf" srcId="{A11F9958-0C37-4AF7-A998-24B1D383984E}" destId="{A6746A0B-D2C7-4688-8C69-C66539345DE0}" srcOrd="0" destOrd="0" presId="urn:microsoft.com/office/officeart/2005/8/layout/lProcess3"/>
    <dgm:cxn modelId="{A566DD34-29DA-4320-B6C1-CD34EE131D2A}" type="presParOf" srcId="{A11F9958-0C37-4AF7-A998-24B1D383984E}" destId="{45AAF527-E594-4025-956F-3E3692A44742}" srcOrd="1" destOrd="0" presId="urn:microsoft.com/office/officeart/2005/8/layout/lProcess3"/>
    <dgm:cxn modelId="{6563F8C4-9D8E-4655-A6C7-E02F9713F8BF}" type="presParOf" srcId="{A11F9958-0C37-4AF7-A998-24B1D383984E}" destId="{3A497C21-01D1-4E79-B75C-C6D65E1D6D1E}" srcOrd="2" destOrd="0" presId="urn:microsoft.com/office/officeart/2005/8/layout/lProcess3"/>
    <dgm:cxn modelId="{E2A45E7C-4057-4875-AE92-2ABA66CA2627}" type="presParOf" srcId="{A11F9958-0C37-4AF7-A998-24B1D383984E}" destId="{0EECB1E9-1F06-4D8D-A7C9-3F27952DF7F9}" srcOrd="3" destOrd="0" presId="urn:microsoft.com/office/officeart/2005/8/layout/lProcess3"/>
    <dgm:cxn modelId="{6C2BA427-D8CF-4A7D-8A38-AF643A4C4552}" type="presParOf" srcId="{A11F9958-0C37-4AF7-A998-24B1D383984E}" destId="{08448801-39C5-4C7A-8FE7-8A9A323D9059}" srcOrd="4" destOrd="0" presId="urn:microsoft.com/office/officeart/2005/8/layout/lProcess3"/>
    <dgm:cxn modelId="{3C180E56-213D-4A91-B220-9B42EABF9C05}" type="presParOf" srcId="{A11F9958-0C37-4AF7-A998-24B1D383984E}" destId="{7C5CF806-E22A-4741-8CBE-2699284ED172}" srcOrd="5" destOrd="0" presId="urn:microsoft.com/office/officeart/2005/8/layout/lProcess3"/>
    <dgm:cxn modelId="{11E58890-5DCB-4A89-A5B7-7AB1F44D004D}" type="presParOf" srcId="{A11F9958-0C37-4AF7-A998-24B1D383984E}" destId="{95049F29-8795-4717-81ED-80C050775F9F}" srcOrd="6" destOrd="0" presId="urn:microsoft.com/office/officeart/2005/8/layout/lProcess3"/>
    <dgm:cxn modelId="{9402882A-0CF0-4C91-9BB1-77F54196D039}" type="presParOf" srcId="{A11F9958-0C37-4AF7-A998-24B1D383984E}" destId="{FCD283A6-E06B-411D-A904-ED4F968D1D88}" srcOrd="7" destOrd="0" presId="urn:microsoft.com/office/officeart/2005/8/layout/lProcess3"/>
    <dgm:cxn modelId="{FD75F3F8-EEC6-412D-A7AE-F55C14518824}" type="presParOf" srcId="{A11F9958-0C37-4AF7-A998-24B1D383984E}" destId="{434CDF72-E7BB-4E0E-A9A3-64226765EF2F}" srcOrd="8" destOrd="0" presId="urn:microsoft.com/office/officeart/2005/8/layout/lProcess3"/>
    <dgm:cxn modelId="{873D46AB-7D11-4234-A579-4B579D624A6F}" type="presParOf" srcId="{A11F9958-0C37-4AF7-A998-24B1D383984E}" destId="{0F597C56-9FAB-4191-8D7D-14D664863500}" srcOrd="9" destOrd="0" presId="urn:microsoft.com/office/officeart/2005/8/layout/lProcess3"/>
    <dgm:cxn modelId="{AF1DD750-2429-4101-AEC2-14DA8B9D84EE}" type="presParOf" srcId="{A11F9958-0C37-4AF7-A998-24B1D383984E}" destId="{A58BB48E-F19A-4F26-AA5D-8F947AC9A868}" srcOrd="10" destOrd="0" presId="urn:microsoft.com/office/officeart/2005/8/layout/lProcess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CDA0337-E2E8-4298-A796-DE2DA3A23CA1}">
      <dsp:nvSpPr>
        <dsp:cNvPr id="0" name=""/>
        <dsp:cNvSpPr/>
      </dsp:nvSpPr>
      <dsp:spPr>
        <a:xfrm>
          <a:off x="1065" y="1680688"/>
          <a:ext cx="2188350" cy="875340"/>
        </a:xfrm>
        <a:prstGeom prst="chevron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" tIns="9525" rIns="0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Determine Action Plan Major Actions</a:t>
          </a:r>
        </a:p>
      </dsp:txBody>
      <dsp:txXfrm>
        <a:off x="438735" y="1680688"/>
        <a:ext cx="1313010" cy="875340"/>
      </dsp:txXfrm>
    </dsp:sp>
    <dsp:sp modelId="{284DBF36-3EF3-4271-988C-9D7FD19FA554}">
      <dsp:nvSpPr>
        <dsp:cNvPr id="0" name=""/>
        <dsp:cNvSpPr/>
      </dsp:nvSpPr>
      <dsp:spPr>
        <a:xfrm>
          <a:off x="1904930" y="1755092"/>
          <a:ext cx="1816331" cy="726532"/>
        </a:xfrm>
        <a:prstGeom prst="chevron">
          <a:avLst/>
        </a:prstGeom>
        <a:solidFill>
          <a:schemeClr val="accent5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" tIns="7620" rIns="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Determine Initial Major Actions</a:t>
          </a:r>
        </a:p>
      </dsp:txBody>
      <dsp:txXfrm>
        <a:off x="2268196" y="1755092"/>
        <a:ext cx="1089799" cy="726532"/>
      </dsp:txXfrm>
    </dsp:sp>
    <dsp:sp modelId="{A71851D8-DF15-4F4D-AE95-F6DAC0EEAD3B}">
      <dsp:nvSpPr>
        <dsp:cNvPr id="0" name=""/>
        <dsp:cNvSpPr/>
      </dsp:nvSpPr>
      <dsp:spPr>
        <a:xfrm>
          <a:off x="3466975" y="1755092"/>
          <a:ext cx="1816331" cy="726532"/>
        </a:xfrm>
        <a:prstGeom prst="chevron">
          <a:avLst/>
        </a:prstGeom>
        <a:solidFill>
          <a:schemeClr val="accent5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" tIns="7620" rIns="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Prioritize Major Actions</a:t>
          </a:r>
        </a:p>
      </dsp:txBody>
      <dsp:txXfrm>
        <a:off x="3830241" y="1755092"/>
        <a:ext cx="1089799" cy="726532"/>
      </dsp:txXfrm>
    </dsp:sp>
    <dsp:sp modelId="{E088F0A3-621A-4B0B-81BF-7DCE213AEFA9}">
      <dsp:nvSpPr>
        <dsp:cNvPr id="0" name=""/>
        <dsp:cNvSpPr/>
      </dsp:nvSpPr>
      <dsp:spPr>
        <a:xfrm>
          <a:off x="5029020" y="1755092"/>
          <a:ext cx="1816331" cy="726532"/>
        </a:xfrm>
        <a:prstGeom prst="chevron">
          <a:avLst/>
        </a:prstGeom>
        <a:solidFill>
          <a:schemeClr val="accent5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" tIns="7620" rIns="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Determine Completion Dates</a:t>
          </a:r>
        </a:p>
      </dsp:txBody>
      <dsp:txXfrm>
        <a:off x="5392286" y="1755092"/>
        <a:ext cx="1089799" cy="726532"/>
      </dsp:txXfrm>
    </dsp:sp>
    <dsp:sp modelId="{0F63A77E-264B-4A96-8CFE-80E79EDB6526}">
      <dsp:nvSpPr>
        <dsp:cNvPr id="0" name=""/>
        <dsp:cNvSpPr/>
      </dsp:nvSpPr>
      <dsp:spPr>
        <a:xfrm>
          <a:off x="6591064" y="1755092"/>
          <a:ext cx="1816331" cy="726532"/>
        </a:xfrm>
        <a:prstGeom prst="chevron">
          <a:avLst/>
        </a:prstGeom>
        <a:solidFill>
          <a:schemeClr val="accent5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" tIns="7620" rIns="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Assign Major Action  Owner</a:t>
          </a:r>
        </a:p>
      </dsp:txBody>
      <dsp:txXfrm>
        <a:off x="6954330" y="1755092"/>
        <a:ext cx="1089799" cy="726532"/>
      </dsp:txXfrm>
    </dsp:sp>
    <dsp:sp modelId="{37B707BB-ED21-4EF5-86D5-36A49FBFBF4F}">
      <dsp:nvSpPr>
        <dsp:cNvPr id="0" name=""/>
        <dsp:cNvSpPr/>
      </dsp:nvSpPr>
      <dsp:spPr>
        <a:xfrm>
          <a:off x="1065" y="2678576"/>
          <a:ext cx="2188350" cy="875340"/>
        </a:xfrm>
        <a:prstGeom prst="chevron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" tIns="9525" rIns="0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Develop Minor Actions Under Each Major Action</a:t>
          </a:r>
        </a:p>
      </dsp:txBody>
      <dsp:txXfrm>
        <a:off x="438735" y="2678576"/>
        <a:ext cx="1313010" cy="875340"/>
      </dsp:txXfrm>
    </dsp:sp>
    <dsp:sp modelId="{970BBA9C-8AAF-4CF5-B1CC-16CA4A24612E}">
      <dsp:nvSpPr>
        <dsp:cNvPr id="0" name=""/>
        <dsp:cNvSpPr/>
      </dsp:nvSpPr>
      <dsp:spPr>
        <a:xfrm>
          <a:off x="1904930" y="2752980"/>
          <a:ext cx="1816331" cy="726532"/>
        </a:xfrm>
        <a:prstGeom prst="chevron">
          <a:avLst/>
        </a:prstGeom>
        <a:solidFill>
          <a:schemeClr val="accent5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" tIns="7620" rIns="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Determine Initial Minor Actions</a:t>
          </a:r>
        </a:p>
      </dsp:txBody>
      <dsp:txXfrm>
        <a:off x="2268196" y="2752980"/>
        <a:ext cx="1089799" cy="726532"/>
      </dsp:txXfrm>
    </dsp:sp>
    <dsp:sp modelId="{DBE2BD11-F9DF-4C60-A2C1-928CBE017AFB}">
      <dsp:nvSpPr>
        <dsp:cNvPr id="0" name=""/>
        <dsp:cNvSpPr/>
      </dsp:nvSpPr>
      <dsp:spPr>
        <a:xfrm>
          <a:off x="3466975" y="2752980"/>
          <a:ext cx="1816331" cy="726532"/>
        </a:xfrm>
        <a:prstGeom prst="chevron">
          <a:avLst/>
        </a:prstGeom>
        <a:solidFill>
          <a:schemeClr val="accent5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" tIns="7620" rIns="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Prioritize Minor Actions</a:t>
          </a:r>
        </a:p>
      </dsp:txBody>
      <dsp:txXfrm>
        <a:off x="3830241" y="2752980"/>
        <a:ext cx="1089799" cy="726532"/>
      </dsp:txXfrm>
    </dsp:sp>
    <dsp:sp modelId="{789259B7-36A4-4B80-A553-4D5FE8AD7E8C}">
      <dsp:nvSpPr>
        <dsp:cNvPr id="0" name=""/>
        <dsp:cNvSpPr/>
      </dsp:nvSpPr>
      <dsp:spPr>
        <a:xfrm>
          <a:off x="5029020" y="2752980"/>
          <a:ext cx="1816331" cy="726532"/>
        </a:xfrm>
        <a:prstGeom prst="chevron">
          <a:avLst/>
        </a:prstGeom>
        <a:solidFill>
          <a:schemeClr val="accent5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" tIns="7620" rIns="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Assign Owners of Each Minor Action</a:t>
          </a:r>
        </a:p>
      </dsp:txBody>
      <dsp:txXfrm>
        <a:off x="5392286" y="2752980"/>
        <a:ext cx="1089799" cy="726532"/>
      </dsp:txXfrm>
    </dsp:sp>
    <dsp:sp modelId="{242D1D67-92B2-47FD-837C-75AB8F1BE932}">
      <dsp:nvSpPr>
        <dsp:cNvPr id="0" name=""/>
        <dsp:cNvSpPr/>
      </dsp:nvSpPr>
      <dsp:spPr>
        <a:xfrm>
          <a:off x="6591064" y="2752980"/>
          <a:ext cx="1816331" cy="726532"/>
        </a:xfrm>
        <a:prstGeom prst="chevron">
          <a:avLst/>
        </a:prstGeom>
        <a:solidFill>
          <a:schemeClr val="accent5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" tIns="7620" rIns="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Establish Completion Dates</a:t>
          </a:r>
        </a:p>
      </dsp:txBody>
      <dsp:txXfrm>
        <a:off x="6954330" y="2752980"/>
        <a:ext cx="1089799" cy="726532"/>
      </dsp:txXfrm>
    </dsp:sp>
    <dsp:sp modelId="{6174C3A4-4C9A-49CF-BD7D-A120BA61930F}">
      <dsp:nvSpPr>
        <dsp:cNvPr id="0" name=""/>
        <dsp:cNvSpPr/>
      </dsp:nvSpPr>
      <dsp:spPr>
        <a:xfrm>
          <a:off x="8153109" y="2752980"/>
          <a:ext cx="1816331" cy="726532"/>
        </a:xfrm>
        <a:prstGeom prst="chevron">
          <a:avLst/>
        </a:prstGeom>
        <a:solidFill>
          <a:schemeClr val="accent5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" tIns="7620" rIns="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Verify Resource Allocation Load           (Adjust if Req'd)</a:t>
          </a:r>
        </a:p>
      </dsp:txBody>
      <dsp:txXfrm>
        <a:off x="8516375" y="2752980"/>
        <a:ext cx="1089799" cy="726532"/>
      </dsp:txXfrm>
    </dsp:sp>
    <dsp:sp modelId="{A6746A0B-D2C7-4688-8C69-C66539345DE0}">
      <dsp:nvSpPr>
        <dsp:cNvPr id="0" name=""/>
        <dsp:cNvSpPr/>
      </dsp:nvSpPr>
      <dsp:spPr>
        <a:xfrm>
          <a:off x="1065" y="3676464"/>
          <a:ext cx="2188350" cy="875340"/>
        </a:xfrm>
        <a:prstGeom prst="chevron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" tIns="9525" rIns="0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AIP Team Review</a:t>
          </a:r>
        </a:p>
      </dsp:txBody>
      <dsp:txXfrm>
        <a:off x="438735" y="3676464"/>
        <a:ext cx="1313010" cy="875340"/>
      </dsp:txXfrm>
    </dsp:sp>
    <dsp:sp modelId="{3A497C21-01D1-4E79-B75C-C6D65E1D6D1E}">
      <dsp:nvSpPr>
        <dsp:cNvPr id="0" name=""/>
        <dsp:cNvSpPr/>
      </dsp:nvSpPr>
      <dsp:spPr>
        <a:xfrm>
          <a:off x="1904930" y="3750868"/>
          <a:ext cx="1816331" cy="726532"/>
        </a:xfrm>
        <a:prstGeom prst="chevron">
          <a:avLst/>
        </a:prstGeom>
        <a:solidFill>
          <a:schemeClr val="accent5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" tIns="7620" rIns="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Review Existing Action Plans</a:t>
          </a:r>
        </a:p>
      </dsp:txBody>
      <dsp:txXfrm>
        <a:off x="2268196" y="3750868"/>
        <a:ext cx="1089799" cy="726532"/>
      </dsp:txXfrm>
    </dsp:sp>
    <dsp:sp modelId="{08448801-39C5-4C7A-8FE7-8A9A323D9059}">
      <dsp:nvSpPr>
        <dsp:cNvPr id="0" name=""/>
        <dsp:cNvSpPr/>
      </dsp:nvSpPr>
      <dsp:spPr>
        <a:xfrm>
          <a:off x="3466975" y="3750868"/>
          <a:ext cx="1816331" cy="726532"/>
        </a:xfrm>
        <a:prstGeom prst="chevron">
          <a:avLst/>
        </a:prstGeom>
        <a:solidFill>
          <a:schemeClr val="accent5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" tIns="7620" rIns="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Confirm Due Dates</a:t>
          </a:r>
        </a:p>
      </dsp:txBody>
      <dsp:txXfrm>
        <a:off x="3830241" y="3750868"/>
        <a:ext cx="1089799" cy="726532"/>
      </dsp:txXfrm>
    </dsp:sp>
    <dsp:sp modelId="{95049F29-8795-4717-81ED-80C050775F9F}">
      <dsp:nvSpPr>
        <dsp:cNvPr id="0" name=""/>
        <dsp:cNvSpPr/>
      </dsp:nvSpPr>
      <dsp:spPr>
        <a:xfrm>
          <a:off x="5029020" y="3750868"/>
          <a:ext cx="1816331" cy="726532"/>
        </a:xfrm>
        <a:prstGeom prst="chevron">
          <a:avLst/>
        </a:prstGeom>
        <a:solidFill>
          <a:schemeClr val="accent5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" tIns="7620" rIns="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Update Due Dates and/or Assignments</a:t>
          </a:r>
        </a:p>
      </dsp:txBody>
      <dsp:txXfrm>
        <a:off x="5392286" y="3750868"/>
        <a:ext cx="1089799" cy="726532"/>
      </dsp:txXfrm>
    </dsp:sp>
    <dsp:sp modelId="{434CDF72-E7BB-4E0E-A9A3-64226765EF2F}">
      <dsp:nvSpPr>
        <dsp:cNvPr id="0" name=""/>
        <dsp:cNvSpPr/>
      </dsp:nvSpPr>
      <dsp:spPr>
        <a:xfrm>
          <a:off x="6591064" y="3750868"/>
          <a:ext cx="1816331" cy="726532"/>
        </a:xfrm>
        <a:prstGeom prst="chevron">
          <a:avLst/>
        </a:prstGeom>
        <a:solidFill>
          <a:schemeClr val="accent5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" tIns="7620" rIns="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Add New Tasks as Required</a:t>
          </a:r>
        </a:p>
      </dsp:txBody>
      <dsp:txXfrm>
        <a:off x="6954330" y="3750868"/>
        <a:ext cx="1089799" cy="726532"/>
      </dsp:txXfrm>
    </dsp:sp>
    <dsp:sp modelId="{A58BB48E-F19A-4F26-AA5D-8F947AC9A868}">
      <dsp:nvSpPr>
        <dsp:cNvPr id="0" name=""/>
        <dsp:cNvSpPr/>
      </dsp:nvSpPr>
      <dsp:spPr>
        <a:xfrm>
          <a:off x="8153109" y="3750868"/>
          <a:ext cx="1816331" cy="726532"/>
        </a:xfrm>
        <a:prstGeom prst="chevron">
          <a:avLst/>
        </a:prstGeom>
        <a:solidFill>
          <a:schemeClr val="accent5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" tIns="7620" rIns="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Verify Resource Allocation Load           (Adjust if Req'd)</a:t>
          </a:r>
        </a:p>
      </dsp:txBody>
      <dsp:txXfrm>
        <a:off x="8516375" y="3750868"/>
        <a:ext cx="1089799" cy="72653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Process3">
  <dgm:title val=""/>
  <dgm:desc val=""/>
  <dgm:catLst>
    <dgm:cat type="process" pri="11000"/>
    <dgm:cat type="convert" pri="1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1" destId="2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51" srcId="1" destId="11" srcOrd="0" destOrd="0"/>
        <dgm:cxn modelId="61" srcId="2" destId="21" srcOrd="0" destOrd="0"/>
        <dgm:cxn modelId="71" srcId="3" destId="31" srcOrd="0" destOrd="0"/>
        <dgm:cxn modelId="81" srcId="4" destId="41" srcOrd="0" destOrd="0"/>
      </dgm:cxnLst>
      <dgm:bg/>
      <dgm:whole/>
    </dgm:dataModel>
  </dgm:clrData>
  <dgm:layoutNode name="Name0">
    <dgm:varLst>
      <dgm:chPref val="3"/>
      <dgm:dir/>
      <dgm:animLvl val="lvl"/>
      <dgm:resizeHandles/>
    </dgm:varLst>
    <dgm:choose name="Name1">
      <dgm:if name="Name2" func="var" arg="dir" op="equ" val="norm">
        <dgm:alg type="lin">
          <dgm:param type="linDir" val="fromT"/>
          <dgm:param type="vertAlign" val="mid"/>
          <dgm:param type="nodeHorzAlign" val="l"/>
          <dgm:param type="nodeVertAlign" val="t"/>
          <dgm:param type="fallback" val="2D"/>
        </dgm:alg>
      </dgm:if>
      <dgm:else name="Name3">
        <dgm:alg type="lin">
          <dgm:param type="linDir" val="fromT"/>
          <dgm:param type="vertAlign" val="mid"/>
          <dgm:param type="nodeHorzAlign" val="r"/>
          <dgm:param type="nodeVertAlign" val="t"/>
          <dgm:param type="fallback" val="2D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bigChev" refType="w"/>
      <dgm:constr type="h" for="des" forName="bigChev" refType="w" refFor="des" refForName="bigChev" op="equ" fact="0.4"/>
      <dgm:constr type="w" for="des" forName="node" refType="w" refFor="des" refForName="bigChev" fact="0.83"/>
      <dgm:constr type="h" for="des" forName="node" refType="w" refFor="des" refForName="node" op="equ" fact="0.4"/>
      <dgm:constr type="w" for="des" forName="parTrans" refType="w" refFor="des" refForName="bigChev" op="equ" fact="-0.13"/>
      <dgm:constr type="w" for="des" forName="sibTrans" refType="w" refFor="des" refForName="node" op="equ" fact="-0.14"/>
      <dgm:constr type="h" for="ch" forName="vSp" refType="h" refFor="des" refForName="bigChev" op="equ" fact="0.14"/>
      <dgm:constr type="primFontSz" for="des" forName="node" op="equ"/>
      <dgm:constr type="primFontSz" for="des" forName="bigChev" op="equ"/>
    </dgm:constrLst>
    <dgm:ruleLst/>
    <dgm:forEach name="Name4" axis="ch" ptType="node">
      <dgm:layoutNode name="horFlow">
        <dgm:choose name="Name5">
          <dgm:if name="Name6" func="var" arg="dir" op="equ" val="norm">
            <dgm:alg type="lin">
              <dgm:param type="linDir" val="fromL"/>
              <dgm:param type="nodeHorzAlign" val="l"/>
              <dgm:param type="nodeVertAlign" val="mid"/>
              <dgm:param type="fallback" val="2D"/>
            </dgm:alg>
          </dgm:if>
          <dgm:else name="Name7">
            <dgm:alg type="lin">
              <dgm:param type="linDir" val="fromR"/>
              <dgm:param type="nodeHorzAlign" val="r"/>
              <dgm:param type="nodeVertAlign" val="mid"/>
              <dgm:param type="fallback" val="2D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bigChev" styleLbl="node1">
          <dgm:alg type="tx"/>
          <dgm:choose name="Name8">
            <dgm:if name="Name9" func="var" arg="dir" op="equ" val="norm">
              <dgm:shape xmlns:r="http://schemas.openxmlformats.org/officeDocument/2006/relationships" type="chevron" r:blip="">
                <dgm:adjLst/>
              </dgm:shape>
              <dgm:presOf axis="self"/>
              <dgm:constrLst>
                <dgm:constr type="primFontSz" val="65"/>
                <dgm:constr type="rMarg"/>
                <dgm:constr type="lMarg" refType="primFontSz" fact="0.1"/>
                <dgm:constr type="tMarg" refType="primFontSz" fact="0.05"/>
                <dgm:constr type="bMarg" refType="primFontSz" fact="0.05"/>
              </dgm:constrLst>
            </dgm:if>
            <dgm:else name="Name10">
              <dgm:shape xmlns:r="http://schemas.openxmlformats.org/officeDocument/2006/relationships" rot="180" type="chevron" r:blip="">
                <dgm:adjLst/>
              </dgm:shape>
              <dgm:presOf axis="self"/>
              <dgm:constrLst>
                <dgm:constr type="primFontSz" val="65"/>
                <dgm:constr type="lMarg"/>
                <dgm:constr type="rMarg" refType="primFontSz" fact="0.1"/>
                <dgm:constr type="tMarg" refType="primFontSz" fact="0.05"/>
                <dgm:constr type="bMarg" refType="primFontSz" fact="0.05"/>
              </dgm:constrLst>
            </dgm:else>
          </dgm:choose>
          <dgm:ruleLst>
            <dgm:rule type="primFontSz" val="5" fact="NaN" max="NaN"/>
          </dgm:ruleLst>
        </dgm:layoutNode>
        <dgm:forEach name="parTransForEach" axis="ch" ptType="parTrans" cnt="1">
          <dgm:layoutNode name="par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  <dgm:forEach name="Name11" axis="ch" ptType="node">
          <dgm:layoutNode name="node" styleLbl="alignAccFollowNode1">
            <dgm:varLst>
              <dgm:bulletEnabled val="1"/>
            </dgm:varLst>
            <dgm:alg type="tx"/>
            <dgm:choose name="Name12">
              <dgm:if name="Name13" func="var" arg="dir" op="equ" val="norm">
                <dgm:shape xmlns:r="http://schemas.openxmlformats.org/officeDocument/2006/relationships" type="chevron" r:blip="">
                  <dgm:adjLst/>
                </dgm:shape>
                <dgm:presOf axis="desOrSelf" ptType="node"/>
                <dgm:constrLst>
                  <dgm:constr type="primFontSz" val="65"/>
                  <dgm:constr type="rMarg"/>
                  <dgm:constr type="lMarg" refType="primFontSz" fact="0.1"/>
                  <dgm:constr type="tMarg" refType="primFontSz" fact="0.05"/>
                  <dgm:constr type="bMarg" refType="primFontSz" fact="0.05"/>
                </dgm:constrLst>
              </dgm:if>
              <dgm:else name="Name14">
                <dgm:shape xmlns:r="http://schemas.openxmlformats.org/officeDocument/2006/relationships" rot="180" type="chevron" r:blip="">
                  <dgm:adjLst/>
                </dgm:shape>
                <dgm:presOf axis="desOrSelf" ptType="node"/>
                <dgm:constrLst>
                  <dgm:constr type="primFontSz" val="65"/>
                  <dgm:constr type="lMarg"/>
                  <dgm:constr type="rMarg" refType="primFontSz" fact="0.1"/>
                  <dgm:constr type="tMarg" refType="primFontSz" fact="0.05"/>
                  <dgm:constr type="bMarg" refType="primFontSz" fact="0.05"/>
                </dgm:constrLst>
              </dgm:else>
            </dgm:choose>
            <dgm:ruleLst>
              <dgm:rule type="primFontSz" val="5" fact="NaN" max="NaN"/>
            </dgm:ruleLst>
          </dgm:layoutNode>
          <dgm:forEach name="sibTransForEach" axis="followSib" ptType="sibTrans" cnt="1">
            <dgm:layoutNode name="sibTrans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layoutNode>
      <dgm:choose name="Name15">
        <dgm:if name="Name16" axis="self" ptType="node" func="revPos" op="gte" val="2">
          <dgm:layoutNode name="vSp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17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86C400-5EB2-4620-B71B-A7454A7EC846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ECD8548-F1A2-4EDF-A416-5F2BB6B8F6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32378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CD8548-F1A2-4EDF-A416-5F2BB6B8F64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57054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>
                <a:latin typeface="Arial" panose="020B0604020202020204" pitchFamily="34" charset="0"/>
                <a:ea typeface="ＭＳ Ｐゴシック" panose="020B0600070205080204" pitchFamily="34" charset="-128"/>
              </a:rPr>
              <a:t>DO: BREIFLY walk the group through this chart noting that you will be taking them through each step in the  process in great detail.  Key points to stress:</a:t>
            </a:r>
          </a:p>
          <a:p>
            <a:pPr>
              <a:buFontTx/>
              <a:buAutoNum type="arabicPeriod"/>
            </a:pPr>
            <a:r>
              <a:rPr lang="en-US" altLang="en-US" dirty="0">
                <a:latin typeface="Arial" panose="020B0604020202020204" pitchFamily="34" charset="0"/>
                <a:ea typeface="ＭＳ Ｐゴシック" panose="020B0600070205080204" pitchFamily="34" charset="-128"/>
              </a:rPr>
              <a:t>Strategic Deployment is a PROCESS.</a:t>
            </a:r>
          </a:p>
          <a:p>
            <a:pPr>
              <a:buFontTx/>
              <a:buAutoNum type="arabicPeriod"/>
            </a:pPr>
            <a:r>
              <a:rPr lang="en-US" altLang="en-US" dirty="0">
                <a:latin typeface="Arial" panose="020B0604020202020204" pitchFamily="34" charset="0"/>
                <a:ea typeface="ＭＳ Ｐゴシック" panose="020B0600070205080204" pitchFamily="34" charset="-128"/>
              </a:rPr>
              <a:t>The SD process is mirrored after the PDCA cycle.</a:t>
            </a:r>
          </a:p>
          <a:p>
            <a:pPr>
              <a:buFontTx/>
              <a:buAutoNum type="arabicPeriod"/>
            </a:pPr>
            <a:r>
              <a:rPr lang="en-US" altLang="en-US" dirty="0">
                <a:latin typeface="Arial" panose="020B0604020202020204" pitchFamily="34" charset="0"/>
                <a:ea typeface="ＭＳ Ｐゴシック" panose="020B0600070205080204" pitchFamily="34" charset="-128"/>
              </a:rPr>
              <a:t>You must do ALL of the steps to be successful.</a:t>
            </a:r>
          </a:p>
          <a:p>
            <a:pPr>
              <a:buFontTx/>
              <a:buAutoNum type="arabicPeriod"/>
            </a:pPr>
            <a:r>
              <a:rPr lang="en-US" altLang="en-US" dirty="0">
                <a:latin typeface="Arial" panose="020B0604020202020204" pitchFamily="34" charset="0"/>
                <a:ea typeface="ＭＳ Ｐゴシック" panose="020B0600070205080204" pitchFamily="34" charset="-128"/>
              </a:rPr>
              <a:t>Most companies fail by not implementing steps 5 &amp; 6.</a:t>
            </a:r>
          </a:p>
          <a:p>
            <a:pPr>
              <a:buFontTx/>
              <a:buAutoNum type="arabicPeriod"/>
            </a:pPr>
            <a:r>
              <a:rPr lang="en-US" altLang="en-US" dirty="0">
                <a:latin typeface="Arial" panose="020B0604020202020204" pitchFamily="34" charset="0"/>
                <a:ea typeface="ＭＳ Ｐゴシック" panose="020B0600070205080204" pitchFamily="34" charset="-128"/>
              </a:rPr>
              <a:t>Just because you </a:t>
            </a:r>
            <a:r>
              <a:rPr lang="ja-JP" altLang="en-US" dirty="0">
                <a:latin typeface="Arial" panose="020B0604020202020204" pitchFamily="34" charset="0"/>
                <a:ea typeface="ＭＳ Ｐゴシック" panose="020B0600070205080204" pitchFamily="34" charset="-128"/>
              </a:rPr>
              <a:t>“</a:t>
            </a:r>
            <a:r>
              <a:rPr lang="en-US" altLang="ja-JP" dirty="0">
                <a:latin typeface="Arial" panose="020B0604020202020204" pitchFamily="34" charset="0"/>
                <a:ea typeface="ＭＳ Ｐゴシック" panose="020B0600070205080204" pitchFamily="34" charset="-128"/>
              </a:rPr>
              <a:t>Planned</a:t>
            </a:r>
            <a:r>
              <a:rPr lang="ja-JP" altLang="en-US" dirty="0">
                <a:latin typeface="Arial" panose="020B0604020202020204" pitchFamily="34" charset="0"/>
                <a:ea typeface="ＭＳ Ｐゴシック" panose="020B0600070205080204" pitchFamily="34" charset="-128"/>
              </a:rPr>
              <a:t>”</a:t>
            </a:r>
            <a:r>
              <a:rPr lang="en-US" altLang="ja-JP" dirty="0">
                <a:latin typeface="Arial" panose="020B0604020202020204" pitchFamily="34" charset="0"/>
                <a:ea typeface="ＭＳ Ｐゴシック" panose="020B0600070205080204" pitchFamily="34" charset="-128"/>
              </a:rPr>
              <a:t> does not mean you did SD.</a:t>
            </a:r>
          </a:p>
          <a:p>
            <a:pPr>
              <a:buFontTx/>
              <a:buAutoNum type="arabicPeriod"/>
            </a:pPr>
            <a:r>
              <a:rPr lang="en-US" altLang="en-US" dirty="0">
                <a:latin typeface="Arial" panose="020B0604020202020204" pitchFamily="34" charset="0"/>
                <a:ea typeface="ＭＳ Ｐゴシック" panose="020B0600070205080204" pitchFamily="34" charset="-128"/>
              </a:rPr>
              <a:t>Note the considerable amount of steps in </a:t>
            </a:r>
            <a:r>
              <a:rPr lang="ja-JP" altLang="en-US" dirty="0">
                <a:latin typeface="Arial" panose="020B0604020202020204" pitchFamily="34" charset="0"/>
                <a:ea typeface="ＭＳ Ｐゴシック" panose="020B0600070205080204" pitchFamily="34" charset="-128"/>
              </a:rPr>
              <a:t>“</a:t>
            </a:r>
            <a:r>
              <a:rPr lang="en-US" altLang="ja-JP" dirty="0">
                <a:latin typeface="Arial" panose="020B0604020202020204" pitchFamily="34" charset="0"/>
                <a:ea typeface="ＭＳ Ｐゴシック" panose="020B0600070205080204" pitchFamily="34" charset="-128"/>
              </a:rPr>
              <a:t>Plan</a:t>
            </a:r>
            <a:r>
              <a:rPr lang="ja-JP" altLang="en-US" dirty="0">
                <a:latin typeface="Arial" panose="020B0604020202020204" pitchFamily="34" charset="0"/>
                <a:ea typeface="ＭＳ Ｐゴシック" panose="020B0600070205080204" pitchFamily="34" charset="-128"/>
              </a:rPr>
              <a:t>”</a:t>
            </a:r>
            <a:r>
              <a:rPr lang="en-US" altLang="ja-JP" dirty="0">
                <a:latin typeface="Arial" panose="020B0604020202020204" pitchFamily="34" charset="0"/>
                <a:ea typeface="ＭＳ Ｐゴシック" panose="020B0600070205080204" pitchFamily="34" charset="-128"/>
              </a:rPr>
              <a:t> vs. other steps.  This is typically a Japanese philosophy where they will spend more time in Planning and a small amount of time in the execution (DO) stage.  This is sometimes the opposite thinking of traditional Western management.</a:t>
            </a:r>
          </a:p>
          <a:p>
            <a:r>
              <a:rPr lang="en-US" altLang="en-US" dirty="0">
                <a:latin typeface="Arial" panose="020B0604020202020204" pitchFamily="34" charset="0"/>
                <a:ea typeface="ＭＳ Ｐゴシック" panose="020B0600070205080204" pitchFamily="34" charset="-128"/>
              </a:rPr>
              <a:t>SAY: </a:t>
            </a:r>
            <a:r>
              <a:rPr lang="ja-JP" altLang="en-US" dirty="0">
                <a:latin typeface="Arial" panose="020B0604020202020204" pitchFamily="34" charset="0"/>
                <a:ea typeface="ＭＳ Ｐゴシック" panose="020B0600070205080204" pitchFamily="34" charset="-128"/>
              </a:rPr>
              <a:t>“</a:t>
            </a:r>
            <a:r>
              <a:rPr lang="en-US" altLang="ja-JP" dirty="0">
                <a:latin typeface="Arial" panose="020B0604020202020204" pitchFamily="34" charset="0"/>
                <a:ea typeface="ＭＳ Ｐゴシック" panose="020B0600070205080204" pitchFamily="34" charset="-128"/>
              </a:rPr>
              <a:t>This cycle is based on the Deming Cycle, or the Plan-Do-Check-Act cycle. When leading with Strategic Deployment your business and its processes will continuously be at different points of implementing this cycle. Notice that it is a cycle (and there are cycles within the cycle) because continuous improvement never ends. </a:t>
            </a:r>
            <a:endParaRPr lang="en-US" altLang="en-US" dirty="0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CD8548-F1A2-4EDF-A416-5F2BB6B8F64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474384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CD8548-F1A2-4EDF-A416-5F2BB6B8F64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090757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b="1" dirty="0">
                <a:latin typeface="Arial" panose="020B0604020202020204" pitchFamily="34" charset="0"/>
                <a:ea typeface="ＭＳ Ｐゴシック" panose="020B0600070205080204" pitchFamily="34" charset="-128"/>
              </a:rPr>
              <a:t>SAY:</a:t>
            </a:r>
            <a:r>
              <a:rPr lang="en-US" altLang="en-US" dirty="0">
                <a:latin typeface="Arial" panose="020B0604020202020204" pitchFamily="34" charset="0"/>
                <a:ea typeface="ＭＳ Ｐゴシック" panose="020B0600070205080204" pitchFamily="34" charset="-128"/>
              </a:rPr>
              <a:t> </a:t>
            </a:r>
            <a:r>
              <a:rPr lang="ja-JP" altLang="en-US" dirty="0">
                <a:latin typeface="Arial" panose="020B0604020202020204" pitchFamily="34" charset="0"/>
                <a:ea typeface="ＭＳ Ｐゴシック" panose="020B0600070205080204" pitchFamily="34" charset="-128"/>
              </a:rPr>
              <a:t>“</a:t>
            </a:r>
            <a:r>
              <a:rPr lang="en-US" altLang="ja-JP" dirty="0">
                <a:latin typeface="Arial" panose="020B0604020202020204" pitchFamily="34" charset="0"/>
                <a:ea typeface="ＭＳ Ｐゴシック" panose="020B0600070205080204" pitchFamily="34" charset="-128"/>
              </a:rPr>
              <a:t>The cumulative effect of the action steps from the Action Plans tie in to achieving higher level AIP</a:t>
            </a:r>
            <a:r>
              <a:rPr lang="ja-JP" altLang="en-US" dirty="0">
                <a:latin typeface="Arial" panose="020B0604020202020204" pitchFamily="34" charset="0"/>
                <a:ea typeface="ＭＳ Ｐゴシック" panose="020B0600070205080204" pitchFamily="34" charset="-128"/>
              </a:rPr>
              <a:t>’</a:t>
            </a:r>
            <a:r>
              <a:rPr lang="en-US" altLang="ja-JP" dirty="0">
                <a:latin typeface="Arial" panose="020B0604020202020204" pitchFamily="34" charset="0"/>
                <a:ea typeface="ＭＳ Ｐゴシック" panose="020B0600070205080204" pitchFamily="34" charset="-128"/>
              </a:rPr>
              <a:t>s (in this case the Second level) which in turn tie into meeting the next higher level AIP</a:t>
            </a:r>
            <a:r>
              <a:rPr lang="ja-JP" altLang="en-US" dirty="0">
                <a:latin typeface="Arial" panose="020B0604020202020204" pitchFamily="34" charset="0"/>
                <a:ea typeface="ＭＳ Ｐゴシック" panose="020B0600070205080204" pitchFamily="34" charset="-128"/>
              </a:rPr>
              <a:t>’</a:t>
            </a:r>
            <a:r>
              <a:rPr lang="en-US" altLang="ja-JP" dirty="0">
                <a:latin typeface="Arial" panose="020B0604020202020204" pitchFamily="34" charset="0"/>
                <a:ea typeface="ＭＳ Ｐゴシック" panose="020B0600070205080204" pitchFamily="34" charset="-128"/>
              </a:rPr>
              <a:t>s (1</a:t>
            </a:r>
            <a:r>
              <a:rPr lang="en-US" altLang="ja-JP" baseline="30000" dirty="0">
                <a:latin typeface="Arial" panose="020B0604020202020204" pitchFamily="34" charset="0"/>
                <a:ea typeface="ＭＳ Ｐゴシック" panose="020B0600070205080204" pitchFamily="34" charset="-128"/>
              </a:rPr>
              <a:t>st</a:t>
            </a:r>
            <a:r>
              <a:rPr lang="en-US" altLang="ja-JP" dirty="0">
                <a:latin typeface="Arial" panose="020B0604020202020204" pitchFamily="34" charset="0"/>
                <a:ea typeface="ＭＳ Ｐゴシック" panose="020B0600070205080204" pitchFamily="34" charset="-128"/>
              </a:rPr>
              <a:t> level) which tie into meeting the Breakthrough Objectives for the business.  </a:t>
            </a:r>
          </a:p>
          <a:p>
            <a:r>
              <a:rPr lang="en-US" altLang="en-US" dirty="0">
                <a:latin typeface="Arial" panose="020B0604020202020204" pitchFamily="34" charset="0"/>
                <a:ea typeface="ＭＳ Ｐゴシック" panose="020B0600070205080204" pitchFamily="34" charset="-128"/>
              </a:rPr>
              <a:t>There should be a cause and effect relationship between these levels.</a:t>
            </a:r>
            <a:r>
              <a:rPr lang="ja-JP" altLang="en-US" dirty="0">
                <a:latin typeface="Arial" panose="020B0604020202020204" pitchFamily="34" charset="0"/>
                <a:ea typeface="ＭＳ Ｐゴシック" panose="020B0600070205080204" pitchFamily="34" charset="-128"/>
              </a:rPr>
              <a:t>”</a:t>
            </a:r>
            <a:endParaRPr lang="en-US" altLang="ja-JP" dirty="0">
              <a:latin typeface="Arial" panose="020B0604020202020204" pitchFamily="34" charset="0"/>
              <a:ea typeface="ＭＳ Ｐゴシック" panose="020B0600070205080204" pitchFamily="34" charset="-128"/>
            </a:endParaRPr>
          </a:p>
          <a:p>
            <a:endParaRPr lang="en-US" altLang="en-US" dirty="0">
              <a:latin typeface="Arial" panose="020B0604020202020204" pitchFamily="34" charset="0"/>
              <a:ea typeface="ＭＳ Ｐゴシック" panose="020B0600070205080204" pitchFamily="34" charset="-128"/>
            </a:endParaRPr>
          </a:p>
          <a:p>
            <a:r>
              <a:rPr lang="en-US" altLang="en-US" dirty="0">
                <a:latin typeface="Arial" panose="020B0604020202020204" pitchFamily="34" charset="0"/>
                <a:ea typeface="ＭＳ Ｐゴシック" panose="020B0600070205080204" pitchFamily="34" charset="-128"/>
              </a:rPr>
              <a:t>Action Plans need to be populated to get the job done, level of detail needs to be appropriate to achieve AIP.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CD8548-F1A2-4EDF-A416-5F2BB6B8F64C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838191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b="1" dirty="0">
                <a:latin typeface="Arial" panose="020B0604020202020204" pitchFamily="34" charset="0"/>
                <a:ea typeface="ＭＳ Ｐゴシック" panose="020B0600070205080204" pitchFamily="34" charset="-128"/>
              </a:rPr>
              <a:t>SAY:</a:t>
            </a:r>
            <a:r>
              <a:rPr lang="en-US" altLang="en-US" dirty="0">
                <a:latin typeface="Arial" panose="020B0604020202020204" pitchFamily="34" charset="0"/>
                <a:ea typeface="ＭＳ Ｐゴシック" panose="020B0600070205080204" pitchFamily="34" charset="-128"/>
              </a:rPr>
              <a:t> </a:t>
            </a:r>
            <a:r>
              <a:rPr lang="ja-JP" altLang="en-US" dirty="0">
                <a:latin typeface="Arial" panose="020B0604020202020204" pitchFamily="34" charset="0"/>
                <a:ea typeface="ＭＳ Ｐゴシック" panose="020B0600070205080204" pitchFamily="34" charset="-128"/>
              </a:rPr>
              <a:t>“</a:t>
            </a:r>
            <a:r>
              <a:rPr lang="en-US" altLang="ja-JP" dirty="0">
                <a:latin typeface="Arial" panose="020B0604020202020204" pitchFamily="34" charset="0"/>
                <a:ea typeface="ＭＳ Ｐゴシック" panose="020B0600070205080204" pitchFamily="34" charset="-128"/>
              </a:rPr>
              <a:t>The cumulative effect of the action steps from the Action Plans tie in to achieving higher level AIP</a:t>
            </a:r>
            <a:r>
              <a:rPr lang="ja-JP" altLang="en-US" dirty="0">
                <a:latin typeface="Arial" panose="020B0604020202020204" pitchFamily="34" charset="0"/>
                <a:ea typeface="ＭＳ Ｐゴシック" panose="020B0600070205080204" pitchFamily="34" charset="-128"/>
              </a:rPr>
              <a:t>’</a:t>
            </a:r>
            <a:r>
              <a:rPr lang="en-US" altLang="ja-JP" dirty="0">
                <a:latin typeface="Arial" panose="020B0604020202020204" pitchFamily="34" charset="0"/>
                <a:ea typeface="ＭＳ Ｐゴシック" panose="020B0600070205080204" pitchFamily="34" charset="-128"/>
              </a:rPr>
              <a:t>s (in this case the Second level) which in turn tie into meeting the next higher level AIP</a:t>
            </a:r>
            <a:r>
              <a:rPr lang="ja-JP" altLang="en-US" dirty="0">
                <a:latin typeface="Arial" panose="020B0604020202020204" pitchFamily="34" charset="0"/>
                <a:ea typeface="ＭＳ Ｐゴシック" panose="020B0600070205080204" pitchFamily="34" charset="-128"/>
              </a:rPr>
              <a:t>’</a:t>
            </a:r>
            <a:r>
              <a:rPr lang="en-US" altLang="ja-JP" dirty="0">
                <a:latin typeface="Arial" panose="020B0604020202020204" pitchFamily="34" charset="0"/>
                <a:ea typeface="ＭＳ Ｐゴシック" panose="020B0600070205080204" pitchFamily="34" charset="-128"/>
              </a:rPr>
              <a:t>s (1</a:t>
            </a:r>
            <a:r>
              <a:rPr lang="en-US" altLang="ja-JP" baseline="30000" dirty="0">
                <a:latin typeface="Arial" panose="020B0604020202020204" pitchFamily="34" charset="0"/>
                <a:ea typeface="ＭＳ Ｐゴシック" panose="020B0600070205080204" pitchFamily="34" charset="-128"/>
              </a:rPr>
              <a:t>st</a:t>
            </a:r>
            <a:r>
              <a:rPr lang="en-US" altLang="ja-JP" dirty="0">
                <a:latin typeface="Arial" panose="020B0604020202020204" pitchFamily="34" charset="0"/>
                <a:ea typeface="ＭＳ Ｐゴシック" panose="020B0600070205080204" pitchFamily="34" charset="-128"/>
              </a:rPr>
              <a:t> level) which tie into meeting the Breakthrough Objectives for the business.  </a:t>
            </a:r>
          </a:p>
          <a:p>
            <a:r>
              <a:rPr lang="en-US" altLang="en-US" dirty="0">
                <a:latin typeface="Arial" panose="020B0604020202020204" pitchFamily="34" charset="0"/>
                <a:ea typeface="ＭＳ Ｐゴシック" panose="020B0600070205080204" pitchFamily="34" charset="-128"/>
              </a:rPr>
              <a:t>There should be a cause and effect relationship between these levels.</a:t>
            </a:r>
            <a:r>
              <a:rPr lang="ja-JP" altLang="en-US" dirty="0">
                <a:latin typeface="Arial" panose="020B0604020202020204" pitchFamily="34" charset="0"/>
                <a:ea typeface="ＭＳ Ｐゴシック" panose="020B0600070205080204" pitchFamily="34" charset="-128"/>
              </a:rPr>
              <a:t>”</a:t>
            </a:r>
            <a:endParaRPr lang="en-US" altLang="ja-JP" dirty="0">
              <a:latin typeface="Arial" panose="020B0604020202020204" pitchFamily="34" charset="0"/>
              <a:ea typeface="ＭＳ Ｐゴシック" panose="020B0600070205080204" pitchFamily="34" charset="-128"/>
            </a:endParaRPr>
          </a:p>
          <a:p>
            <a:endParaRPr lang="en-US" altLang="en-US" dirty="0">
              <a:latin typeface="Arial" panose="020B0604020202020204" pitchFamily="34" charset="0"/>
              <a:ea typeface="ＭＳ Ｐゴシック" panose="020B0600070205080204" pitchFamily="34" charset="-128"/>
            </a:endParaRPr>
          </a:p>
          <a:p>
            <a:r>
              <a:rPr lang="en-US" altLang="en-US" dirty="0">
                <a:latin typeface="Arial" panose="020B0604020202020204" pitchFamily="34" charset="0"/>
                <a:ea typeface="ＭＳ Ｐゴシック" panose="020B0600070205080204" pitchFamily="34" charset="-128"/>
              </a:rPr>
              <a:t>Action Plans need to be populated to get the job done, level of detail needs to be appropriate to achieve AIP.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CD8548-F1A2-4EDF-A416-5F2BB6B8F64C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491972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b="1" dirty="0">
                <a:latin typeface="Arial" panose="020B0604020202020204" pitchFamily="34" charset="0"/>
                <a:ea typeface="ＭＳ Ｐゴシック" panose="020B0600070205080204" pitchFamily="34" charset="-128"/>
              </a:rPr>
              <a:t>SAY</a:t>
            </a:r>
            <a:r>
              <a:rPr lang="en-US" altLang="en-US" dirty="0">
                <a:latin typeface="Arial" panose="020B0604020202020204" pitchFamily="34" charset="0"/>
                <a:ea typeface="ＭＳ Ｐゴシック" panose="020B0600070205080204" pitchFamily="34" charset="-128"/>
              </a:rPr>
              <a:t>: </a:t>
            </a:r>
            <a:r>
              <a:rPr lang="ja-JP" altLang="en-US" dirty="0">
                <a:latin typeface="Arial" panose="020B0604020202020204" pitchFamily="34" charset="0"/>
                <a:ea typeface="ＭＳ Ｐゴシック" panose="020B0600070205080204" pitchFamily="34" charset="-128"/>
              </a:rPr>
              <a:t>“</a:t>
            </a:r>
            <a:r>
              <a:rPr lang="en-US" altLang="ja-JP" dirty="0">
                <a:latin typeface="Arial" panose="020B0604020202020204" pitchFamily="34" charset="0"/>
                <a:ea typeface="ＭＳ Ｐゴシック" panose="020B0600070205080204" pitchFamily="34" charset="-128"/>
              </a:rPr>
              <a:t>This will essentially be the </a:t>
            </a:r>
            <a:r>
              <a:rPr lang="ja-JP" altLang="en-US" dirty="0">
                <a:latin typeface="Arial" panose="020B0604020202020204" pitchFamily="34" charset="0"/>
                <a:ea typeface="ＭＳ Ｐゴシック" panose="020B0600070205080204" pitchFamily="34" charset="-128"/>
              </a:rPr>
              <a:t>‘</a:t>
            </a:r>
            <a:r>
              <a:rPr lang="en-US" altLang="ja-JP" dirty="0">
                <a:latin typeface="Arial" panose="020B0604020202020204" pitchFamily="34" charset="0"/>
                <a:ea typeface="ＭＳ Ｐゴシック" panose="020B0600070205080204" pitchFamily="34" charset="-128"/>
              </a:rPr>
              <a:t>to do</a:t>
            </a:r>
            <a:r>
              <a:rPr lang="ja-JP" altLang="en-US" dirty="0">
                <a:latin typeface="Arial" panose="020B0604020202020204" pitchFamily="34" charset="0"/>
                <a:ea typeface="ＭＳ Ｐゴシック" panose="020B0600070205080204" pitchFamily="34" charset="-128"/>
              </a:rPr>
              <a:t>’</a:t>
            </a:r>
            <a:r>
              <a:rPr lang="en-US" altLang="ja-JP" dirty="0">
                <a:latin typeface="Arial" panose="020B0604020202020204" pitchFamily="34" charset="0"/>
                <a:ea typeface="ＭＳ Ｐゴシック" panose="020B0600070205080204" pitchFamily="34" charset="-128"/>
              </a:rPr>
              <a:t> list to accomplish the AIP.  Note that we want to see Owners, Start/End times.</a:t>
            </a:r>
            <a:r>
              <a:rPr lang="ja-JP" altLang="en-US" dirty="0">
                <a:latin typeface="Arial" panose="020B0604020202020204" pitchFamily="34" charset="0"/>
                <a:ea typeface="ＭＳ Ｐゴシック" panose="020B0600070205080204" pitchFamily="34" charset="-128"/>
              </a:rPr>
              <a:t>”</a:t>
            </a:r>
            <a:endParaRPr lang="en-US" altLang="en-US" dirty="0">
              <a:latin typeface="Arial" panose="020B0604020202020204" pitchFamily="34" charset="0"/>
              <a:ea typeface="ＭＳ Ｐゴシック" panose="020B0600070205080204" pitchFamily="34" charset="-128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CD8548-F1A2-4EDF-A416-5F2BB6B8F64C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14922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Logo&#10;&#10;Description automatically generated">
            <a:extLst>
              <a:ext uri="{FF2B5EF4-FFF2-40B4-BE49-F238E27FC236}">
                <a16:creationId xmlns:a16="http://schemas.microsoft.com/office/drawing/2014/main" id="{7B85E90D-7DD7-92B5-E387-8C0441E41AC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385391" y="1950112"/>
            <a:ext cx="7772400" cy="259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6233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853604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DFA04139-8C44-65B7-CCE0-3C727339674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041954" y="6012921"/>
            <a:ext cx="1825625" cy="365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05463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B640B0-16F5-BFBE-E22F-812ED893EE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30DE2FD-1979-A3D6-90A4-45D744A027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800722"/>
            <a:ext cx="9144000" cy="1457077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9394B0F-E5B4-CFAF-7473-46BB2646C46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126380" y="3556319"/>
            <a:ext cx="3939240" cy="457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60657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E36242-F70A-0032-2B4B-BCCF0734F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39E81F-378B-8CF2-E1C3-1D9054EF71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DBCBB7B-054A-FE83-5F7C-FE4A1CDFEEBA}"/>
              </a:ext>
            </a:extLst>
          </p:cNvPr>
          <p:cNvCxnSpPr>
            <a:cxnSpLocks/>
          </p:cNvCxnSpPr>
          <p:nvPr userDrawn="1"/>
        </p:nvCxnSpPr>
        <p:spPr>
          <a:xfrm>
            <a:off x="838200" y="1690688"/>
            <a:ext cx="6656109" cy="0"/>
          </a:xfrm>
          <a:prstGeom prst="line">
            <a:avLst/>
          </a:prstGeom>
          <a:ln w="38100">
            <a:solidFill>
              <a:srgbClr val="EE322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116115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1EA9C9-FDCA-934D-785B-BFD907843A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695437-1877-C6A2-EE04-3EF98092E1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715123"/>
            <a:ext cx="10515600" cy="137452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87208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A8C054-8592-E116-8DB0-D7814A8CDB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5C802A-EC64-E4D9-44D3-54E728E3E9B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EA5B75-CA16-4AC3-A34C-C3C4FF82FD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23186D81-5D29-FE58-C442-6A6A0689DB5B}"/>
              </a:ext>
            </a:extLst>
          </p:cNvPr>
          <p:cNvCxnSpPr>
            <a:cxnSpLocks/>
          </p:cNvCxnSpPr>
          <p:nvPr userDrawn="1"/>
        </p:nvCxnSpPr>
        <p:spPr>
          <a:xfrm>
            <a:off x="838200" y="1690688"/>
            <a:ext cx="6656109" cy="0"/>
          </a:xfrm>
          <a:prstGeom prst="line">
            <a:avLst/>
          </a:prstGeom>
          <a:ln w="38100">
            <a:solidFill>
              <a:srgbClr val="EE322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705941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362F87-A7AE-9269-55EC-7B1C8A4D2F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668337"/>
            <a:ext cx="10515600" cy="1022351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727D69-EB01-A889-0CC3-A64B4F7DAB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1F1EC85-625B-CEAA-F97D-EF024B15F2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3D5D1D7-7D1D-2F5D-8D5E-152CC8269A9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9D830EE-92A6-15ED-D99F-35788F37AD9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4CBFE9C-CE1B-ED6E-1745-391F9496BE1D}"/>
              </a:ext>
            </a:extLst>
          </p:cNvPr>
          <p:cNvCxnSpPr>
            <a:cxnSpLocks/>
          </p:cNvCxnSpPr>
          <p:nvPr userDrawn="1"/>
        </p:nvCxnSpPr>
        <p:spPr>
          <a:xfrm>
            <a:off x="838200" y="1690688"/>
            <a:ext cx="6656109" cy="0"/>
          </a:xfrm>
          <a:prstGeom prst="line">
            <a:avLst/>
          </a:prstGeom>
          <a:ln w="38100">
            <a:solidFill>
              <a:srgbClr val="EE322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035150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CD9D87-BBC7-C5DC-191E-E5E1CA2BC2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E55C65A-BA96-51C7-B6FE-07AB4FB9C96C}"/>
              </a:ext>
            </a:extLst>
          </p:cNvPr>
          <p:cNvCxnSpPr>
            <a:cxnSpLocks/>
          </p:cNvCxnSpPr>
          <p:nvPr userDrawn="1"/>
        </p:nvCxnSpPr>
        <p:spPr>
          <a:xfrm>
            <a:off x="838200" y="1690688"/>
            <a:ext cx="6656109" cy="0"/>
          </a:xfrm>
          <a:prstGeom prst="line">
            <a:avLst/>
          </a:prstGeom>
          <a:ln w="38100">
            <a:solidFill>
              <a:srgbClr val="EE322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153027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677971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55009C-FECA-9E9B-9F45-5710762AEB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465029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5B4662-A656-519F-E5DC-FEF8051A04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C555F82-CA62-EC30-181A-37223E01FD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146852"/>
            <a:ext cx="3932237" cy="372213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B026B9A-5C7E-C150-5C07-A68A167F0F67}"/>
              </a:ext>
            </a:extLst>
          </p:cNvPr>
          <p:cNvCxnSpPr>
            <a:cxnSpLocks/>
          </p:cNvCxnSpPr>
          <p:nvPr userDrawn="1"/>
        </p:nvCxnSpPr>
        <p:spPr>
          <a:xfrm>
            <a:off x="838200" y="1922229"/>
            <a:ext cx="3933825" cy="0"/>
          </a:xfrm>
          <a:prstGeom prst="line">
            <a:avLst/>
          </a:prstGeom>
          <a:ln w="38100">
            <a:solidFill>
              <a:srgbClr val="EE322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7922591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C35D53-C186-1B2C-FD72-2AC470B820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46304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C7372F6-C6B1-D2F4-8DED-EF3C3DBEAA4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66E1FE-9DAE-4781-C70A-CF8F68AAFD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148836"/>
            <a:ext cx="3932237" cy="372015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BBD52B6-C25E-E933-F2B7-D40B2BFDF83D}"/>
              </a:ext>
            </a:extLst>
          </p:cNvPr>
          <p:cNvCxnSpPr>
            <a:cxnSpLocks/>
          </p:cNvCxnSpPr>
          <p:nvPr userDrawn="1"/>
        </p:nvCxnSpPr>
        <p:spPr>
          <a:xfrm>
            <a:off x="838200" y="1920245"/>
            <a:ext cx="3933825" cy="0"/>
          </a:xfrm>
          <a:prstGeom prst="line">
            <a:avLst/>
          </a:prstGeom>
          <a:ln w="38100">
            <a:solidFill>
              <a:srgbClr val="EE322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8019482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4F5CEA-F0B2-6EAB-4435-59D188AF38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32B515F-CCC6-5F3D-26FA-AF419F9D87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155FD7A-35A4-E3BB-30E7-93993A9F2FCF}"/>
              </a:ext>
            </a:extLst>
          </p:cNvPr>
          <p:cNvCxnSpPr>
            <a:cxnSpLocks/>
          </p:cNvCxnSpPr>
          <p:nvPr userDrawn="1"/>
        </p:nvCxnSpPr>
        <p:spPr>
          <a:xfrm>
            <a:off x="838200" y="1690688"/>
            <a:ext cx="6656109" cy="0"/>
          </a:xfrm>
          <a:prstGeom prst="line">
            <a:avLst/>
          </a:prstGeom>
          <a:ln w="38100">
            <a:solidFill>
              <a:srgbClr val="EE322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2286017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6EEA24E-3139-367F-63CD-6BE14639C42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D504B8-9AC5-F3B2-2873-A2C2344601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732899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FC7573B6-84E2-B075-59F6-13B735C1EA0C}"/>
              </a:ext>
            </a:extLst>
          </p:cNvPr>
          <p:cNvPicPr>
            <a:picLocks noChangeAspect="1"/>
          </p:cNvPicPr>
          <p:nvPr userDrawn="1"/>
        </p:nvPicPr>
        <p:blipFill>
          <a:blip r:embed="rId16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F899C9A-A2FC-CD4A-1E66-538BA9DCD1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81037"/>
            <a:ext cx="10515600" cy="10096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BEC040-D756-ECEA-9BEA-816A77F6A3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0" name="Picture 9" descr="Logo&#10;&#10;Description automatically generated">
            <a:extLst>
              <a:ext uri="{FF2B5EF4-FFF2-40B4-BE49-F238E27FC236}">
                <a16:creationId xmlns:a16="http://schemas.microsoft.com/office/drawing/2014/main" id="{83AB58F5-18C5-C368-94F4-CC4D543C8982}"/>
              </a:ext>
            </a:extLst>
          </p:cNvPr>
          <p:cNvPicPr>
            <a:picLocks noChangeAspect="1"/>
          </p:cNvPicPr>
          <p:nvPr userDrawn="1"/>
        </p:nvPicPr>
        <p:blipFill>
          <a:blip r:embed="rId17"/>
          <a:stretch>
            <a:fillRect/>
          </a:stretch>
        </p:blipFill>
        <p:spPr>
          <a:xfrm>
            <a:off x="10650147" y="311856"/>
            <a:ext cx="1376262" cy="275252"/>
          </a:xfrm>
          <a:prstGeom prst="rect">
            <a:avLst/>
          </a:prstGeom>
        </p:spPr>
      </p:pic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FFEF531-ADF4-AB70-CB0F-227DD4FA1B4F}"/>
              </a:ext>
            </a:extLst>
          </p:cNvPr>
          <p:cNvCxnSpPr/>
          <p:nvPr userDrawn="1"/>
        </p:nvCxnSpPr>
        <p:spPr>
          <a:xfrm>
            <a:off x="838200" y="6382347"/>
            <a:ext cx="10515599" cy="0"/>
          </a:xfrm>
          <a:prstGeom prst="line">
            <a:avLst/>
          </a:prstGeom>
          <a:ln w="254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47AF5F83-88DF-460F-82C5-C2709D4DF5D2}"/>
              </a:ext>
            </a:extLst>
          </p:cNvPr>
          <p:cNvSpPr txBox="1"/>
          <p:nvPr userDrawn="1"/>
        </p:nvSpPr>
        <p:spPr>
          <a:xfrm>
            <a:off x="838200" y="6389310"/>
            <a:ext cx="417193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Hoshin Action Plan Workshop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6B0F1ED-1C44-DFD6-E7DA-038409D9167D}"/>
              </a:ext>
            </a:extLst>
          </p:cNvPr>
          <p:cNvSpPr txBox="1"/>
          <p:nvPr userDrawn="1"/>
        </p:nvSpPr>
        <p:spPr>
          <a:xfrm>
            <a:off x="4205176" y="6384780"/>
            <a:ext cx="41719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 b="0" i="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© Lean Horizons Consulting, LLC 2024. All Rights Reserved</a:t>
            </a:r>
          </a:p>
          <a:p>
            <a:pPr algn="ctr"/>
            <a:endParaRPr lang="en-US" sz="1000" b="0" i="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1099632B-E122-EDE0-0BAF-755FD08A2404}"/>
              </a:ext>
            </a:extLst>
          </p:cNvPr>
          <p:cNvSpPr txBox="1">
            <a:spLocks/>
          </p:cNvSpPr>
          <p:nvPr userDrawn="1"/>
        </p:nvSpPr>
        <p:spPr>
          <a:xfrm>
            <a:off x="8595078" y="633314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C6D4273-7FC1-0947-B9FE-19CB3C0D1FB6}" type="slidenum">
              <a:rPr lang="en-US" smtClean="0">
                <a:solidFill>
                  <a:schemeClr val="tx1"/>
                </a:solidFill>
              </a:rPr>
              <a:pPr/>
              <a:t>‹#›</a:t>
            </a:fld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922323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49" r:id="rId4"/>
    <p:sldLayoutId id="2147483650" r:id="rId5"/>
    <p:sldLayoutId id="2147483651" r:id="rId6"/>
    <p:sldLayoutId id="2147483652" r:id="rId7"/>
    <p:sldLayoutId id="2147483653" r:id="rId8"/>
    <p:sldLayoutId id="2147483654" r:id="rId9"/>
    <p:sldLayoutId id="2147483655" r:id="rId10"/>
    <p:sldLayoutId id="2147483656" r:id="rId11"/>
    <p:sldLayoutId id="2147483657" r:id="rId12"/>
    <p:sldLayoutId id="2147483658" r:id="rId13"/>
    <p:sldLayoutId id="2147483659" r:id="rId1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0" i="0" kern="1200">
          <a:solidFill>
            <a:schemeClr val="tx1"/>
          </a:solidFill>
          <a:latin typeface="Roboto Medium" panose="02000000000000000000" pitchFamily="2" charset="0"/>
          <a:ea typeface="Roboto Medium" panose="02000000000000000000" pitchFamily="2" charset="0"/>
          <a:cs typeface="Roboto Medium" panose="02000000000000000000" pitchFamily="2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Roboto" panose="02000000000000000000" pitchFamily="2" charset="0"/>
          <a:ea typeface="Roboto" panose="02000000000000000000" pitchFamily="2" charset="0"/>
          <a:cs typeface="Roboto" panose="02000000000000000000" pitchFamily="2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Roboto" panose="02000000000000000000" pitchFamily="2" charset="0"/>
          <a:ea typeface="Roboto" panose="02000000000000000000" pitchFamily="2" charset="0"/>
          <a:cs typeface="Roboto" panose="02000000000000000000" pitchFamily="2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Roboto" panose="02000000000000000000" pitchFamily="2" charset="0"/>
          <a:ea typeface="Roboto" panose="02000000000000000000" pitchFamily="2" charset="0"/>
          <a:cs typeface="Roboto" panose="02000000000000000000" pitchFamily="2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Roboto" panose="02000000000000000000" pitchFamily="2" charset="0"/>
          <a:ea typeface="Roboto" panose="02000000000000000000" pitchFamily="2" charset="0"/>
          <a:cs typeface="Roboto" panose="02000000000000000000" pitchFamily="2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Roboto" panose="02000000000000000000" pitchFamily="2" charset="0"/>
          <a:ea typeface="Roboto" panose="02000000000000000000" pitchFamily="2" charset="0"/>
          <a:cs typeface="Roboto" panose="02000000000000000000" pitchFamily="2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4.xml"/><Relationship Id="rId4" Type="http://schemas.openxmlformats.org/officeDocument/2006/relationships/image" Target="../media/image5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6.xml"/><Relationship Id="rId4" Type="http://schemas.openxmlformats.org/officeDocument/2006/relationships/image" Target="../media/image7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7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10.xml"/><Relationship Id="rId5" Type="http://schemas.openxmlformats.org/officeDocument/2006/relationships/image" Target="../media/image8.emf"/><Relationship Id="rId4" Type="http://schemas.openxmlformats.org/officeDocument/2006/relationships/package" Target="../embeddings/Microsoft_Excel_Worksheet.xlsx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1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slideLayout" Target="../slideLayouts/slideLayout11.xml"/><Relationship Id="rId1" Type="http://schemas.openxmlformats.org/officeDocument/2006/relationships/tags" Target="../tags/tag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9B60FA6-6E24-C6E2-C35D-A4139BCE2E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7929" y="4846192"/>
            <a:ext cx="2696138" cy="4571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BF4BEED-3D12-D343-768A-9E83F9558AE0}"/>
              </a:ext>
            </a:extLst>
          </p:cNvPr>
          <p:cNvSpPr txBox="1"/>
          <p:nvPr/>
        </p:nvSpPr>
        <p:spPr>
          <a:xfrm>
            <a:off x="668594" y="4138306"/>
            <a:ext cx="1074665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Hoshin Action Plan Workshop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5527953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8736DE-1C79-10BE-2E47-C088B4D080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b="1" dirty="0">
                <a:latin typeface=""/>
              </a:rPr>
              <a:t>Purpose &amp; Learning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A7A201-AD05-6520-E140-CCF11E59E7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b="1" i="1" u="sng" dirty="0"/>
              <a:t>Purpose: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dirty="0"/>
              <a:t>To become familiar with the mechanics of creating an effective Hoshin Action Plan. This virtual training will assure Members a more efficient, meaningful, and productive Hoshin experience when in the IMPLEMENT phase of their respective Hoshin AIPs. 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b="1" i="1" u="sng" dirty="0"/>
              <a:t>Learning Objectives:</a:t>
            </a:r>
          </a:p>
          <a:p>
            <a:pPr>
              <a:lnSpc>
                <a:spcPct val="120000"/>
              </a:lnSpc>
            </a:pPr>
            <a:r>
              <a:rPr lang="en-US" dirty="0"/>
              <a:t>Participants will learn the various steps in creating their Hoshin Action Plans, including the following:</a:t>
            </a:r>
          </a:p>
          <a:p>
            <a:pPr lvl="1">
              <a:lnSpc>
                <a:spcPct val="120000"/>
              </a:lnSpc>
            </a:pPr>
            <a:r>
              <a:rPr lang="en-US" dirty="0"/>
              <a:t>Definition of an Action Plan</a:t>
            </a:r>
          </a:p>
          <a:p>
            <a:pPr lvl="1">
              <a:lnSpc>
                <a:spcPct val="120000"/>
              </a:lnSpc>
            </a:pPr>
            <a:r>
              <a:rPr lang="en-US" dirty="0"/>
              <a:t>How Action Plans tie back to the 2nd Level Hoshin Matrices</a:t>
            </a:r>
          </a:p>
          <a:p>
            <a:pPr lvl="1">
              <a:lnSpc>
                <a:spcPct val="120000"/>
              </a:lnSpc>
            </a:pPr>
            <a:r>
              <a:rPr lang="en-US" dirty="0"/>
              <a:t>Action Plan Thinking Process</a:t>
            </a:r>
          </a:p>
          <a:p>
            <a:pPr lvl="1">
              <a:lnSpc>
                <a:spcPct val="120000"/>
              </a:lnSpc>
            </a:pPr>
            <a:r>
              <a:rPr lang="en-US" dirty="0"/>
              <a:t>Anatomy of Major-Minor Relationships</a:t>
            </a:r>
          </a:p>
          <a:p>
            <a:pPr lvl="1">
              <a:lnSpc>
                <a:spcPct val="120000"/>
              </a:lnSpc>
            </a:pPr>
            <a:r>
              <a:rPr lang="en-US" dirty="0"/>
              <a:t>Company’s Recommended Action Plan Format</a:t>
            </a:r>
          </a:p>
          <a:p>
            <a:pPr lvl="1">
              <a:lnSpc>
                <a:spcPct val="120000"/>
              </a:lnSpc>
            </a:pPr>
            <a:r>
              <a:rPr lang="en-US" dirty="0"/>
              <a:t>Action Plan Checklist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8DCB82-E886-7E0C-68DC-9558A2ED4223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595078" y="633314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C6D4273-7FC1-0947-B9FE-19CB3C0D1FB6}" type="slidenum">
              <a:rPr lang="en-US" smtClean="0"/>
              <a:pPr/>
              <a:t>2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392076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roup 42">
            <a:extLst>
              <a:ext uri="{FF2B5EF4-FFF2-40B4-BE49-F238E27FC236}">
                <a16:creationId xmlns:a16="http://schemas.microsoft.com/office/drawing/2014/main" id="{8B19F82A-F9BA-4400-6678-7A3917D44A32}"/>
              </a:ext>
            </a:extLst>
          </p:cNvPr>
          <p:cNvGrpSpPr/>
          <p:nvPr/>
        </p:nvGrpSpPr>
        <p:grpSpPr>
          <a:xfrm>
            <a:off x="1939306" y="4116340"/>
            <a:ext cx="2527397" cy="1136650"/>
            <a:chOff x="1939306" y="4116340"/>
            <a:chExt cx="2527397" cy="1136650"/>
          </a:xfrm>
        </p:grpSpPr>
        <p:sp>
          <p:nvSpPr>
            <p:cNvPr id="39" name="Line 13">
              <a:extLst>
                <a:ext uri="{FF2B5EF4-FFF2-40B4-BE49-F238E27FC236}">
                  <a16:creationId xmlns:a16="http://schemas.microsoft.com/office/drawing/2014/main" id="{0103937A-117A-8B29-C743-0B1AECE57D1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023665" y="4925364"/>
              <a:ext cx="1443038" cy="0"/>
            </a:xfrm>
            <a:prstGeom prst="line">
              <a:avLst/>
            </a:prstGeom>
            <a:solidFill>
              <a:schemeClr val="accent2">
                <a:lumMod val="75000"/>
              </a:schemeClr>
            </a:solidFill>
            <a:ln w="5715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2" name="Line 13">
              <a:extLst>
                <a:ext uri="{FF2B5EF4-FFF2-40B4-BE49-F238E27FC236}">
                  <a16:creationId xmlns:a16="http://schemas.microsoft.com/office/drawing/2014/main" id="{DAEF4F1F-75B8-B733-4D70-39F60F099301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 flipH="1" flipV="1">
              <a:off x="2899841" y="4371997"/>
              <a:ext cx="1167714" cy="7320"/>
            </a:xfrm>
            <a:prstGeom prst="line">
              <a:avLst/>
            </a:prstGeom>
            <a:solidFill>
              <a:schemeClr val="accent2">
                <a:lumMod val="75000"/>
              </a:schemeClr>
            </a:solidFill>
            <a:ln w="5715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1" name="Oval 19">
              <a:extLst>
                <a:ext uri="{FF2B5EF4-FFF2-40B4-BE49-F238E27FC236}">
                  <a16:creationId xmlns:a16="http://schemas.microsoft.com/office/drawing/2014/main" id="{2603A965-41AF-D3FD-6A2E-3CD3DBE84A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39306" y="4116340"/>
              <a:ext cx="1139825" cy="113665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115000"/>
                </a:lnSpc>
                <a:spcBef>
                  <a:spcPct val="50000"/>
                </a:spcBef>
                <a:spcAft>
                  <a:spcPct val="50000"/>
                </a:spcAft>
                <a:buClr>
                  <a:srgbClr val="006699"/>
                </a:buClr>
                <a:buSzPct val="90000"/>
                <a:buFont typeface="Wingdings" pitchFamily="2" charset="2"/>
                <a:buChar char="§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115000"/>
                </a:lnSpc>
                <a:spcBef>
                  <a:spcPct val="50000"/>
                </a:spcBef>
                <a:spcAft>
                  <a:spcPct val="50000"/>
                </a:spcAft>
                <a:buClr>
                  <a:srgbClr val="006699"/>
                </a:buClr>
                <a:buSzPct val="90000"/>
                <a:buFont typeface="Wingdings" pitchFamily="2" charset="2"/>
                <a:buChar char="§"/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lnSpc>
                  <a:spcPct val="115000"/>
                </a:lnSpc>
                <a:spcBef>
                  <a:spcPct val="50000"/>
                </a:spcBef>
                <a:spcAft>
                  <a:spcPct val="50000"/>
                </a:spcAft>
                <a:buClr>
                  <a:srgbClr val="006699"/>
                </a:buClr>
                <a:buSzPct val="90000"/>
                <a:buFont typeface="Wingdings" pitchFamily="2" charset="2"/>
                <a:buChar char="§"/>
                <a:defRPr sz="14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000">
                  <a:solidFill>
                    <a:schemeClr val="tx1"/>
                  </a:solidFill>
                  <a:latin typeface="Book Antiqua" panose="0204060205030503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000">
                  <a:solidFill>
                    <a:schemeClr val="tx1"/>
                  </a:solidFill>
                  <a:latin typeface="Book Antiqua" panose="0204060205030503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000">
                  <a:solidFill>
                    <a:schemeClr val="tx1"/>
                  </a:solidFill>
                  <a:latin typeface="Book Antiqua" panose="0204060205030503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000">
                  <a:solidFill>
                    <a:schemeClr val="tx1"/>
                  </a:solidFill>
                  <a:latin typeface="Book Antiqua" panose="0204060205030503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000">
                  <a:solidFill>
                    <a:schemeClr val="tx1"/>
                  </a:solidFill>
                  <a:latin typeface="Book Antiqua" panose="0204060205030503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000">
                  <a:solidFill>
                    <a:schemeClr val="tx1"/>
                  </a:solidFill>
                  <a:latin typeface="Book Antiqua" panose="0204060205030503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600" i="1" dirty="0">
                  <a:solidFill>
                    <a:srgbClr val="FFFFFF"/>
                  </a:solidFill>
                  <a:latin typeface="+mn-lt"/>
                </a:rPr>
                <a:t>8D</a:t>
              </a:r>
              <a:br>
                <a:rPr lang="en-US" altLang="en-US" sz="1600" i="1" dirty="0">
                  <a:solidFill>
                    <a:srgbClr val="FFFFFF"/>
                  </a:solidFill>
                  <a:latin typeface="+mn-lt"/>
                </a:rPr>
              </a:br>
              <a:r>
                <a:rPr lang="en-US" altLang="en-US" sz="1600" i="1" dirty="0">
                  <a:solidFill>
                    <a:srgbClr val="FFFFFF"/>
                  </a:solidFill>
                  <a:latin typeface="+mn-lt"/>
                </a:rPr>
                <a:t>Counter</a:t>
              </a:r>
              <a:r>
                <a:rPr lang="en-US" altLang="en-US" sz="1600" b="0" i="1" dirty="0">
                  <a:solidFill>
                    <a:srgbClr val="FFFFFF"/>
                  </a:solidFill>
                  <a:latin typeface="+mn-lt"/>
                </a:rPr>
                <a:t>-</a:t>
              </a:r>
            </a:p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600" i="1" dirty="0">
                  <a:solidFill>
                    <a:srgbClr val="FFFFFF"/>
                  </a:solidFill>
                  <a:latin typeface="+mn-lt"/>
                </a:rPr>
                <a:t>measures</a:t>
              </a: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2986B0C-9143-3850-FB0A-5A4D097264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sz="4400" b="1" dirty="0">
                <a:latin typeface="+mn-lt"/>
                <a:ea typeface="ＭＳ Ｐゴシック" panose="020B0600070205080204" pitchFamily="34" charset="-128"/>
              </a:rPr>
              <a:t>7 Phases of the Hoshin Process</a:t>
            </a:r>
            <a:br>
              <a:rPr lang="en-US" altLang="en-US" sz="4400" b="1" dirty="0">
                <a:latin typeface="+mn-lt"/>
                <a:ea typeface="ＭＳ Ｐゴシック" panose="020B0600070205080204" pitchFamily="34" charset="-128"/>
              </a:rPr>
            </a:br>
            <a:r>
              <a:rPr lang="en-US" altLang="en-US" sz="4400" b="1" dirty="0">
                <a:latin typeface="+mn-lt"/>
                <a:ea typeface="ＭＳ Ｐゴシック" panose="020B0600070205080204" pitchFamily="34" charset="-128"/>
              </a:rPr>
              <a:t>Based on the Deming Cycle - PDCA</a:t>
            </a:r>
            <a:endParaRPr lang="en-US" dirty="0"/>
          </a:p>
        </p:txBody>
      </p:sp>
      <p:sp>
        <p:nvSpPr>
          <p:cNvPr id="5" name="Text Box 13">
            <a:extLst>
              <a:ext uri="{FF2B5EF4-FFF2-40B4-BE49-F238E27FC236}">
                <a16:creationId xmlns:a16="http://schemas.microsoft.com/office/drawing/2014/main" id="{91A3D7F9-A236-7B12-1B68-300D73C524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89734" y="5849937"/>
            <a:ext cx="9012527" cy="400110"/>
          </a:xfrm>
          <a:prstGeom prst="rect">
            <a:avLst/>
          </a:prstGeom>
          <a:solidFill>
            <a:schemeClr val="bg2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square" anchor="b" anchorCtr="1">
            <a:spAutoFit/>
          </a:bodyPr>
          <a:lstStyle>
            <a:lvl1pPr>
              <a:lnSpc>
                <a:spcPct val="115000"/>
              </a:lnSpc>
              <a:spcBef>
                <a:spcPct val="50000"/>
              </a:spcBef>
              <a:spcAft>
                <a:spcPct val="50000"/>
              </a:spcAft>
              <a:buClr>
                <a:srgbClr val="006699"/>
              </a:buClr>
              <a:buSzPct val="90000"/>
              <a:buFont typeface="Wingdings" pitchFamily="2" charset="2"/>
              <a:buChar char="§"/>
              <a:defRPr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115000"/>
              </a:lnSpc>
              <a:spcBef>
                <a:spcPct val="50000"/>
              </a:spcBef>
              <a:spcAft>
                <a:spcPct val="50000"/>
              </a:spcAft>
              <a:buClr>
                <a:srgbClr val="006699"/>
              </a:buClr>
              <a:buSzPct val="90000"/>
              <a:buFont typeface="Wingdings" pitchFamily="2" charset="2"/>
              <a:buChar char="§"/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lnSpc>
                <a:spcPct val="115000"/>
              </a:lnSpc>
              <a:spcBef>
                <a:spcPct val="50000"/>
              </a:spcBef>
              <a:spcAft>
                <a:spcPct val="50000"/>
              </a:spcAft>
              <a:buClr>
                <a:srgbClr val="006699"/>
              </a:buClr>
              <a:buSzPct val="90000"/>
              <a:buFont typeface="Wingdings" pitchFamily="2" charset="2"/>
              <a:buChar char="§"/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Aft>
                <a:spcPct val="0"/>
              </a:spcAft>
              <a:buClr>
                <a:srgbClr val="014B1F"/>
              </a:buClr>
              <a:buSzPct val="75000"/>
              <a:buFont typeface="Wingdings" pitchFamily="2" charset="2"/>
              <a:buNone/>
            </a:pPr>
            <a:r>
              <a:rPr lang="en-US" altLang="en-US" sz="2000" b="0" i="1" dirty="0">
                <a:latin typeface="+mn-lt"/>
              </a:rPr>
              <a:t>QUESTION: Where could be the failure point in your organization?</a:t>
            </a:r>
          </a:p>
        </p:txBody>
      </p:sp>
      <p:sp>
        <p:nvSpPr>
          <p:cNvPr id="6" name="Line 4">
            <a:extLst>
              <a:ext uri="{FF2B5EF4-FFF2-40B4-BE49-F238E27FC236}">
                <a16:creationId xmlns:a16="http://schemas.microsoft.com/office/drawing/2014/main" id="{CBA2949E-9336-26A1-E71E-20498679B59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096000" y="2086645"/>
            <a:ext cx="0" cy="3763292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BC41E4CD-7510-7B56-FBD8-5F04337071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67555" y="2004519"/>
            <a:ext cx="4050792" cy="308019"/>
          </a:xfrm>
          <a:prstGeom prst="rect">
            <a:avLst/>
          </a:prstGeom>
          <a:solidFill>
            <a:schemeClr val="accent5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lnSpc>
                <a:spcPct val="115000"/>
              </a:lnSpc>
              <a:spcBef>
                <a:spcPct val="50000"/>
              </a:spcBef>
              <a:spcAft>
                <a:spcPct val="50000"/>
              </a:spcAft>
              <a:buClr>
                <a:srgbClr val="006699"/>
              </a:buClr>
              <a:buSzPct val="90000"/>
              <a:buFont typeface="Wingdings" pitchFamily="2" charset="2"/>
              <a:buChar char="§"/>
              <a:defRPr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115000"/>
              </a:lnSpc>
              <a:spcBef>
                <a:spcPct val="50000"/>
              </a:spcBef>
              <a:spcAft>
                <a:spcPct val="50000"/>
              </a:spcAft>
              <a:buClr>
                <a:srgbClr val="006699"/>
              </a:buClr>
              <a:buSzPct val="90000"/>
              <a:buFont typeface="Wingdings" pitchFamily="2" charset="2"/>
              <a:buChar char="§"/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lnSpc>
                <a:spcPct val="115000"/>
              </a:lnSpc>
              <a:spcBef>
                <a:spcPct val="50000"/>
              </a:spcBef>
              <a:spcAft>
                <a:spcPct val="50000"/>
              </a:spcAft>
              <a:buClr>
                <a:srgbClr val="006699"/>
              </a:buClr>
              <a:buSzPct val="90000"/>
              <a:buFont typeface="Wingdings" pitchFamily="2" charset="2"/>
              <a:buChar char="§"/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 dirty="0">
                <a:solidFill>
                  <a:srgbClr val="FFFFFF"/>
                </a:solidFill>
                <a:latin typeface="+mn-lt"/>
              </a:rPr>
              <a:t>Develop LRP</a:t>
            </a:r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E6399D34-9153-0274-3F0D-AA7E7BD224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67555" y="2557886"/>
            <a:ext cx="4050792" cy="308019"/>
          </a:xfrm>
          <a:prstGeom prst="rect">
            <a:avLst/>
          </a:prstGeom>
          <a:solidFill>
            <a:schemeClr val="accent5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lnSpc>
                <a:spcPct val="115000"/>
              </a:lnSpc>
              <a:spcBef>
                <a:spcPct val="50000"/>
              </a:spcBef>
              <a:spcAft>
                <a:spcPct val="50000"/>
              </a:spcAft>
              <a:buClr>
                <a:srgbClr val="006699"/>
              </a:buClr>
              <a:buSzPct val="90000"/>
              <a:buFont typeface="Wingdings" pitchFamily="2" charset="2"/>
              <a:buChar char="§"/>
              <a:defRPr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115000"/>
              </a:lnSpc>
              <a:spcBef>
                <a:spcPct val="50000"/>
              </a:spcBef>
              <a:spcAft>
                <a:spcPct val="50000"/>
              </a:spcAft>
              <a:buClr>
                <a:srgbClr val="006699"/>
              </a:buClr>
              <a:buSzPct val="90000"/>
              <a:buFont typeface="Wingdings" pitchFamily="2" charset="2"/>
              <a:buChar char="§"/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lnSpc>
                <a:spcPct val="115000"/>
              </a:lnSpc>
              <a:spcBef>
                <a:spcPct val="50000"/>
              </a:spcBef>
              <a:spcAft>
                <a:spcPct val="50000"/>
              </a:spcAft>
              <a:buClr>
                <a:srgbClr val="006699"/>
              </a:buClr>
              <a:buSzPct val="90000"/>
              <a:buFont typeface="Wingdings" pitchFamily="2" charset="2"/>
              <a:buChar char="§"/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 dirty="0">
                <a:solidFill>
                  <a:srgbClr val="FFFFFF"/>
                </a:solidFill>
                <a:latin typeface="+mn-lt"/>
              </a:rPr>
              <a:t>Develop Long-Term Stretch Objectives</a:t>
            </a:r>
          </a:p>
        </p:txBody>
      </p:sp>
      <p:sp>
        <p:nvSpPr>
          <p:cNvPr id="9" name="Rectangle 7">
            <a:extLst>
              <a:ext uri="{FF2B5EF4-FFF2-40B4-BE49-F238E27FC236}">
                <a16:creationId xmlns:a16="http://schemas.microsoft.com/office/drawing/2014/main" id="{A065B1F8-627A-3DD1-10D6-5030DD79A7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67555" y="3111253"/>
            <a:ext cx="4050792" cy="308019"/>
          </a:xfrm>
          <a:prstGeom prst="rect">
            <a:avLst/>
          </a:prstGeom>
          <a:solidFill>
            <a:schemeClr val="accent5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lnSpc>
                <a:spcPct val="115000"/>
              </a:lnSpc>
              <a:spcBef>
                <a:spcPct val="50000"/>
              </a:spcBef>
              <a:spcAft>
                <a:spcPct val="50000"/>
              </a:spcAft>
              <a:buClr>
                <a:srgbClr val="006699"/>
              </a:buClr>
              <a:buSzPct val="90000"/>
              <a:buFont typeface="Wingdings" pitchFamily="2" charset="2"/>
              <a:buChar char="§"/>
              <a:defRPr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115000"/>
              </a:lnSpc>
              <a:spcBef>
                <a:spcPct val="50000"/>
              </a:spcBef>
              <a:spcAft>
                <a:spcPct val="50000"/>
              </a:spcAft>
              <a:buClr>
                <a:srgbClr val="006699"/>
              </a:buClr>
              <a:buSzPct val="90000"/>
              <a:buFont typeface="Wingdings" pitchFamily="2" charset="2"/>
              <a:buChar char="§"/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lnSpc>
                <a:spcPct val="115000"/>
              </a:lnSpc>
              <a:spcBef>
                <a:spcPct val="50000"/>
              </a:spcBef>
              <a:spcAft>
                <a:spcPct val="50000"/>
              </a:spcAft>
              <a:buClr>
                <a:srgbClr val="006699"/>
              </a:buClr>
              <a:buSzPct val="90000"/>
              <a:buFont typeface="Wingdings" pitchFamily="2" charset="2"/>
              <a:buChar char="§"/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400" dirty="0">
                <a:solidFill>
                  <a:srgbClr val="FFFFFF"/>
                </a:solidFill>
              </a:rPr>
              <a:t>Develop AIPs, Targets Top Level</a:t>
            </a:r>
          </a:p>
        </p:txBody>
      </p:sp>
      <p:sp>
        <p:nvSpPr>
          <p:cNvPr id="10" name="Rectangle 8">
            <a:extLst>
              <a:ext uri="{FF2B5EF4-FFF2-40B4-BE49-F238E27FC236}">
                <a16:creationId xmlns:a16="http://schemas.microsoft.com/office/drawing/2014/main" id="{F07BE3CD-0982-9006-A114-5F3DBD7954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70025" y="3664742"/>
            <a:ext cx="4051943" cy="307777"/>
          </a:xfrm>
          <a:prstGeom prst="rect">
            <a:avLst/>
          </a:prstGeom>
          <a:solidFill>
            <a:schemeClr val="accent5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>
            <a:lvl1pPr>
              <a:lnSpc>
                <a:spcPct val="115000"/>
              </a:lnSpc>
              <a:spcBef>
                <a:spcPct val="50000"/>
              </a:spcBef>
              <a:spcAft>
                <a:spcPct val="50000"/>
              </a:spcAft>
              <a:buClr>
                <a:srgbClr val="006699"/>
              </a:buClr>
              <a:buSzPct val="90000"/>
              <a:buFont typeface="Wingdings" pitchFamily="2" charset="2"/>
              <a:buChar char="§"/>
              <a:defRPr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115000"/>
              </a:lnSpc>
              <a:spcBef>
                <a:spcPct val="50000"/>
              </a:spcBef>
              <a:spcAft>
                <a:spcPct val="50000"/>
              </a:spcAft>
              <a:buClr>
                <a:srgbClr val="006699"/>
              </a:buClr>
              <a:buSzPct val="90000"/>
              <a:buFont typeface="Wingdings" pitchFamily="2" charset="2"/>
              <a:buChar char="§"/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lnSpc>
                <a:spcPct val="115000"/>
              </a:lnSpc>
              <a:spcBef>
                <a:spcPct val="50000"/>
              </a:spcBef>
              <a:spcAft>
                <a:spcPct val="50000"/>
              </a:spcAft>
              <a:buClr>
                <a:srgbClr val="006699"/>
              </a:buClr>
              <a:buSzPct val="90000"/>
              <a:buFont typeface="Wingdings" pitchFamily="2" charset="2"/>
              <a:buChar char="§"/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400" dirty="0">
                <a:solidFill>
                  <a:srgbClr val="FFFFFF"/>
                </a:solidFill>
              </a:rPr>
              <a:t>Develop AIPs, Targets, Resources - 2nd Level</a:t>
            </a:r>
          </a:p>
        </p:txBody>
      </p:sp>
      <p:sp>
        <p:nvSpPr>
          <p:cNvPr id="11" name="Rectangle 9">
            <a:extLst>
              <a:ext uri="{FF2B5EF4-FFF2-40B4-BE49-F238E27FC236}">
                <a16:creationId xmlns:a16="http://schemas.microsoft.com/office/drawing/2014/main" id="{3B2D13E5-691F-7372-2016-440CC93C3A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67555" y="4217987"/>
            <a:ext cx="4050792" cy="308019"/>
          </a:xfrm>
          <a:prstGeom prst="rect">
            <a:avLst/>
          </a:prstGeom>
          <a:solidFill>
            <a:schemeClr val="accent6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lnSpc>
                <a:spcPct val="115000"/>
              </a:lnSpc>
              <a:spcBef>
                <a:spcPct val="50000"/>
              </a:spcBef>
              <a:spcAft>
                <a:spcPct val="50000"/>
              </a:spcAft>
              <a:buClr>
                <a:srgbClr val="006699"/>
              </a:buClr>
              <a:buSzPct val="90000"/>
              <a:buFont typeface="Wingdings" pitchFamily="2" charset="2"/>
              <a:buChar char="§"/>
              <a:defRPr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115000"/>
              </a:lnSpc>
              <a:spcBef>
                <a:spcPct val="50000"/>
              </a:spcBef>
              <a:spcAft>
                <a:spcPct val="50000"/>
              </a:spcAft>
              <a:buClr>
                <a:srgbClr val="006699"/>
              </a:buClr>
              <a:buSzPct val="90000"/>
              <a:buFont typeface="Wingdings" pitchFamily="2" charset="2"/>
              <a:buChar char="§"/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lnSpc>
                <a:spcPct val="115000"/>
              </a:lnSpc>
              <a:spcBef>
                <a:spcPct val="50000"/>
              </a:spcBef>
              <a:spcAft>
                <a:spcPct val="50000"/>
              </a:spcAft>
              <a:buClr>
                <a:srgbClr val="006699"/>
              </a:buClr>
              <a:buSzPct val="90000"/>
              <a:buFont typeface="Wingdings" pitchFamily="2" charset="2"/>
              <a:buChar char="§"/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400" dirty="0"/>
              <a:t>Implement AIPs</a:t>
            </a:r>
          </a:p>
        </p:txBody>
      </p:sp>
      <p:sp>
        <p:nvSpPr>
          <p:cNvPr id="12" name="Rectangle 10">
            <a:extLst>
              <a:ext uri="{FF2B5EF4-FFF2-40B4-BE49-F238E27FC236}">
                <a16:creationId xmlns:a16="http://schemas.microsoft.com/office/drawing/2014/main" id="{C3A8D347-AB51-1BF8-0942-280EBD01F1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67555" y="4771354"/>
            <a:ext cx="4050792" cy="308019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lnSpc>
                <a:spcPct val="115000"/>
              </a:lnSpc>
              <a:spcBef>
                <a:spcPct val="50000"/>
              </a:spcBef>
              <a:spcAft>
                <a:spcPct val="50000"/>
              </a:spcAft>
              <a:buClr>
                <a:srgbClr val="006699"/>
              </a:buClr>
              <a:buSzPct val="90000"/>
              <a:buFont typeface="Wingdings" pitchFamily="2" charset="2"/>
              <a:buChar char="§"/>
              <a:defRPr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115000"/>
              </a:lnSpc>
              <a:spcBef>
                <a:spcPct val="50000"/>
              </a:spcBef>
              <a:spcAft>
                <a:spcPct val="50000"/>
              </a:spcAft>
              <a:buClr>
                <a:srgbClr val="006699"/>
              </a:buClr>
              <a:buSzPct val="90000"/>
              <a:buFont typeface="Wingdings" pitchFamily="2" charset="2"/>
              <a:buChar char="§"/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lnSpc>
                <a:spcPct val="115000"/>
              </a:lnSpc>
              <a:spcBef>
                <a:spcPct val="50000"/>
              </a:spcBef>
              <a:spcAft>
                <a:spcPct val="50000"/>
              </a:spcAft>
              <a:buClr>
                <a:srgbClr val="006699"/>
              </a:buClr>
              <a:buSzPct val="90000"/>
              <a:buFont typeface="Wingdings" pitchFamily="2" charset="2"/>
              <a:buChar char="§"/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400" dirty="0"/>
              <a:t>Monthly PDCA Review</a:t>
            </a:r>
          </a:p>
        </p:txBody>
      </p:sp>
      <p:sp>
        <p:nvSpPr>
          <p:cNvPr id="13" name="Rectangle 11">
            <a:extLst>
              <a:ext uri="{FF2B5EF4-FFF2-40B4-BE49-F238E27FC236}">
                <a16:creationId xmlns:a16="http://schemas.microsoft.com/office/drawing/2014/main" id="{8CF2D058-CF18-901A-8FF2-1C617F3619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67555" y="5324720"/>
            <a:ext cx="4050792" cy="308019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lnSpc>
                <a:spcPct val="115000"/>
              </a:lnSpc>
              <a:spcBef>
                <a:spcPct val="50000"/>
              </a:spcBef>
              <a:spcAft>
                <a:spcPct val="50000"/>
              </a:spcAft>
              <a:buClr>
                <a:srgbClr val="006699"/>
              </a:buClr>
              <a:buSzPct val="90000"/>
              <a:buFont typeface="Wingdings" pitchFamily="2" charset="2"/>
              <a:buChar char="§"/>
              <a:defRPr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115000"/>
              </a:lnSpc>
              <a:spcBef>
                <a:spcPct val="50000"/>
              </a:spcBef>
              <a:spcAft>
                <a:spcPct val="50000"/>
              </a:spcAft>
              <a:buClr>
                <a:srgbClr val="006699"/>
              </a:buClr>
              <a:buSzPct val="90000"/>
              <a:buFont typeface="Wingdings" pitchFamily="2" charset="2"/>
              <a:buChar char="§"/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lnSpc>
                <a:spcPct val="115000"/>
              </a:lnSpc>
              <a:spcBef>
                <a:spcPct val="50000"/>
              </a:spcBef>
              <a:spcAft>
                <a:spcPct val="50000"/>
              </a:spcAft>
              <a:buClr>
                <a:srgbClr val="006699"/>
              </a:buClr>
              <a:buSzPct val="90000"/>
              <a:buFont typeface="Wingdings" pitchFamily="2" charset="2"/>
              <a:buChar char="§"/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400" dirty="0"/>
              <a:t>Annual Review</a:t>
            </a: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041FAC16-F51D-8116-748F-5AAA43511344}"/>
              </a:ext>
            </a:extLst>
          </p:cNvPr>
          <p:cNvGrpSpPr/>
          <p:nvPr/>
        </p:nvGrpSpPr>
        <p:grpSpPr>
          <a:xfrm>
            <a:off x="7849179" y="2432171"/>
            <a:ext cx="1752600" cy="1135063"/>
            <a:chOff x="7849179" y="2432171"/>
            <a:chExt cx="1752600" cy="1135063"/>
          </a:xfrm>
        </p:grpSpPr>
        <p:sp>
          <p:nvSpPr>
            <p:cNvPr id="15" name="Line 13">
              <a:extLst>
                <a:ext uri="{FF2B5EF4-FFF2-40B4-BE49-F238E27FC236}">
                  <a16:creationId xmlns:a16="http://schemas.microsoft.com/office/drawing/2014/main" id="{4246DC88-CD39-B38C-62E6-1B650A43C49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849179" y="2711896"/>
              <a:ext cx="1443038" cy="0"/>
            </a:xfrm>
            <a:prstGeom prst="line">
              <a:avLst/>
            </a:prstGeom>
            <a:solidFill>
              <a:schemeClr val="accent2">
                <a:lumMod val="75000"/>
              </a:schemeClr>
            </a:solidFill>
            <a:ln w="5715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5" name="Line 13">
              <a:extLst>
                <a:ext uri="{FF2B5EF4-FFF2-40B4-BE49-F238E27FC236}">
                  <a16:creationId xmlns:a16="http://schemas.microsoft.com/office/drawing/2014/main" id="{35C91105-EFAC-F01A-E9D6-AA8156EC0CB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849179" y="3265263"/>
              <a:ext cx="1443038" cy="0"/>
            </a:xfrm>
            <a:prstGeom prst="line">
              <a:avLst/>
            </a:prstGeom>
            <a:solidFill>
              <a:schemeClr val="accent2">
                <a:lumMod val="75000"/>
              </a:schemeClr>
            </a:solidFill>
            <a:ln w="5715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7" name="Oval 15">
              <a:extLst>
                <a:ext uri="{FF2B5EF4-FFF2-40B4-BE49-F238E27FC236}">
                  <a16:creationId xmlns:a16="http://schemas.microsoft.com/office/drawing/2014/main" id="{DBC7ABDB-8570-5844-C013-6172D435BE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61954" y="2432171"/>
              <a:ext cx="1139825" cy="1135063"/>
            </a:xfrm>
            <a:prstGeom prst="ellipse">
              <a:avLst/>
            </a:prstGeom>
            <a:solidFill>
              <a:schemeClr val="accent5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115000"/>
                </a:lnSpc>
                <a:spcBef>
                  <a:spcPct val="50000"/>
                </a:spcBef>
                <a:spcAft>
                  <a:spcPct val="50000"/>
                </a:spcAft>
                <a:buClr>
                  <a:srgbClr val="006699"/>
                </a:buClr>
                <a:buSzPct val="90000"/>
                <a:buFont typeface="Wingdings" pitchFamily="2" charset="2"/>
                <a:buChar char="§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115000"/>
                </a:lnSpc>
                <a:spcBef>
                  <a:spcPct val="50000"/>
                </a:spcBef>
                <a:spcAft>
                  <a:spcPct val="50000"/>
                </a:spcAft>
                <a:buClr>
                  <a:srgbClr val="006699"/>
                </a:buClr>
                <a:buSzPct val="90000"/>
                <a:buFont typeface="Wingdings" pitchFamily="2" charset="2"/>
                <a:buChar char="§"/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lnSpc>
                  <a:spcPct val="115000"/>
                </a:lnSpc>
                <a:spcBef>
                  <a:spcPct val="50000"/>
                </a:spcBef>
                <a:spcAft>
                  <a:spcPct val="50000"/>
                </a:spcAft>
                <a:buClr>
                  <a:srgbClr val="006699"/>
                </a:buClr>
                <a:buSzPct val="90000"/>
                <a:buFont typeface="Wingdings" pitchFamily="2" charset="2"/>
                <a:buChar char="§"/>
                <a:defRPr sz="14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000">
                  <a:solidFill>
                    <a:schemeClr val="tx1"/>
                  </a:solidFill>
                  <a:latin typeface="Book Antiqua" panose="0204060205030503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000">
                  <a:solidFill>
                    <a:schemeClr val="tx1"/>
                  </a:solidFill>
                  <a:latin typeface="Book Antiqua" panose="0204060205030503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000">
                  <a:solidFill>
                    <a:schemeClr val="tx1"/>
                  </a:solidFill>
                  <a:latin typeface="Book Antiqua" panose="0204060205030503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000">
                  <a:solidFill>
                    <a:schemeClr val="tx1"/>
                  </a:solidFill>
                  <a:latin typeface="Book Antiqua" panose="0204060205030503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000">
                  <a:solidFill>
                    <a:schemeClr val="tx1"/>
                  </a:solidFill>
                  <a:latin typeface="Book Antiqua" panose="0204060205030503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000">
                  <a:solidFill>
                    <a:schemeClr val="tx1"/>
                  </a:solidFill>
                  <a:latin typeface="Book Antiqua" panose="0204060205030503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600" i="1" dirty="0">
                  <a:solidFill>
                    <a:srgbClr val="FFFFFF"/>
                  </a:solidFill>
                  <a:latin typeface="+mn-lt"/>
                </a:rPr>
                <a:t>Catchball</a:t>
              </a:r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350CFDFB-5CF5-3284-D3FB-7BB791426E68}"/>
              </a:ext>
            </a:extLst>
          </p:cNvPr>
          <p:cNvGrpSpPr/>
          <p:nvPr/>
        </p:nvGrpSpPr>
        <p:grpSpPr>
          <a:xfrm>
            <a:off x="8118347" y="3765061"/>
            <a:ext cx="1579434" cy="1213871"/>
            <a:chOff x="8118347" y="3765061"/>
            <a:chExt cx="1579434" cy="1213871"/>
          </a:xfrm>
        </p:grpSpPr>
        <p:sp>
          <p:nvSpPr>
            <p:cNvPr id="36" name="Line 13">
              <a:extLst>
                <a:ext uri="{FF2B5EF4-FFF2-40B4-BE49-F238E27FC236}">
                  <a16:creationId xmlns:a16="http://schemas.microsoft.com/office/drawing/2014/main" id="{957FC68F-2735-56E8-F635-BA07B26774F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8118347" y="4371997"/>
              <a:ext cx="1173870" cy="0"/>
            </a:xfrm>
            <a:prstGeom prst="line">
              <a:avLst/>
            </a:prstGeom>
            <a:solidFill>
              <a:schemeClr val="accent2">
                <a:lumMod val="75000"/>
              </a:schemeClr>
            </a:solidFill>
            <a:ln w="5715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0" name="Oval 18">
              <a:extLst>
                <a:ext uri="{FF2B5EF4-FFF2-40B4-BE49-F238E27FC236}">
                  <a16:creationId xmlns:a16="http://schemas.microsoft.com/office/drawing/2014/main" id="{35F08D2B-C7F6-4733-D90A-1BFBB82029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61954" y="3765061"/>
              <a:ext cx="1235827" cy="1213871"/>
            </a:xfrm>
            <a:prstGeom prst="ellipse">
              <a:avLst/>
            </a:prstGeom>
            <a:solidFill>
              <a:schemeClr val="accent6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115000"/>
                </a:lnSpc>
                <a:spcBef>
                  <a:spcPct val="50000"/>
                </a:spcBef>
                <a:spcAft>
                  <a:spcPct val="50000"/>
                </a:spcAft>
                <a:buClr>
                  <a:srgbClr val="006699"/>
                </a:buClr>
                <a:buSzPct val="90000"/>
                <a:buFont typeface="Wingdings" pitchFamily="2" charset="2"/>
                <a:buChar char="§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115000"/>
                </a:lnSpc>
                <a:spcBef>
                  <a:spcPct val="50000"/>
                </a:spcBef>
                <a:spcAft>
                  <a:spcPct val="50000"/>
                </a:spcAft>
                <a:buClr>
                  <a:srgbClr val="006699"/>
                </a:buClr>
                <a:buSzPct val="90000"/>
                <a:buFont typeface="Wingdings" pitchFamily="2" charset="2"/>
                <a:buChar char="§"/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lnSpc>
                  <a:spcPct val="115000"/>
                </a:lnSpc>
                <a:spcBef>
                  <a:spcPct val="50000"/>
                </a:spcBef>
                <a:spcAft>
                  <a:spcPct val="50000"/>
                </a:spcAft>
                <a:buClr>
                  <a:srgbClr val="006699"/>
                </a:buClr>
                <a:buSzPct val="90000"/>
                <a:buFont typeface="Wingdings" pitchFamily="2" charset="2"/>
                <a:buChar char="§"/>
                <a:defRPr sz="14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000">
                  <a:solidFill>
                    <a:schemeClr val="tx1"/>
                  </a:solidFill>
                  <a:latin typeface="Book Antiqua" panose="0204060205030503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000">
                  <a:solidFill>
                    <a:schemeClr val="tx1"/>
                  </a:solidFill>
                  <a:latin typeface="Book Antiqua" panose="0204060205030503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000">
                  <a:solidFill>
                    <a:schemeClr val="tx1"/>
                  </a:solidFill>
                  <a:latin typeface="Book Antiqua" panose="0204060205030503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000">
                  <a:solidFill>
                    <a:schemeClr val="tx1"/>
                  </a:solidFill>
                  <a:latin typeface="Book Antiqua" panose="0204060205030503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000">
                  <a:solidFill>
                    <a:schemeClr val="tx1"/>
                  </a:solidFill>
                  <a:latin typeface="Book Antiqua" panose="0204060205030503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000">
                  <a:solidFill>
                    <a:schemeClr val="tx1"/>
                  </a:solidFill>
                  <a:latin typeface="Book Antiqua" panose="0204060205030503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600" i="1" dirty="0">
                  <a:latin typeface="+mn-lt"/>
                </a:rPr>
                <a:t>Targeted</a:t>
              </a:r>
            </a:p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600" i="1" dirty="0">
                  <a:latin typeface="+mn-lt"/>
                </a:rPr>
                <a:t>CI Efforts</a:t>
              </a: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614D7D07-5576-F466-0568-796C2D36BAA1}"/>
              </a:ext>
            </a:extLst>
          </p:cNvPr>
          <p:cNvGrpSpPr/>
          <p:nvPr/>
        </p:nvGrpSpPr>
        <p:grpSpPr>
          <a:xfrm>
            <a:off x="325585" y="1946345"/>
            <a:ext cx="2945773" cy="1866214"/>
            <a:chOff x="749635" y="2039846"/>
            <a:chExt cx="2945773" cy="1866214"/>
          </a:xfrm>
        </p:grpSpPr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33BB99EC-08FE-9EEA-7470-88A5152C1AC3}"/>
                </a:ext>
              </a:extLst>
            </p:cNvPr>
            <p:cNvGrpSpPr/>
            <p:nvPr/>
          </p:nvGrpSpPr>
          <p:grpSpPr>
            <a:xfrm>
              <a:off x="749635" y="2039846"/>
              <a:ext cx="2945773" cy="1866214"/>
              <a:chOff x="749635" y="2039846"/>
              <a:chExt cx="2945773" cy="1866214"/>
            </a:xfrm>
            <a:effectLst>
              <a:outerShdw blurRad="50800" dist="50800" dir="5400000" algn="ctr" rotWithShape="0">
                <a:schemeClr val="bg1">
                  <a:lumMod val="85000"/>
                </a:schemeClr>
              </a:outerShdw>
            </a:effectLst>
          </p:grpSpPr>
          <p:sp>
            <p:nvSpPr>
              <p:cNvPr id="25" name="Rounded Rectangle 4">
                <a:extLst>
                  <a:ext uri="{FF2B5EF4-FFF2-40B4-BE49-F238E27FC236}">
                    <a16:creationId xmlns:a16="http://schemas.microsoft.com/office/drawing/2014/main" id="{EE7F95B7-3FD5-0416-E5FE-8724CB0AB566}"/>
                  </a:ext>
                </a:extLst>
              </p:cNvPr>
              <p:cNvSpPr/>
              <p:nvPr/>
            </p:nvSpPr>
            <p:spPr>
              <a:xfrm>
                <a:off x="749635" y="2039846"/>
                <a:ext cx="2945773" cy="1866214"/>
              </a:xfrm>
              <a:prstGeom prst="roundRect">
                <a:avLst/>
              </a:prstGeom>
              <a:solidFill>
                <a:schemeClr val="bg1">
                  <a:lumMod val="85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grpSp>
            <p:nvGrpSpPr>
              <p:cNvPr id="26" name="Group 25">
                <a:extLst>
                  <a:ext uri="{FF2B5EF4-FFF2-40B4-BE49-F238E27FC236}">
                    <a16:creationId xmlns:a16="http://schemas.microsoft.com/office/drawing/2014/main" id="{C7AE4E46-B8B0-AD51-E326-FADF1228B9F6}"/>
                  </a:ext>
                </a:extLst>
              </p:cNvPr>
              <p:cNvGrpSpPr/>
              <p:nvPr/>
            </p:nvGrpSpPr>
            <p:grpSpPr>
              <a:xfrm>
                <a:off x="2562745" y="2367725"/>
                <a:ext cx="1132662" cy="1310104"/>
                <a:chOff x="2540336" y="2367725"/>
                <a:chExt cx="1155072" cy="1310104"/>
              </a:xfrm>
            </p:grpSpPr>
            <p:sp>
              <p:nvSpPr>
                <p:cNvPr id="27" name="Rectangle 20">
                  <a:extLst>
                    <a:ext uri="{FF2B5EF4-FFF2-40B4-BE49-F238E27FC236}">
                      <a16:creationId xmlns:a16="http://schemas.microsoft.com/office/drawing/2014/main" id="{46FF168F-3DC3-2623-6C56-22155B30695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541129" y="2374075"/>
                  <a:ext cx="355600" cy="266700"/>
                </a:xfrm>
                <a:prstGeom prst="rect">
                  <a:avLst/>
                </a:prstGeom>
                <a:solidFill>
                  <a:schemeClr val="accent5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itchFamily="2" charset="2"/>
                    <a:buChar char="§"/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itchFamily="2" charset="2"/>
                    <a:buChar char="§"/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itchFamily="2" charset="2"/>
                    <a:buChar char="§"/>
                    <a:defRPr sz="14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algn="ctr">
                    <a:lnSpc>
                      <a:spcPct val="8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endParaRPr lang="en-US" altLang="en-US" dirty="0">
                    <a:solidFill>
                      <a:srgbClr val="FFFFFF"/>
                    </a:solidFill>
                  </a:endParaRPr>
                </a:p>
              </p:txBody>
            </p:sp>
            <p:sp>
              <p:nvSpPr>
                <p:cNvPr id="28" name="Rectangle 21">
                  <a:extLst>
                    <a:ext uri="{FF2B5EF4-FFF2-40B4-BE49-F238E27FC236}">
                      <a16:creationId xmlns:a16="http://schemas.microsoft.com/office/drawing/2014/main" id="{EB03A0B2-7BAA-5EB6-0166-6CA711048C3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541129" y="2707450"/>
                  <a:ext cx="355600" cy="268288"/>
                </a:xfrm>
                <a:prstGeom prst="rect">
                  <a:avLst/>
                </a:prstGeom>
                <a:solidFill>
                  <a:schemeClr val="accent6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itchFamily="2" charset="2"/>
                    <a:buChar char="§"/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itchFamily="2" charset="2"/>
                    <a:buChar char="§"/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itchFamily="2" charset="2"/>
                    <a:buChar char="§"/>
                    <a:defRPr sz="14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algn="ctr">
                    <a:lnSpc>
                      <a:spcPct val="8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endParaRPr lang="en-US" altLang="en-US" dirty="0">
                    <a:solidFill>
                      <a:srgbClr val="FFFFFF"/>
                    </a:solidFill>
                  </a:endParaRPr>
                </a:p>
              </p:txBody>
            </p:sp>
            <p:sp>
              <p:nvSpPr>
                <p:cNvPr id="29" name="Rectangle 22">
                  <a:extLst>
                    <a:ext uri="{FF2B5EF4-FFF2-40B4-BE49-F238E27FC236}">
                      <a16:creationId xmlns:a16="http://schemas.microsoft.com/office/drawing/2014/main" id="{B8C920C8-AA33-4694-6965-72E9376056B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541129" y="3042413"/>
                  <a:ext cx="355600" cy="266700"/>
                </a:xfrm>
                <a:prstGeom prst="rect">
                  <a:avLst/>
                </a:prstGeom>
                <a:solidFill>
                  <a:schemeClr val="accent2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itchFamily="2" charset="2"/>
                    <a:buChar char="§"/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itchFamily="2" charset="2"/>
                    <a:buChar char="§"/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itchFamily="2" charset="2"/>
                    <a:buChar char="§"/>
                    <a:defRPr sz="14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algn="ctr">
                    <a:lnSpc>
                      <a:spcPct val="8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endParaRPr lang="en-US" altLang="en-US" dirty="0">
                    <a:solidFill>
                      <a:srgbClr val="FFFFFF"/>
                    </a:solidFill>
                  </a:endParaRPr>
                </a:p>
              </p:txBody>
            </p:sp>
            <p:sp>
              <p:nvSpPr>
                <p:cNvPr id="30" name="Text Box 23">
                  <a:extLst>
                    <a:ext uri="{FF2B5EF4-FFF2-40B4-BE49-F238E27FC236}">
                      <a16:creationId xmlns:a16="http://schemas.microsoft.com/office/drawing/2014/main" id="{6C33676A-341C-9E38-75F9-699DDEE6AA61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03080" y="2367725"/>
                  <a:ext cx="633507" cy="33855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itchFamily="2" charset="2"/>
                    <a:buChar char="§"/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itchFamily="2" charset="2"/>
                    <a:buChar char="§"/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itchFamily="2" charset="2"/>
                    <a:buChar char="§"/>
                    <a:defRPr sz="14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eaLnBrk="1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r>
                    <a:rPr lang="en-US" altLang="en-US" sz="1600" dirty="0">
                      <a:solidFill>
                        <a:srgbClr val="000000"/>
                      </a:solidFill>
                      <a:latin typeface="+mn-lt"/>
                    </a:rPr>
                    <a:t>Plan</a:t>
                  </a:r>
                </a:p>
              </p:txBody>
            </p:sp>
            <p:sp>
              <p:nvSpPr>
                <p:cNvPr id="31" name="Text Box 24">
                  <a:extLst>
                    <a:ext uri="{FF2B5EF4-FFF2-40B4-BE49-F238E27FC236}">
                      <a16:creationId xmlns:a16="http://schemas.microsoft.com/office/drawing/2014/main" id="{13F2B1F2-2121-D122-A1A7-6D0801B54CEB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890379" y="2682050"/>
                  <a:ext cx="463588" cy="33855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itchFamily="2" charset="2"/>
                    <a:buChar char="§"/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itchFamily="2" charset="2"/>
                    <a:buChar char="§"/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itchFamily="2" charset="2"/>
                    <a:buChar char="§"/>
                    <a:defRPr sz="14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eaLnBrk="1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r>
                    <a:rPr lang="en-US" altLang="en-US" sz="1600" dirty="0">
                      <a:solidFill>
                        <a:srgbClr val="000000"/>
                      </a:solidFill>
                      <a:latin typeface="+mn-lt"/>
                    </a:rPr>
                    <a:t>Do</a:t>
                  </a:r>
                </a:p>
              </p:txBody>
            </p:sp>
            <p:sp>
              <p:nvSpPr>
                <p:cNvPr id="32" name="Text Box 25">
                  <a:extLst>
                    <a:ext uri="{FF2B5EF4-FFF2-40B4-BE49-F238E27FC236}">
                      <a16:creationId xmlns:a16="http://schemas.microsoft.com/office/drawing/2014/main" id="{511A30F2-C02C-F759-2F18-CF2AF84ABCEE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890379" y="3013838"/>
                  <a:ext cx="805029" cy="33855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itchFamily="2" charset="2"/>
                    <a:buChar char="§"/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itchFamily="2" charset="2"/>
                    <a:buChar char="§"/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itchFamily="2" charset="2"/>
                    <a:buChar char="§"/>
                    <a:defRPr sz="14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eaLnBrk="1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r>
                    <a:rPr lang="en-US" altLang="en-US" sz="1600" dirty="0">
                      <a:solidFill>
                        <a:srgbClr val="000000"/>
                      </a:solidFill>
                      <a:latin typeface="+mn-lt"/>
                    </a:rPr>
                    <a:t>Check</a:t>
                  </a:r>
                </a:p>
              </p:txBody>
            </p:sp>
            <p:sp>
              <p:nvSpPr>
                <p:cNvPr id="33" name="Rectangle 26">
                  <a:extLst>
                    <a:ext uri="{FF2B5EF4-FFF2-40B4-BE49-F238E27FC236}">
                      <a16:creationId xmlns:a16="http://schemas.microsoft.com/office/drawing/2014/main" id="{39DB48D5-3232-F1AC-F992-47326FE4950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540336" y="3364675"/>
                  <a:ext cx="357188" cy="268288"/>
                </a:xfrm>
                <a:prstGeom prst="rect">
                  <a:avLst/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itchFamily="2" charset="2"/>
                    <a:buChar char="§"/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itchFamily="2" charset="2"/>
                    <a:buChar char="§"/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itchFamily="2" charset="2"/>
                    <a:buChar char="§"/>
                    <a:defRPr sz="14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algn="ctr">
                    <a:lnSpc>
                      <a:spcPct val="8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endParaRPr lang="en-US" altLang="en-US" dirty="0">
                    <a:solidFill>
                      <a:srgbClr val="FFFFFF"/>
                    </a:solidFill>
                  </a:endParaRPr>
                </a:p>
              </p:txBody>
            </p:sp>
            <p:sp>
              <p:nvSpPr>
                <p:cNvPr id="34" name="Text Box 27">
                  <a:extLst>
                    <a:ext uri="{FF2B5EF4-FFF2-40B4-BE49-F238E27FC236}">
                      <a16:creationId xmlns:a16="http://schemas.microsoft.com/office/drawing/2014/main" id="{62ED337C-9CCE-B0C8-F728-604D40435625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03080" y="3339275"/>
                  <a:ext cx="521297" cy="33855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itchFamily="2" charset="2"/>
                    <a:buChar char="§"/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itchFamily="2" charset="2"/>
                    <a:buChar char="§"/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itchFamily="2" charset="2"/>
                    <a:buChar char="§"/>
                    <a:defRPr sz="14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eaLnBrk="1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r>
                    <a:rPr lang="en-US" altLang="en-US" sz="1600" dirty="0">
                      <a:solidFill>
                        <a:srgbClr val="000000"/>
                      </a:solidFill>
                      <a:latin typeface="+mn-lt"/>
                    </a:rPr>
                    <a:t>Act</a:t>
                  </a:r>
                </a:p>
              </p:txBody>
            </p:sp>
          </p:grpSp>
        </p:grpSp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22B8988F-5899-2979-17ED-E6A0D8205EB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63375" y="2226854"/>
              <a:ext cx="1270000" cy="1587500"/>
            </a:xfrm>
            <a:prstGeom prst="rect">
              <a:avLst/>
            </a:prstGeom>
            <a:effectLst>
              <a:softEdge rad="139700"/>
            </a:effectLst>
          </p:spPr>
        </p:pic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64D4EF0F-A316-6D2F-3847-877B2FC41378}"/>
              </a:ext>
            </a:extLst>
          </p:cNvPr>
          <p:cNvGrpSpPr/>
          <p:nvPr/>
        </p:nvGrpSpPr>
        <p:grpSpPr>
          <a:xfrm>
            <a:off x="3764207" y="3175979"/>
            <a:ext cx="7057633" cy="1507234"/>
            <a:chOff x="3809675" y="2634070"/>
            <a:chExt cx="7057633" cy="1507234"/>
          </a:xfrm>
        </p:grpSpPr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C631A0A3-9B52-CD43-C843-732E258D2D3F}"/>
                </a:ext>
              </a:extLst>
            </p:cNvPr>
            <p:cNvSpPr/>
            <p:nvPr/>
          </p:nvSpPr>
          <p:spPr>
            <a:xfrm>
              <a:off x="3809675" y="3495280"/>
              <a:ext cx="4550615" cy="646024"/>
            </a:xfrm>
            <a:prstGeom prst="ellipse">
              <a:avLst/>
            </a:prstGeom>
            <a:noFill/>
            <a:ln w="53975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" name="Line 14">
              <a:extLst>
                <a:ext uri="{FF2B5EF4-FFF2-40B4-BE49-F238E27FC236}">
                  <a16:creationId xmlns:a16="http://schemas.microsoft.com/office/drawing/2014/main" id="{F9A690A9-FEB4-F80F-3EB9-0ED52C695D5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8220949" y="2990603"/>
              <a:ext cx="1577645" cy="615415"/>
            </a:xfrm>
            <a:prstGeom prst="line">
              <a:avLst/>
            </a:prstGeom>
            <a:solidFill>
              <a:schemeClr val="accent2">
                <a:lumMod val="75000"/>
              </a:schemeClr>
            </a:solidFill>
            <a:ln w="60325">
              <a:solidFill>
                <a:schemeClr val="accent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154FA8BB-6B70-4A91-CA5C-D029267172E3}"/>
                </a:ext>
              </a:extLst>
            </p:cNvPr>
            <p:cNvSpPr txBox="1"/>
            <p:nvPr/>
          </p:nvSpPr>
          <p:spPr>
            <a:xfrm>
              <a:off x="9654718" y="2634070"/>
              <a:ext cx="1212590" cy="64633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US" altLang="en-US" sz="1800" b="1" dirty="0">
                  <a:solidFill>
                    <a:schemeClr val="accent1"/>
                  </a:solidFill>
                  <a:latin typeface="+mn-lt"/>
                  <a:ea typeface="ＭＳ Ｐゴシック" panose="020B0600070205080204" pitchFamily="34" charset="-128"/>
                </a:rPr>
                <a:t>We are here!</a:t>
              </a:r>
              <a:endParaRPr lang="en-US" dirty="0">
                <a:solidFill>
                  <a:schemeClr val="accent1"/>
                </a:solidFill>
              </a:endParaRPr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4997162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8736DE-1C79-10BE-2E47-C088B4D080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/>
              <a:t>Hoshin Action Plans Defined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4EFC3E49-C5C1-C8D4-5DE9-69F019621780}"/>
              </a:ext>
            </a:extLst>
          </p:cNvPr>
          <p:cNvGrpSpPr/>
          <p:nvPr/>
        </p:nvGrpSpPr>
        <p:grpSpPr>
          <a:xfrm>
            <a:off x="838200" y="2009482"/>
            <a:ext cx="10799137" cy="599825"/>
            <a:chOff x="1056549" y="1919926"/>
            <a:chExt cx="10799137" cy="599825"/>
          </a:xfrm>
          <a:solidFill>
            <a:schemeClr val="tx1"/>
          </a:solidFill>
        </p:grpSpPr>
        <p:sp>
          <p:nvSpPr>
            <p:cNvPr id="15" name="AutoShape 9">
              <a:extLst>
                <a:ext uri="{FF2B5EF4-FFF2-40B4-BE49-F238E27FC236}">
                  <a16:creationId xmlns:a16="http://schemas.microsoft.com/office/drawing/2014/main" id="{14597299-4A81-C5D2-C446-6772CEA952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911282" y="1919926"/>
              <a:ext cx="3944404" cy="599825"/>
            </a:xfrm>
            <a:prstGeom prst="homePlate">
              <a:avLst>
                <a:gd name="adj" fmla="val 57790"/>
              </a:avLst>
            </a:prstGeom>
            <a:grpFill/>
            <a:ln w="19050">
              <a:solidFill>
                <a:schemeClr val="bg1"/>
              </a:solidFill>
              <a:miter lim="800000"/>
              <a:headEnd/>
              <a:tailEnd/>
            </a:ln>
          </p:spPr>
          <p:txBody>
            <a:bodyPr lIns="45720" tIns="46038" rIns="45720" bIns="46038" anchor="ctr"/>
            <a:lstStyle/>
            <a:p>
              <a:pPr algn="ctr">
                <a:lnSpc>
                  <a:spcPct val="95000"/>
                </a:lnSpc>
              </a:pPr>
              <a:r>
                <a:rPr lang="en-US" b="1" dirty="0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Pitfalls</a:t>
              </a:r>
            </a:p>
          </p:txBody>
        </p:sp>
        <p:sp>
          <p:nvSpPr>
            <p:cNvPr id="17" name="AutoShape 10">
              <a:extLst>
                <a:ext uri="{FF2B5EF4-FFF2-40B4-BE49-F238E27FC236}">
                  <a16:creationId xmlns:a16="http://schemas.microsoft.com/office/drawing/2014/main" id="{862BBAC4-F1D4-11E2-76E6-8C033C1E34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0036" y="1919926"/>
              <a:ext cx="3807320" cy="599825"/>
            </a:xfrm>
            <a:prstGeom prst="homePlate">
              <a:avLst>
                <a:gd name="adj" fmla="val 48586"/>
              </a:avLst>
            </a:prstGeom>
            <a:grpFill/>
            <a:ln w="19050">
              <a:solidFill>
                <a:schemeClr val="bg1"/>
              </a:solidFill>
              <a:miter lim="800000"/>
              <a:headEnd/>
              <a:tailEnd/>
            </a:ln>
          </p:spPr>
          <p:txBody>
            <a:bodyPr lIns="45720" tIns="46038" rIns="45720" bIns="46038" anchor="ctr"/>
            <a:lstStyle/>
            <a:p>
              <a:pPr marL="171450" algn="ctr">
                <a:lnSpc>
                  <a:spcPct val="95000"/>
                </a:lnSpc>
              </a:pPr>
              <a:r>
                <a:rPr lang="en-US" b="1" dirty="0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Characteristics</a:t>
              </a:r>
            </a:p>
          </p:txBody>
        </p:sp>
        <p:sp>
          <p:nvSpPr>
            <p:cNvPr id="18" name="AutoShape 11">
              <a:extLst>
                <a:ext uri="{FF2B5EF4-FFF2-40B4-BE49-F238E27FC236}">
                  <a16:creationId xmlns:a16="http://schemas.microsoft.com/office/drawing/2014/main" id="{9F3BDA9A-E20E-B02A-3C7C-26B35DC98D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56549" y="1919926"/>
              <a:ext cx="3799561" cy="599825"/>
            </a:xfrm>
            <a:prstGeom prst="homePlate">
              <a:avLst>
                <a:gd name="adj" fmla="val 54200"/>
              </a:avLst>
            </a:prstGeom>
            <a:grpFill/>
            <a:ln w="19050">
              <a:solidFill>
                <a:schemeClr val="bg1"/>
              </a:solidFill>
              <a:miter lim="800000"/>
              <a:headEnd/>
              <a:tailEnd/>
            </a:ln>
          </p:spPr>
          <p:txBody>
            <a:bodyPr lIns="45720" tIns="46038" rIns="45720" bIns="46038" anchor="ctr"/>
            <a:lstStyle/>
            <a:p>
              <a:pPr algn="ctr">
                <a:lnSpc>
                  <a:spcPct val="95000"/>
                </a:lnSpc>
              </a:pPr>
              <a:r>
                <a:rPr lang="en-US" b="1" dirty="0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Definition</a:t>
              </a:r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D51631D3-C272-D061-D49A-EE9A32EFC413}"/>
              </a:ext>
            </a:extLst>
          </p:cNvPr>
          <p:cNvSpPr txBox="1"/>
          <p:nvPr/>
        </p:nvSpPr>
        <p:spPr>
          <a:xfrm>
            <a:off x="838200" y="2892056"/>
            <a:ext cx="3423487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Action Plans are the “recipe” to create a sustainable business process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A detailed list of actions and tasks necessary for the successful implementation of a Second Level AIP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Includes the necessary steps to create the 2nd Level AIP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The process is the end result of a completed action plan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95E6BB1-14E8-EDD3-1F7E-E4CDA4BC27B4}"/>
              </a:ext>
            </a:extLst>
          </p:cNvPr>
          <p:cNvSpPr txBox="1"/>
          <p:nvPr/>
        </p:nvSpPr>
        <p:spPr>
          <a:xfrm>
            <a:off x="4384256" y="2892056"/>
            <a:ext cx="3423487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b="1" dirty="0"/>
              <a:t>One Action Plan for each 2nd Level AIP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b="1" dirty="0"/>
              <a:t>Responsibility and due dates are listed for each task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b="1" dirty="0"/>
              <a:t>Needs to be reviewed frequently by team leader and team members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b="1" dirty="0"/>
              <a:t>Is a dynamic document, updated frequently for new activity, etc.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b="1" dirty="0"/>
              <a:t>Needs to be monitored and audited by management team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b="1" dirty="0"/>
              <a:t>Contains a MAJOR and MINOR Action Item relationship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b="1" dirty="0"/>
              <a:t>Action items must be prioritized and hit the “Point of Impact”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151E396-9241-F03D-A81F-191A1402F370}"/>
              </a:ext>
            </a:extLst>
          </p:cNvPr>
          <p:cNvSpPr txBox="1"/>
          <p:nvPr/>
        </p:nvSpPr>
        <p:spPr>
          <a:xfrm>
            <a:off x="7930313" y="2892056"/>
            <a:ext cx="3807320" cy="23237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200" b="1" dirty="0"/>
              <a:t>Teams plan the work but do not work the plan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200" b="1" dirty="0"/>
              <a:t>Scope Creep - Action Plan items do not tie to the AIP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200" b="1" dirty="0"/>
              <a:t>Teams do not meet frequently enough to keep the Action Plan a living, dynamic document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200" b="1" dirty="0"/>
              <a:t>Poor resource allocation and overload, which pushes out due dates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200" b="1" dirty="0"/>
              <a:t> The Action Plan is too detailed, making it difficult to manage the process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200" b="1" dirty="0"/>
              <a:t>Treated as a form-filling process</a:t>
            </a:r>
          </a:p>
        </p:txBody>
      </p:sp>
      <p:sp>
        <p:nvSpPr>
          <p:cNvPr id="3" name="Text Box 13">
            <a:extLst>
              <a:ext uri="{FF2B5EF4-FFF2-40B4-BE49-F238E27FC236}">
                <a16:creationId xmlns:a16="http://schemas.microsoft.com/office/drawing/2014/main" id="{E0A9EB78-AC55-05B5-5DE1-729642B078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89734" y="5903102"/>
            <a:ext cx="9012527" cy="400110"/>
          </a:xfrm>
          <a:prstGeom prst="rect">
            <a:avLst/>
          </a:prstGeom>
          <a:solidFill>
            <a:schemeClr val="bg2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square" anchor="b" anchorCtr="1">
            <a:spAutoFit/>
          </a:bodyPr>
          <a:lstStyle>
            <a:lvl1pPr>
              <a:lnSpc>
                <a:spcPct val="115000"/>
              </a:lnSpc>
              <a:spcBef>
                <a:spcPct val="50000"/>
              </a:spcBef>
              <a:spcAft>
                <a:spcPct val="50000"/>
              </a:spcAft>
              <a:buClr>
                <a:srgbClr val="006699"/>
              </a:buClr>
              <a:buSzPct val="90000"/>
              <a:buFont typeface="Wingdings" pitchFamily="2" charset="2"/>
              <a:buChar char="§"/>
              <a:defRPr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115000"/>
              </a:lnSpc>
              <a:spcBef>
                <a:spcPct val="50000"/>
              </a:spcBef>
              <a:spcAft>
                <a:spcPct val="50000"/>
              </a:spcAft>
              <a:buClr>
                <a:srgbClr val="006699"/>
              </a:buClr>
              <a:buSzPct val="90000"/>
              <a:buFont typeface="Wingdings" pitchFamily="2" charset="2"/>
              <a:buChar char="§"/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lnSpc>
                <a:spcPct val="115000"/>
              </a:lnSpc>
              <a:spcBef>
                <a:spcPct val="50000"/>
              </a:spcBef>
              <a:spcAft>
                <a:spcPct val="50000"/>
              </a:spcAft>
              <a:buClr>
                <a:srgbClr val="006699"/>
              </a:buClr>
              <a:buSzPct val="90000"/>
              <a:buFont typeface="Wingdings" pitchFamily="2" charset="2"/>
              <a:buChar char="§"/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Aft>
                <a:spcPct val="0"/>
              </a:spcAft>
              <a:buClr>
                <a:srgbClr val="014B1F"/>
              </a:buClr>
              <a:buSzPct val="75000"/>
              <a:buFont typeface="Wingdings" pitchFamily="2" charset="2"/>
              <a:buNone/>
            </a:pPr>
            <a:r>
              <a:rPr lang="en-US" altLang="en-US" sz="2000" b="0" i="1" dirty="0">
                <a:latin typeface="+mn-lt"/>
              </a:rPr>
              <a:t>Action Plans Must Be Linked to the Point of Impact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8892936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54D934-9F8E-78B2-C925-ABA0FD5538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Action Plans Relationship with the Second Level Matrix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0F747912-E94C-CB74-FDC8-D73B99D2048E}"/>
              </a:ext>
            </a:extLst>
          </p:cNvPr>
          <p:cNvGrpSpPr/>
          <p:nvPr/>
        </p:nvGrpSpPr>
        <p:grpSpPr>
          <a:xfrm>
            <a:off x="2466522" y="1201466"/>
            <a:ext cx="8045765" cy="4552673"/>
            <a:chOff x="2108328" y="851083"/>
            <a:chExt cx="8896255" cy="5306910"/>
          </a:xfrm>
        </p:grpSpPr>
        <p:sp>
          <p:nvSpPr>
            <p:cNvPr id="3" name="Text Box 4">
              <a:extLst>
                <a:ext uri="{FF2B5EF4-FFF2-40B4-BE49-F238E27FC236}">
                  <a16:creationId xmlns:a16="http://schemas.microsoft.com/office/drawing/2014/main" id="{07A0F964-22AB-3A20-7F91-38EAC3718B7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009881" y="851083"/>
              <a:ext cx="2781531" cy="53860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12700" cap="sq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900" b="1">
                  <a:solidFill>
                    <a:schemeClr val="bg1"/>
                  </a:solidFill>
                  <a:latin typeface="Wingdings 3" charset="0"/>
                  <a:ea typeface="ＭＳ Ｐゴシック" charset="0"/>
                </a:defRPr>
              </a:lvl1pPr>
              <a:lvl2pPr marL="742950" indent="-285750">
                <a:defRPr sz="900" b="1">
                  <a:solidFill>
                    <a:schemeClr val="bg1"/>
                  </a:solidFill>
                  <a:latin typeface="Wingdings 3" charset="0"/>
                  <a:ea typeface="ＭＳ Ｐゴシック" charset="0"/>
                </a:defRPr>
              </a:lvl2pPr>
              <a:lvl3pPr marL="1143000" indent="-228600">
                <a:defRPr sz="900" b="1">
                  <a:solidFill>
                    <a:schemeClr val="bg1"/>
                  </a:solidFill>
                  <a:latin typeface="Wingdings 3" charset="0"/>
                  <a:ea typeface="ＭＳ Ｐゴシック" charset="0"/>
                </a:defRPr>
              </a:lvl3pPr>
              <a:lvl4pPr marL="1600200" indent="-228600">
                <a:defRPr sz="900" b="1">
                  <a:solidFill>
                    <a:schemeClr val="bg1"/>
                  </a:solidFill>
                  <a:latin typeface="Wingdings 3" charset="0"/>
                  <a:ea typeface="ＭＳ Ｐゴシック" charset="0"/>
                </a:defRPr>
              </a:lvl4pPr>
              <a:lvl5pPr marL="2057400" indent="-228600">
                <a:defRPr sz="900" b="1">
                  <a:solidFill>
                    <a:schemeClr val="bg1"/>
                  </a:solidFill>
                  <a:latin typeface="Wingdings 3" charset="0"/>
                  <a:ea typeface="ＭＳ Ｐゴシック" charset="0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Wingdings 3" charset="0"/>
                  <a:ea typeface="ＭＳ Ｐゴシック" charset="0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Wingdings 3" charset="0"/>
                  <a:ea typeface="ＭＳ Ｐゴシック" charset="0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Wingdings 3" charset="0"/>
                  <a:ea typeface="ＭＳ Ｐゴシック" charset="0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Wingdings 3" charset="0"/>
                  <a:ea typeface="ＭＳ Ｐゴシック" charset="0"/>
                </a:defRPr>
              </a:lvl9pPr>
            </a:lstStyle>
            <a:p>
              <a:pPr algn="ctr">
                <a:defRPr/>
              </a:pPr>
              <a:r>
                <a:rPr lang="en-US" sz="1800" dirty="0">
                  <a:solidFill>
                    <a:schemeClr val="tx1"/>
                  </a:solidFill>
                  <a:latin typeface="Arial" charset="0"/>
                </a:rPr>
                <a:t>Action Plans</a:t>
              </a:r>
            </a:p>
            <a:p>
              <a:pPr algn="ctr">
                <a:defRPr/>
              </a:pPr>
              <a:r>
                <a:rPr lang="en-US" sz="1100" dirty="0">
                  <a:solidFill>
                    <a:schemeClr val="tx1"/>
                  </a:solidFill>
                  <a:latin typeface="Arial" charset="0"/>
                </a:rPr>
                <a:t>One Action Plan for Each 2</a:t>
              </a:r>
              <a:r>
                <a:rPr lang="en-US" sz="1100" baseline="30000" dirty="0">
                  <a:solidFill>
                    <a:schemeClr val="tx1"/>
                  </a:solidFill>
                  <a:latin typeface="Arial" charset="0"/>
                </a:rPr>
                <a:t>nd</a:t>
              </a:r>
              <a:r>
                <a:rPr lang="en-US" sz="1100" dirty="0">
                  <a:solidFill>
                    <a:schemeClr val="tx1"/>
                  </a:solidFill>
                  <a:latin typeface="Arial" charset="0"/>
                </a:rPr>
                <a:t> Level AIP</a:t>
              </a:r>
            </a:p>
          </p:txBody>
        </p:sp>
        <p:pic>
          <p:nvPicPr>
            <p:cNvPr id="4" name="Picture 6">
              <a:extLst>
                <a:ext uri="{FF2B5EF4-FFF2-40B4-BE49-F238E27FC236}">
                  <a16:creationId xmlns:a16="http://schemas.microsoft.com/office/drawing/2014/main" id="{AE042A21-3ADC-4964-058E-9B7D4F98B9E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35850" y="3282911"/>
              <a:ext cx="3344862" cy="22050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 cap="sq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pic>
        <p:sp>
          <p:nvSpPr>
            <p:cNvPr id="5" name="Text Box 7">
              <a:extLst>
                <a:ext uri="{FF2B5EF4-FFF2-40B4-BE49-F238E27FC236}">
                  <a16:creationId xmlns:a16="http://schemas.microsoft.com/office/drawing/2014/main" id="{7228C4F5-ACF3-B936-BC42-6EC3C91A910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08328" y="2714937"/>
              <a:ext cx="2416046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12700" cap="sq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900" b="1">
                  <a:solidFill>
                    <a:schemeClr val="bg1"/>
                  </a:solidFill>
                  <a:latin typeface="Wingdings 3" charset="0"/>
                  <a:ea typeface="ＭＳ Ｐゴシック" charset="0"/>
                </a:defRPr>
              </a:lvl1pPr>
              <a:lvl2pPr marL="742950" indent="-285750">
                <a:defRPr sz="900" b="1">
                  <a:solidFill>
                    <a:schemeClr val="bg1"/>
                  </a:solidFill>
                  <a:latin typeface="Wingdings 3" charset="0"/>
                  <a:ea typeface="ＭＳ Ｐゴシック" charset="0"/>
                </a:defRPr>
              </a:lvl2pPr>
              <a:lvl3pPr marL="1143000" indent="-228600">
                <a:defRPr sz="900" b="1">
                  <a:solidFill>
                    <a:schemeClr val="bg1"/>
                  </a:solidFill>
                  <a:latin typeface="Wingdings 3" charset="0"/>
                  <a:ea typeface="ＭＳ Ｐゴシック" charset="0"/>
                </a:defRPr>
              </a:lvl3pPr>
              <a:lvl4pPr marL="1600200" indent="-228600">
                <a:defRPr sz="900" b="1">
                  <a:solidFill>
                    <a:schemeClr val="bg1"/>
                  </a:solidFill>
                  <a:latin typeface="Wingdings 3" charset="0"/>
                  <a:ea typeface="ＭＳ Ｐゴシック" charset="0"/>
                </a:defRPr>
              </a:lvl4pPr>
              <a:lvl5pPr marL="2057400" indent="-228600">
                <a:defRPr sz="900" b="1">
                  <a:solidFill>
                    <a:schemeClr val="bg1"/>
                  </a:solidFill>
                  <a:latin typeface="Wingdings 3" charset="0"/>
                  <a:ea typeface="ＭＳ Ｐゴシック" charset="0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Wingdings 3" charset="0"/>
                  <a:ea typeface="ＭＳ Ｐゴシック" charset="0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Wingdings 3" charset="0"/>
                  <a:ea typeface="ＭＳ Ｐゴシック" charset="0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Wingdings 3" charset="0"/>
                  <a:ea typeface="ＭＳ Ｐゴシック" charset="0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Wingdings 3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US" sz="1800" dirty="0">
                  <a:solidFill>
                    <a:schemeClr val="tx1"/>
                  </a:solidFill>
                  <a:latin typeface="Arial" charset="0"/>
                </a:rPr>
                <a:t>Second Level Matrix</a:t>
              </a:r>
            </a:p>
          </p:txBody>
        </p:sp>
        <p:sp>
          <p:nvSpPr>
            <p:cNvPr id="6" name="Line 9">
              <a:extLst>
                <a:ext uri="{FF2B5EF4-FFF2-40B4-BE49-F238E27FC236}">
                  <a16:creationId xmlns:a16="http://schemas.microsoft.com/office/drawing/2014/main" id="{6A548D52-ABF7-AC53-1929-A87BE7494B3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73986" y="3779796"/>
              <a:ext cx="5142575" cy="94499"/>
            </a:xfrm>
            <a:prstGeom prst="line">
              <a:avLst/>
            </a:prstGeom>
            <a:noFill/>
            <a:ln w="38100" cap="sq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Wingdings 3" charset="0"/>
                <a:ea typeface="ＭＳ Ｐゴシック" charset="0"/>
              </a:endParaRPr>
            </a:p>
          </p:txBody>
        </p:sp>
        <p:sp>
          <p:nvSpPr>
            <p:cNvPr id="7" name="Line 10">
              <a:extLst>
                <a:ext uri="{FF2B5EF4-FFF2-40B4-BE49-F238E27FC236}">
                  <a16:creationId xmlns:a16="http://schemas.microsoft.com/office/drawing/2014/main" id="{90B87C69-1D05-2327-29FA-25F6D1CD6F7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477163" y="2349126"/>
              <a:ext cx="5187580" cy="1389396"/>
            </a:xfrm>
            <a:prstGeom prst="line">
              <a:avLst/>
            </a:prstGeom>
            <a:noFill/>
            <a:ln w="38100" cap="sq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Wingdings 3" charset="0"/>
                <a:ea typeface="ＭＳ Ｐゴシック" charset="0"/>
              </a:endParaRPr>
            </a:p>
          </p:txBody>
        </p:sp>
        <p:sp>
          <p:nvSpPr>
            <p:cNvPr id="8" name="Line 11">
              <a:extLst>
                <a:ext uri="{FF2B5EF4-FFF2-40B4-BE49-F238E27FC236}">
                  <a16:creationId xmlns:a16="http://schemas.microsoft.com/office/drawing/2014/main" id="{63285EDF-9E43-19FA-F742-4A464AEBDDC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73986" y="3820342"/>
              <a:ext cx="5190757" cy="1708880"/>
            </a:xfrm>
            <a:prstGeom prst="line">
              <a:avLst/>
            </a:prstGeom>
            <a:noFill/>
            <a:ln w="38100" cap="sq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Wingdings 3" charset="0"/>
                <a:ea typeface="ＭＳ Ｐゴシック" charset="0"/>
              </a:endParaRP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44C2B667-B05A-6CE1-9BF1-4F653E13D6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08328" y="3460312"/>
              <a:ext cx="586982" cy="556420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 w="12700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400" b="1" dirty="0">
                  <a:solidFill>
                    <a:schemeClr val="bg1"/>
                  </a:solidFill>
                  <a:latin typeface="Arial" charset="0"/>
                  <a:ea typeface="ＭＳ Ｐゴシック" charset="0"/>
                </a:rPr>
                <a:t>3 </a:t>
              </a:r>
            </a:p>
            <a:p>
              <a:pPr algn="ctr">
                <a:defRPr/>
              </a:pPr>
              <a:r>
                <a:rPr lang="en-US" sz="1400" b="1" dirty="0">
                  <a:solidFill>
                    <a:schemeClr val="bg1"/>
                  </a:solidFill>
                  <a:latin typeface="Arial" charset="0"/>
                  <a:ea typeface="ＭＳ Ｐゴシック" charset="0"/>
                </a:rPr>
                <a:t>AIPs</a:t>
              </a: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7D228281-88E3-71DA-76C9-8618EB36E467}"/>
                </a:ext>
              </a:extLst>
            </p:cNvPr>
            <p:cNvSpPr/>
            <p:nvPr/>
          </p:nvSpPr>
          <p:spPr bwMode="auto">
            <a:xfrm>
              <a:off x="7843439" y="1482692"/>
              <a:ext cx="3135794" cy="1402551"/>
            </a:xfrm>
            <a:prstGeom prst="rect">
              <a:avLst/>
            </a:prstGeom>
            <a:solidFill>
              <a:schemeClr val="bg1"/>
            </a:solidFill>
            <a:ln w="12700" cap="sq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900" b="1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Wingdings 3" pitchFamily="18" charset="2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1D0DF1BF-BB70-D2ED-C01E-8FBFA0E071AE}"/>
                </a:ext>
              </a:extLst>
            </p:cNvPr>
            <p:cNvSpPr/>
            <p:nvPr/>
          </p:nvSpPr>
          <p:spPr bwMode="auto">
            <a:xfrm>
              <a:off x="7860823" y="3119067"/>
              <a:ext cx="3135794" cy="1402551"/>
            </a:xfrm>
            <a:prstGeom prst="rect">
              <a:avLst/>
            </a:prstGeom>
            <a:solidFill>
              <a:schemeClr val="bg1"/>
            </a:solidFill>
            <a:ln w="12700" cap="sq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900" b="1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Wingdings 3" pitchFamily="18" charset="2"/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1CFC93A3-16DC-B013-6C42-93BFEBC8D051}"/>
                </a:ext>
              </a:extLst>
            </p:cNvPr>
            <p:cNvSpPr/>
            <p:nvPr/>
          </p:nvSpPr>
          <p:spPr bwMode="auto">
            <a:xfrm>
              <a:off x="7858112" y="4755442"/>
              <a:ext cx="3135794" cy="1402551"/>
            </a:xfrm>
            <a:prstGeom prst="rect">
              <a:avLst/>
            </a:prstGeom>
            <a:solidFill>
              <a:schemeClr val="bg1"/>
            </a:solidFill>
            <a:ln w="12700" cap="sq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900" b="1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Wingdings 3" pitchFamily="18" charset="2"/>
              </a:endParaRPr>
            </a:p>
          </p:txBody>
        </p:sp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8DDD19A9-42CC-952C-4AAA-2BBE228AA1F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r="34816"/>
            <a:stretch/>
          </p:blipFill>
          <p:spPr>
            <a:xfrm>
              <a:off x="7843439" y="1473794"/>
              <a:ext cx="3114415" cy="1389396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39944CC7-3B40-29DF-EBEC-30F91C7C0BA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r="34816"/>
            <a:stretch/>
          </p:blipFill>
          <p:spPr>
            <a:xfrm>
              <a:off x="7890168" y="3169820"/>
              <a:ext cx="3114415" cy="1389396"/>
            </a:xfrm>
            <a:prstGeom prst="rect">
              <a:avLst/>
            </a:prstGeom>
          </p:spPr>
        </p:pic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2BE3ACAE-D8E0-2EB5-6E27-B19C7873869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r="34816"/>
            <a:stretch/>
          </p:blipFill>
          <p:spPr>
            <a:xfrm>
              <a:off x="7890168" y="4747184"/>
              <a:ext cx="3114415" cy="1389396"/>
            </a:xfrm>
            <a:prstGeom prst="rect">
              <a:avLst/>
            </a:prstGeom>
          </p:spPr>
        </p:pic>
        <p:sp>
          <p:nvSpPr>
            <p:cNvPr id="17" name="Oval 13">
              <a:extLst>
                <a:ext uri="{FF2B5EF4-FFF2-40B4-BE49-F238E27FC236}">
                  <a16:creationId xmlns:a16="http://schemas.microsoft.com/office/drawing/2014/main" id="{8C8DC310-FE38-CE83-091A-B7BAE0D369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64744" y="5319429"/>
              <a:ext cx="450850" cy="436563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 w="12700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100" b="1" dirty="0">
                  <a:solidFill>
                    <a:schemeClr val="bg1"/>
                  </a:solidFill>
                  <a:latin typeface="Arial" charset="0"/>
                  <a:ea typeface="ＭＳ Ｐゴシック" charset="0"/>
                </a:rPr>
                <a:t>AIP 3</a:t>
              </a:r>
            </a:p>
          </p:txBody>
        </p:sp>
        <p:sp>
          <p:nvSpPr>
            <p:cNvPr id="18" name="Oval 13">
              <a:extLst>
                <a:ext uri="{FF2B5EF4-FFF2-40B4-BE49-F238E27FC236}">
                  <a16:creationId xmlns:a16="http://schemas.microsoft.com/office/drawing/2014/main" id="{F89FDFF5-9604-24FB-8CC5-095153CFAD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64744" y="3669424"/>
              <a:ext cx="450850" cy="436563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 w="12700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100" b="1" dirty="0">
                  <a:solidFill>
                    <a:schemeClr val="bg1"/>
                  </a:solidFill>
                  <a:latin typeface="Arial" charset="0"/>
                  <a:ea typeface="ＭＳ Ｐゴシック" charset="0"/>
                </a:rPr>
                <a:t>AIP 2</a:t>
              </a:r>
            </a:p>
          </p:txBody>
        </p:sp>
        <p:sp>
          <p:nvSpPr>
            <p:cNvPr id="19" name="Oval 13">
              <a:extLst>
                <a:ext uri="{FF2B5EF4-FFF2-40B4-BE49-F238E27FC236}">
                  <a16:creationId xmlns:a16="http://schemas.microsoft.com/office/drawing/2014/main" id="{33C5433E-1149-0B95-277A-A941F7E01D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64743" y="2072132"/>
              <a:ext cx="450850" cy="436563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 w="12700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100" b="1" dirty="0">
                  <a:solidFill>
                    <a:schemeClr val="bg1"/>
                  </a:solidFill>
                  <a:latin typeface="Arial" charset="0"/>
                  <a:ea typeface="ＭＳ Ｐゴシック" charset="0"/>
                </a:rPr>
                <a:t>AIP 1</a:t>
              </a:r>
            </a:p>
          </p:txBody>
        </p:sp>
      </p:grpSp>
      <p:sp>
        <p:nvSpPr>
          <p:cNvPr id="21" name="Text Box 13">
            <a:extLst>
              <a:ext uri="{FF2B5EF4-FFF2-40B4-BE49-F238E27FC236}">
                <a16:creationId xmlns:a16="http://schemas.microsoft.com/office/drawing/2014/main" id="{058C6347-DF71-E111-C868-9E269450B8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89734" y="5903102"/>
            <a:ext cx="9012527" cy="400110"/>
          </a:xfrm>
          <a:prstGeom prst="rect">
            <a:avLst/>
          </a:prstGeom>
          <a:solidFill>
            <a:schemeClr val="bg2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square" anchor="b" anchorCtr="1">
            <a:spAutoFit/>
          </a:bodyPr>
          <a:lstStyle>
            <a:lvl1pPr>
              <a:lnSpc>
                <a:spcPct val="115000"/>
              </a:lnSpc>
              <a:spcBef>
                <a:spcPct val="50000"/>
              </a:spcBef>
              <a:spcAft>
                <a:spcPct val="50000"/>
              </a:spcAft>
              <a:buClr>
                <a:srgbClr val="006699"/>
              </a:buClr>
              <a:buSzPct val="90000"/>
              <a:buFont typeface="Wingdings" pitchFamily="2" charset="2"/>
              <a:buChar char="§"/>
              <a:defRPr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115000"/>
              </a:lnSpc>
              <a:spcBef>
                <a:spcPct val="50000"/>
              </a:spcBef>
              <a:spcAft>
                <a:spcPct val="50000"/>
              </a:spcAft>
              <a:buClr>
                <a:srgbClr val="006699"/>
              </a:buClr>
              <a:buSzPct val="90000"/>
              <a:buFont typeface="Wingdings" pitchFamily="2" charset="2"/>
              <a:buChar char="§"/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lnSpc>
                <a:spcPct val="115000"/>
              </a:lnSpc>
              <a:spcBef>
                <a:spcPct val="50000"/>
              </a:spcBef>
              <a:spcAft>
                <a:spcPct val="50000"/>
              </a:spcAft>
              <a:buClr>
                <a:srgbClr val="006699"/>
              </a:buClr>
              <a:buSzPct val="90000"/>
              <a:buFont typeface="Wingdings" pitchFamily="2" charset="2"/>
              <a:buChar char="§"/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Aft>
                <a:spcPct val="0"/>
              </a:spcAft>
              <a:buClr>
                <a:srgbClr val="014B1F"/>
              </a:buClr>
              <a:buSzPct val="75000"/>
              <a:buFont typeface="Wingdings" pitchFamily="2" charset="2"/>
              <a:buNone/>
            </a:pPr>
            <a:r>
              <a:rPr lang="en-US" altLang="en-US" sz="2000" b="0" i="1" dirty="0">
                <a:latin typeface="+mn-lt"/>
              </a:rPr>
              <a:t>An Independent Action Plan for each 2nd Level AIP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9264752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D0A288-FB08-2F8C-9A1F-238B906CC8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4400" dirty="0">
                <a:ea typeface="ＭＳ Ｐゴシック" panose="020B0600070205080204" pitchFamily="34" charset="-128"/>
              </a:rPr>
              <a:t>Action Plans – Thinking Process</a:t>
            </a:r>
            <a:endParaRPr lang="en-US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5724A0A6-C530-A779-302B-05E28C467C98}"/>
              </a:ext>
            </a:extLst>
          </p:cNvPr>
          <p:cNvGrpSpPr/>
          <p:nvPr/>
        </p:nvGrpSpPr>
        <p:grpSpPr>
          <a:xfrm>
            <a:off x="675350" y="809625"/>
            <a:ext cx="10841300" cy="6232493"/>
            <a:chOff x="807775" y="937651"/>
            <a:chExt cx="8837875" cy="5418667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6E5F1305-832E-7DB3-DA5D-9BB5CA9B234A}"/>
                </a:ext>
              </a:extLst>
            </p:cNvPr>
            <p:cNvSpPr/>
            <p:nvPr/>
          </p:nvSpPr>
          <p:spPr bwMode="auto">
            <a:xfrm>
              <a:off x="807775" y="2521090"/>
              <a:ext cx="564543" cy="532738"/>
            </a:xfrm>
            <a:prstGeom prst="ellipse">
              <a:avLst/>
            </a:prstGeom>
            <a:solidFill>
              <a:schemeClr val="tx2"/>
            </a:solidFill>
            <a:ln w="12700" cap="sq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b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2000" i="0" u="none" strike="noStrike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latin typeface="+mj-lt"/>
                </a:rPr>
                <a:t>1</a:t>
              </a:r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39901ECA-0C02-0E78-6C6E-ACCD7EF4DB66}"/>
                </a:ext>
              </a:extLst>
            </p:cNvPr>
            <p:cNvSpPr/>
            <p:nvPr/>
          </p:nvSpPr>
          <p:spPr bwMode="auto">
            <a:xfrm>
              <a:off x="807775" y="3380616"/>
              <a:ext cx="564543" cy="532738"/>
            </a:xfrm>
            <a:prstGeom prst="ellipse">
              <a:avLst/>
            </a:prstGeom>
            <a:solidFill>
              <a:schemeClr val="tx2"/>
            </a:solidFill>
            <a:ln w="12700" cap="sq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b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2000" i="0" u="none" strike="noStrike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latin typeface="+mj-lt"/>
                </a:rPr>
                <a:t>2</a:t>
              </a: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A335BCB0-9868-79BE-0E2A-3D126859C405}"/>
                </a:ext>
              </a:extLst>
            </p:cNvPr>
            <p:cNvSpPr/>
            <p:nvPr/>
          </p:nvSpPr>
          <p:spPr bwMode="auto">
            <a:xfrm>
              <a:off x="807775" y="4240142"/>
              <a:ext cx="564543" cy="532738"/>
            </a:xfrm>
            <a:prstGeom prst="ellipse">
              <a:avLst/>
            </a:prstGeom>
            <a:solidFill>
              <a:schemeClr val="tx2"/>
            </a:solidFill>
            <a:ln w="12700" cap="sq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b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2000" i="0" u="none" strike="noStrike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latin typeface="+mj-lt"/>
                </a:rPr>
                <a:t>3</a:t>
              </a:r>
            </a:p>
          </p:txBody>
        </p:sp>
        <p:graphicFrame>
          <p:nvGraphicFramePr>
            <p:cNvPr id="7" name="Diagram 6">
              <a:extLst>
                <a:ext uri="{FF2B5EF4-FFF2-40B4-BE49-F238E27FC236}">
                  <a16:creationId xmlns:a16="http://schemas.microsoft.com/office/drawing/2014/main" id="{9A4DFF06-0CE0-6BE7-E8C2-0A6DD98ECF1C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3586299485"/>
                </p:ext>
              </p:extLst>
            </p:nvPr>
          </p:nvGraphicFramePr>
          <p:xfrm>
            <a:off x="1517650" y="937651"/>
            <a:ext cx="8128000" cy="5418667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3" r:lo="rId4" r:qs="rId5" r:cs="rId6"/>
            </a:graphicData>
          </a:graphic>
        </p:graphicFrame>
      </p:grpSp>
    </p:spTree>
    <p:custDataLst>
      <p:tags r:id="rId1"/>
    </p:custDataLst>
    <p:extLst>
      <p:ext uri="{BB962C8B-B14F-4D97-AF65-F5344CB8AC3E}">
        <p14:creationId xmlns:p14="http://schemas.microsoft.com/office/powerpoint/2010/main" val="36947511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CC5F58-E9AF-C3C1-9675-29201BCC6C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/>
              <a:t>Action Steps Complete the Cause and Effect Chain</a:t>
            </a:r>
          </a:p>
        </p:txBody>
      </p:sp>
      <p:grpSp>
        <p:nvGrpSpPr>
          <p:cNvPr id="70" name="Group 69">
            <a:extLst>
              <a:ext uri="{FF2B5EF4-FFF2-40B4-BE49-F238E27FC236}">
                <a16:creationId xmlns:a16="http://schemas.microsoft.com/office/drawing/2014/main" id="{49F7A103-8287-1911-9B43-67FCA8105262}"/>
              </a:ext>
            </a:extLst>
          </p:cNvPr>
          <p:cNvGrpSpPr/>
          <p:nvPr/>
        </p:nvGrpSpPr>
        <p:grpSpPr>
          <a:xfrm>
            <a:off x="632637" y="1839432"/>
            <a:ext cx="10926726" cy="4399400"/>
            <a:chOff x="2263776" y="1381126"/>
            <a:chExt cx="9286211" cy="5219340"/>
          </a:xfrm>
        </p:grpSpPr>
        <p:sp>
          <p:nvSpPr>
            <p:cNvPr id="3" name="AutoShape 2">
              <a:extLst>
                <a:ext uri="{FF2B5EF4-FFF2-40B4-BE49-F238E27FC236}">
                  <a16:creationId xmlns:a16="http://schemas.microsoft.com/office/drawing/2014/main" id="{1FDB411A-DF44-3894-DF55-C0DB19F77322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508562">
              <a:off x="6432551" y="1512888"/>
              <a:ext cx="1352550" cy="1089025"/>
            </a:xfrm>
            <a:prstGeom prst="curvedUpArrow">
              <a:avLst>
                <a:gd name="adj1" fmla="val 17601"/>
                <a:gd name="adj2" fmla="val 55067"/>
                <a:gd name="adj3" fmla="val 24519"/>
              </a:avLst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1pPr>
              <a:lvl2pPr marL="742950" indent="-285750"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2pPr>
              <a:lvl3pPr marL="1143000" indent="-228600"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3pPr>
              <a:lvl4pPr marL="1600200" indent="-228600"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4pPr>
              <a:lvl5pPr marL="2057400" indent="-228600"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4" name="AutoShape 3">
              <a:extLst>
                <a:ext uri="{FF2B5EF4-FFF2-40B4-BE49-F238E27FC236}">
                  <a16:creationId xmlns:a16="http://schemas.microsoft.com/office/drawing/2014/main" id="{D07ED4F3-4FD9-F1EB-7874-679C52E204AA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508562">
              <a:off x="5962651" y="2497138"/>
              <a:ext cx="1689100" cy="1089025"/>
            </a:xfrm>
            <a:prstGeom prst="curvedUpArrow">
              <a:avLst>
                <a:gd name="adj1" fmla="val 21980"/>
                <a:gd name="adj2" fmla="val 68769"/>
                <a:gd name="adj3" fmla="val 24519"/>
              </a:avLst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1pPr>
              <a:lvl2pPr marL="742950" indent="-285750"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2pPr>
              <a:lvl3pPr marL="1143000" indent="-228600"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3pPr>
              <a:lvl4pPr marL="1600200" indent="-228600"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4pPr>
              <a:lvl5pPr marL="2057400" indent="-228600"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5" name="AutoShape 4">
              <a:extLst>
                <a:ext uri="{FF2B5EF4-FFF2-40B4-BE49-F238E27FC236}">
                  <a16:creationId xmlns:a16="http://schemas.microsoft.com/office/drawing/2014/main" id="{4C51C1FC-7D7B-5DBE-DACA-10E74DF89917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508562">
              <a:off x="5574977" y="3666862"/>
              <a:ext cx="2206625" cy="1460500"/>
            </a:xfrm>
            <a:prstGeom prst="curvedUpArrow">
              <a:avLst>
                <a:gd name="adj1" fmla="val 15542"/>
                <a:gd name="adj2" fmla="val 61120"/>
                <a:gd name="adj3" fmla="val 24519"/>
              </a:avLst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1pPr>
              <a:lvl2pPr marL="742950" indent="-285750"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2pPr>
              <a:lvl3pPr marL="1143000" indent="-228600"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3pPr>
              <a:lvl4pPr marL="1600200" indent="-228600"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4pPr>
              <a:lvl5pPr marL="2057400" indent="-228600"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6" name="AutoShape 5">
              <a:extLst>
                <a:ext uri="{FF2B5EF4-FFF2-40B4-BE49-F238E27FC236}">
                  <a16:creationId xmlns:a16="http://schemas.microsoft.com/office/drawing/2014/main" id="{DB34C0ED-58C2-AEFA-5219-43C73E3FF6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63776" y="1389063"/>
              <a:ext cx="4335463" cy="660400"/>
            </a:xfrm>
            <a:prstGeom prst="roundRect">
              <a:avLst>
                <a:gd name="adj" fmla="val 16667"/>
              </a:avLst>
            </a:prstGeom>
            <a:solidFill>
              <a:schemeClr val="tx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1pPr>
              <a:lvl2pPr marL="742950" indent="-285750"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2pPr>
              <a:lvl3pPr marL="1143000" indent="-228600"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3pPr>
              <a:lvl4pPr marL="1600200" indent="-228600"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4pPr>
              <a:lvl5pPr marL="2057400" indent="-228600"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</a:pPr>
              <a:r>
                <a:rPr lang="en-US" altLang="en-US" sz="1400" dirty="0">
                  <a:latin typeface="+mn-lt"/>
                </a:rPr>
                <a:t>Breakthrough Objective:</a:t>
              </a:r>
            </a:p>
            <a:p>
              <a:pPr>
                <a:lnSpc>
                  <a:spcPct val="100000"/>
                </a:lnSpc>
                <a:spcBef>
                  <a:spcPct val="0"/>
                </a:spcBef>
              </a:pPr>
              <a:r>
                <a:rPr lang="en-US" altLang="en-US" sz="1200" b="0" dirty="0">
                  <a:latin typeface="+mn-lt"/>
                </a:rPr>
                <a:t>Improve Employee Engagement Score by 50% by 12/31/26</a:t>
              </a:r>
            </a:p>
          </p:txBody>
        </p:sp>
        <p:sp>
          <p:nvSpPr>
            <p:cNvPr id="7" name="AutoShape 6">
              <a:extLst>
                <a:ext uri="{FF2B5EF4-FFF2-40B4-BE49-F238E27FC236}">
                  <a16:creationId xmlns:a16="http://schemas.microsoft.com/office/drawing/2014/main" id="{467F7C12-A64E-9385-8B44-A304421DD2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95526" y="2222501"/>
              <a:ext cx="3986213" cy="727075"/>
            </a:xfrm>
            <a:prstGeom prst="roundRect">
              <a:avLst>
                <a:gd name="adj" fmla="val 16667"/>
              </a:avLst>
            </a:prstGeom>
            <a:solidFill>
              <a:schemeClr val="accent4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1pPr>
              <a:lvl2pPr marL="742950" indent="-285750"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2pPr>
              <a:lvl3pPr marL="1143000" indent="-228600"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3pPr>
              <a:lvl4pPr marL="1600200" indent="-228600"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4pPr>
              <a:lvl5pPr marL="2057400" indent="-228600"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</a:pPr>
              <a:r>
                <a:rPr lang="en-US" altLang="en-US" sz="1400" dirty="0">
                  <a:latin typeface="+mn-lt"/>
                </a:rPr>
                <a:t>Top Level Annual Improvement Priority</a:t>
              </a:r>
            </a:p>
            <a:p>
              <a:pPr>
                <a:lnSpc>
                  <a:spcPct val="100000"/>
                </a:lnSpc>
                <a:spcBef>
                  <a:spcPct val="0"/>
                </a:spcBef>
              </a:pPr>
              <a:r>
                <a:rPr lang="en-US" altLang="en-US" sz="1200" b="0" dirty="0">
                  <a:latin typeface="+mn-lt"/>
                </a:rPr>
                <a:t>Implement Talent Management &amp; Development Process</a:t>
              </a:r>
            </a:p>
          </p:txBody>
        </p:sp>
        <p:sp>
          <p:nvSpPr>
            <p:cNvPr id="8" name="AutoShape 7">
              <a:extLst>
                <a:ext uri="{FF2B5EF4-FFF2-40B4-BE49-F238E27FC236}">
                  <a16:creationId xmlns:a16="http://schemas.microsoft.com/office/drawing/2014/main" id="{2C083E9F-EAF6-DA98-A97D-D0F3B23D9F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07748" y="3341688"/>
              <a:ext cx="2688240" cy="647700"/>
            </a:xfrm>
            <a:prstGeom prst="roundRect">
              <a:avLst>
                <a:gd name="adj" fmla="val 16667"/>
              </a:avLst>
            </a:prstGeom>
            <a:solidFill>
              <a:schemeClr val="tx2">
                <a:lumMod val="5000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1pPr>
              <a:lvl2pPr marL="742950" indent="-285750"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2pPr>
              <a:lvl3pPr marL="1143000" indent="-228600"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3pPr>
              <a:lvl4pPr marL="1600200" indent="-228600"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4pPr>
              <a:lvl5pPr marL="2057400" indent="-228600"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</a:pPr>
              <a:r>
                <a:rPr lang="en-US" altLang="en-US" sz="1400" dirty="0">
                  <a:latin typeface="+mn-lt"/>
                </a:rPr>
                <a:t>Second Level AIP</a:t>
              </a:r>
            </a:p>
            <a:p>
              <a:pPr>
                <a:lnSpc>
                  <a:spcPct val="100000"/>
                </a:lnSpc>
                <a:spcBef>
                  <a:spcPct val="0"/>
                </a:spcBef>
              </a:pPr>
              <a:r>
                <a:rPr lang="en-US" altLang="en-US" sz="1100" b="0" dirty="0">
                  <a:latin typeface="+mn-lt"/>
                </a:rPr>
                <a:t>Implement Career Development Process</a:t>
              </a:r>
            </a:p>
          </p:txBody>
        </p:sp>
        <p:sp>
          <p:nvSpPr>
            <p:cNvPr id="9" name="AutoShape 8">
              <a:extLst>
                <a:ext uri="{FF2B5EF4-FFF2-40B4-BE49-F238E27FC236}">
                  <a16:creationId xmlns:a16="http://schemas.microsoft.com/office/drawing/2014/main" id="{6C53F17E-AA15-2B47-ECAB-319B20744F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21126" y="4344988"/>
              <a:ext cx="2125663" cy="527050"/>
            </a:xfrm>
            <a:prstGeom prst="roundRect">
              <a:avLst>
                <a:gd name="adj" fmla="val 16667"/>
              </a:avLst>
            </a:prstGeom>
            <a:solidFill>
              <a:schemeClr val="accent5">
                <a:lumMod val="5000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1pPr>
              <a:lvl2pPr marL="742950" indent="-285750"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2pPr>
              <a:lvl3pPr marL="1143000" indent="-228600"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3pPr>
              <a:lvl4pPr marL="1600200" indent="-228600"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4pPr>
              <a:lvl5pPr marL="2057400" indent="-228600"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</a:pPr>
              <a:r>
                <a:rPr lang="en-US" altLang="en-US" sz="1400" dirty="0">
                  <a:latin typeface="+mn-lt"/>
                </a:rPr>
                <a:t>Major Action 1:</a:t>
              </a:r>
            </a:p>
            <a:p>
              <a:pPr>
                <a:lnSpc>
                  <a:spcPct val="100000"/>
                </a:lnSpc>
                <a:spcBef>
                  <a:spcPct val="0"/>
                </a:spcBef>
              </a:pPr>
              <a:r>
                <a:rPr lang="en-US" altLang="en-US" dirty="0">
                  <a:latin typeface="+mn-lt"/>
                </a:rPr>
                <a:t>Develop Career Profile Inventory for Targeted </a:t>
              </a:r>
              <a:br>
                <a:rPr lang="en-US" altLang="en-US" dirty="0">
                  <a:latin typeface="+mn-lt"/>
                </a:rPr>
              </a:br>
              <a:r>
                <a:rPr lang="en-US" altLang="en-US" dirty="0">
                  <a:latin typeface="+mn-lt"/>
                </a:rPr>
                <a:t>Positions</a:t>
              </a:r>
            </a:p>
          </p:txBody>
        </p:sp>
        <p:sp>
          <p:nvSpPr>
            <p:cNvPr id="10" name="AutoShape 9">
              <a:extLst>
                <a:ext uri="{FF2B5EF4-FFF2-40B4-BE49-F238E27FC236}">
                  <a16:creationId xmlns:a16="http://schemas.microsoft.com/office/drawing/2014/main" id="{BB05904E-D416-CB2E-5DB7-2EB144A1AD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40176" y="5022850"/>
              <a:ext cx="2125663" cy="527050"/>
            </a:xfrm>
            <a:prstGeom prst="roundRect">
              <a:avLst>
                <a:gd name="adj" fmla="val 16667"/>
              </a:avLst>
            </a:prstGeom>
            <a:solidFill>
              <a:schemeClr val="accent5">
                <a:lumMod val="5000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1pPr>
              <a:lvl2pPr marL="742950" indent="-285750"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2pPr>
              <a:lvl3pPr marL="1143000" indent="-228600"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3pPr>
              <a:lvl4pPr marL="1600200" indent="-228600"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4pPr>
              <a:lvl5pPr marL="2057400" indent="-228600"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</a:pPr>
              <a:r>
                <a:rPr lang="en-US" altLang="en-US" sz="1400" dirty="0">
                  <a:latin typeface="+mn-lt"/>
                </a:rPr>
                <a:t>Major Action 2:</a:t>
              </a:r>
            </a:p>
            <a:p>
              <a:pPr>
                <a:lnSpc>
                  <a:spcPct val="100000"/>
                </a:lnSpc>
                <a:spcBef>
                  <a:spcPct val="0"/>
                </a:spcBef>
              </a:pPr>
              <a:r>
                <a:rPr lang="en-US" altLang="en-US" dirty="0">
                  <a:latin typeface="+mn-lt"/>
                </a:rPr>
                <a:t>Develop High Potential Management Process</a:t>
              </a:r>
            </a:p>
          </p:txBody>
        </p:sp>
        <p:sp>
          <p:nvSpPr>
            <p:cNvPr id="11" name="AutoShape 10">
              <a:extLst>
                <a:ext uri="{FF2B5EF4-FFF2-40B4-BE49-F238E27FC236}">
                  <a16:creationId xmlns:a16="http://schemas.microsoft.com/office/drawing/2014/main" id="{FE92F072-B311-9845-8354-4EADCB0252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38588" y="5680075"/>
              <a:ext cx="2125662" cy="527050"/>
            </a:xfrm>
            <a:prstGeom prst="roundRect">
              <a:avLst>
                <a:gd name="adj" fmla="val 16667"/>
              </a:avLst>
            </a:prstGeom>
            <a:solidFill>
              <a:schemeClr val="accent5">
                <a:lumMod val="5000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1pPr>
              <a:lvl2pPr marL="742950" indent="-285750"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2pPr>
              <a:lvl3pPr marL="1143000" indent="-228600"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3pPr>
              <a:lvl4pPr marL="1600200" indent="-228600"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4pPr>
              <a:lvl5pPr marL="2057400" indent="-228600"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</a:pPr>
              <a:r>
                <a:rPr lang="en-US" altLang="en-US" sz="1400" dirty="0">
                  <a:latin typeface="+mn-lt"/>
                </a:rPr>
                <a:t>Major Action 3:</a:t>
              </a:r>
            </a:p>
            <a:p>
              <a:pPr>
                <a:lnSpc>
                  <a:spcPct val="100000"/>
                </a:lnSpc>
                <a:spcBef>
                  <a:spcPct val="0"/>
                </a:spcBef>
              </a:pPr>
              <a:r>
                <a:rPr lang="en-US" altLang="en-US" dirty="0">
                  <a:latin typeface="+mn-lt"/>
                </a:rPr>
                <a:t>Develop OJT Training and Immersion Program</a:t>
              </a:r>
            </a:p>
          </p:txBody>
        </p:sp>
        <p:sp>
          <p:nvSpPr>
            <p:cNvPr id="12" name="Line 11">
              <a:extLst>
                <a:ext uri="{FF2B5EF4-FFF2-40B4-BE49-F238E27FC236}">
                  <a16:creationId xmlns:a16="http://schemas.microsoft.com/office/drawing/2014/main" id="{1644ADB2-E403-025F-FD13-82FB98D948A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86263" y="2047876"/>
              <a:ext cx="0" cy="1746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Line 12">
              <a:extLst>
                <a:ext uri="{FF2B5EF4-FFF2-40B4-BE49-F238E27FC236}">
                  <a16:creationId xmlns:a16="http://schemas.microsoft.com/office/drawing/2014/main" id="{441B2120-5D29-675E-9D32-D98C0C867F2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265613" y="2947988"/>
              <a:ext cx="0" cy="41751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Line 13">
              <a:extLst>
                <a:ext uri="{FF2B5EF4-FFF2-40B4-BE49-F238E27FC236}">
                  <a16:creationId xmlns:a16="http://schemas.microsoft.com/office/drawing/2014/main" id="{28AAD4D4-BAE5-1D2D-B48D-035D2E08176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92525" y="3997326"/>
              <a:ext cx="0" cy="19224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Line 14">
              <a:extLst>
                <a:ext uri="{FF2B5EF4-FFF2-40B4-BE49-F238E27FC236}">
                  <a16:creationId xmlns:a16="http://schemas.microsoft.com/office/drawing/2014/main" id="{F2160C4B-F1CA-02B0-5584-162ECFF0D48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92525" y="4629150"/>
              <a:ext cx="2413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Line 15">
              <a:extLst>
                <a:ext uri="{FF2B5EF4-FFF2-40B4-BE49-F238E27FC236}">
                  <a16:creationId xmlns:a16="http://schemas.microsoft.com/office/drawing/2014/main" id="{0D05F4CA-C190-B4E2-21F9-6408288D653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06813" y="5302250"/>
              <a:ext cx="2286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Line 16">
              <a:extLst>
                <a:ext uri="{FF2B5EF4-FFF2-40B4-BE49-F238E27FC236}">
                  <a16:creationId xmlns:a16="http://schemas.microsoft.com/office/drawing/2014/main" id="{95C3D013-C601-4102-C417-1EE1BB87541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06813" y="5907088"/>
              <a:ext cx="2286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Text Box 53">
              <a:extLst>
                <a:ext uri="{FF2B5EF4-FFF2-40B4-BE49-F238E27FC236}">
                  <a16:creationId xmlns:a16="http://schemas.microsoft.com/office/drawing/2014/main" id="{EDA16185-9C5F-3216-A9EA-6CFAE7AE258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059738" y="5046663"/>
              <a:ext cx="1620837" cy="4016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1pPr>
              <a:lvl2pPr marL="742950" indent="-285750"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2pPr>
              <a:lvl3pPr marL="1143000" indent="-228600"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3pPr>
              <a:lvl4pPr marL="1600200" indent="-228600"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4pPr>
              <a:lvl5pPr marL="2057400" indent="-228600"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9pPr>
            </a:lstStyle>
            <a:p>
              <a:pPr algn="l">
                <a:lnSpc>
                  <a:spcPct val="100000"/>
                </a:lnSpc>
                <a:spcBef>
                  <a:spcPct val="0"/>
                </a:spcBef>
              </a:pPr>
              <a:r>
                <a:rPr lang="en-US" altLang="en-US" sz="1600" dirty="0">
                  <a:solidFill>
                    <a:schemeClr val="tx1"/>
                  </a:solidFill>
                  <a:latin typeface="+mn-lt"/>
                </a:rPr>
                <a:t>Actions  = Cause</a:t>
              </a:r>
            </a:p>
          </p:txBody>
        </p:sp>
        <p:sp>
          <p:nvSpPr>
            <p:cNvPr id="52" name="Text Box 54">
              <a:extLst>
                <a:ext uri="{FF2B5EF4-FFF2-40B4-BE49-F238E27FC236}">
                  <a16:creationId xmlns:a16="http://schemas.microsoft.com/office/drawing/2014/main" id="{D89C4A48-EDDA-17C1-FDDE-3B1DBEE473D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19507" y="3579813"/>
              <a:ext cx="1301299" cy="4016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1pPr>
              <a:lvl2pPr marL="742950" indent="-285750"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2pPr>
              <a:lvl3pPr marL="1143000" indent="-228600"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3pPr>
              <a:lvl4pPr marL="1600200" indent="-228600"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4pPr>
              <a:lvl5pPr marL="2057400" indent="-228600"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9pPr>
            </a:lstStyle>
            <a:p>
              <a:pPr algn="l">
                <a:lnSpc>
                  <a:spcPct val="100000"/>
                </a:lnSpc>
                <a:spcBef>
                  <a:spcPct val="0"/>
                </a:spcBef>
              </a:pPr>
              <a:r>
                <a:rPr lang="en-US" altLang="en-US" sz="1600">
                  <a:solidFill>
                    <a:schemeClr val="tx1"/>
                  </a:solidFill>
                  <a:latin typeface="+mn-lt"/>
                </a:rPr>
                <a:t>Effect = Cause</a:t>
              </a:r>
            </a:p>
          </p:txBody>
        </p:sp>
        <p:sp>
          <p:nvSpPr>
            <p:cNvPr id="53" name="Text Box 55">
              <a:extLst>
                <a:ext uri="{FF2B5EF4-FFF2-40B4-BE49-F238E27FC236}">
                  <a16:creationId xmlns:a16="http://schemas.microsoft.com/office/drawing/2014/main" id="{F5792890-D4FA-192E-18BF-0F6F2E80444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19507" y="2368550"/>
              <a:ext cx="1301299" cy="4016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1pPr>
              <a:lvl2pPr marL="742950" indent="-285750"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2pPr>
              <a:lvl3pPr marL="1143000" indent="-228600"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3pPr>
              <a:lvl4pPr marL="1600200" indent="-228600"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4pPr>
              <a:lvl5pPr marL="2057400" indent="-228600"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9pPr>
            </a:lstStyle>
            <a:p>
              <a:pPr algn="l">
                <a:lnSpc>
                  <a:spcPct val="100000"/>
                </a:lnSpc>
                <a:spcBef>
                  <a:spcPct val="0"/>
                </a:spcBef>
              </a:pPr>
              <a:r>
                <a:rPr lang="en-US" altLang="en-US" sz="1600">
                  <a:solidFill>
                    <a:schemeClr val="tx1"/>
                  </a:solidFill>
                  <a:latin typeface="+mn-lt"/>
                </a:rPr>
                <a:t>Effect = Cause</a:t>
              </a:r>
            </a:p>
          </p:txBody>
        </p:sp>
        <p:sp>
          <p:nvSpPr>
            <p:cNvPr id="54" name="Text Box 56">
              <a:extLst>
                <a:ext uri="{FF2B5EF4-FFF2-40B4-BE49-F238E27FC236}">
                  <a16:creationId xmlns:a16="http://schemas.microsoft.com/office/drawing/2014/main" id="{8C96DFF8-671E-CACB-8CAA-B40B2277EFB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46622" y="1511300"/>
              <a:ext cx="1447069" cy="4016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1pPr>
              <a:lvl2pPr marL="742950" indent="-285750"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2pPr>
              <a:lvl3pPr marL="1143000" indent="-228600"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3pPr>
              <a:lvl4pPr marL="1600200" indent="-228600"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4pPr>
              <a:lvl5pPr marL="2057400" indent="-228600"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9pPr>
            </a:lstStyle>
            <a:p>
              <a:pPr algn="l">
                <a:lnSpc>
                  <a:spcPct val="100000"/>
                </a:lnSpc>
                <a:spcBef>
                  <a:spcPct val="0"/>
                </a:spcBef>
              </a:pPr>
              <a:r>
                <a:rPr lang="en-US" altLang="en-US" sz="1600">
                  <a:solidFill>
                    <a:schemeClr val="tx1"/>
                  </a:solidFill>
                  <a:latin typeface="+mn-lt"/>
                </a:rPr>
                <a:t>Effect = Results!</a:t>
              </a:r>
            </a:p>
          </p:txBody>
        </p:sp>
        <p:cxnSp>
          <p:nvCxnSpPr>
            <p:cNvPr id="55" name="AutoShape 57">
              <a:extLst>
                <a:ext uri="{FF2B5EF4-FFF2-40B4-BE49-F238E27FC236}">
                  <a16:creationId xmlns:a16="http://schemas.microsoft.com/office/drawing/2014/main" id="{6F764ECA-792D-C9D0-0503-A10DBD56EB21}"/>
                </a:ext>
              </a:extLst>
            </p:cNvPr>
            <p:cNvCxnSpPr>
              <a:cxnSpLocks noChangeShapeType="1"/>
              <a:stCxn id="52" idx="3"/>
              <a:endCxn id="53" idx="1"/>
            </p:cNvCxnSpPr>
            <p:nvPr/>
          </p:nvCxnSpPr>
          <p:spPr bwMode="auto">
            <a:xfrm flipH="1" flipV="1">
              <a:off x="8219507" y="2569376"/>
              <a:ext cx="1301299" cy="1211263"/>
            </a:xfrm>
            <a:prstGeom prst="bentConnector5">
              <a:avLst>
                <a:gd name="adj1" fmla="val -14930"/>
                <a:gd name="adj2" fmla="val 50000"/>
                <a:gd name="adj3" fmla="val 114930"/>
              </a:avLst>
            </a:prstGeom>
            <a:noFill/>
            <a:ln w="2857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6" name="AutoShape 58">
              <a:extLst>
                <a:ext uri="{FF2B5EF4-FFF2-40B4-BE49-F238E27FC236}">
                  <a16:creationId xmlns:a16="http://schemas.microsoft.com/office/drawing/2014/main" id="{29DBEAF3-A9BE-D371-6DEC-CBE3D0257809}"/>
                </a:ext>
              </a:extLst>
            </p:cNvPr>
            <p:cNvCxnSpPr>
              <a:cxnSpLocks noChangeShapeType="1"/>
              <a:stCxn id="53" idx="3"/>
              <a:endCxn id="54" idx="1"/>
            </p:cNvCxnSpPr>
            <p:nvPr/>
          </p:nvCxnSpPr>
          <p:spPr bwMode="auto">
            <a:xfrm flipH="1" flipV="1">
              <a:off x="8146622" y="1712126"/>
              <a:ext cx="1374184" cy="857250"/>
            </a:xfrm>
            <a:prstGeom prst="bentConnector5">
              <a:avLst>
                <a:gd name="adj1" fmla="val -14138"/>
                <a:gd name="adj2" fmla="val 50000"/>
                <a:gd name="adj3" fmla="val 114138"/>
              </a:avLst>
            </a:prstGeom>
            <a:noFill/>
            <a:ln w="2857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7" name="AutoShape 59">
              <a:extLst>
                <a:ext uri="{FF2B5EF4-FFF2-40B4-BE49-F238E27FC236}">
                  <a16:creationId xmlns:a16="http://schemas.microsoft.com/office/drawing/2014/main" id="{3278757B-3B08-43C4-12D1-7A915B9507EB}"/>
                </a:ext>
              </a:extLst>
            </p:cNvPr>
            <p:cNvCxnSpPr>
              <a:cxnSpLocks noChangeShapeType="1"/>
              <a:stCxn id="51" idx="3"/>
              <a:endCxn id="52" idx="1"/>
            </p:cNvCxnSpPr>
            <p:nvPr/>
          </p:nvCxnSpPr>
          <p:spPr bwMode="auto">
            <a:xfrm flipH="1" flipV="1">
              <a:off x="8219507" y="3780639"/>
              <a:ext cx="1461068" cy="1466850"/>
            </a:xfrm>
            <a:prstGeom prst="bentConnector5">
              <a:avLst>
                <a:gd name="adj1" fmla="val -13297"/>
                <a:gd name="adj2" fmla="val 50000"/>
                <a:gd name="adj3" fmla="val 113297"/>
              </a:avLst>
            </a:prstGeom>
            <a:noFill/>
            <a:ln w="2857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58" name="Text Box 52">
              <a:extLst>
                <a:ext uri="{FF2B5EF4-FFF2-40B4-BE49-F238E27FC236}">
                  <a16:creationId xmlns:a16="http://schemas.microsoft.com/office/drawing/2014/main" id="{06FE3480-9614-8C27-ED44-42BF3CDA034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066381" y="6198814"/>
              <a:ext cx="2483606" cy="4016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1pPr>
              <a:lvl2pPr marL="742950" indent="-285750"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2pPr>
              <a:lvl3pPr marL="1143000" indent="-228600"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3pPr>
              <a:lvl4pPr marL="1600200" indent="-228600"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4pPr>
              <a:lvl5pPr marL="2057400" indent="-228600"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50000"/>
                </a:spcBef>
              </a:pPr>
              <a:r>
                <a:rPr lang="en-US" altLang="en-US" sz="1600" dirty="0">
                  <a:solidFill>
                    <a:schemeClr val="tx1"/>
                  </a:solidFill>
                  <a:latin typeface="+mn-lt"/>
                </a:rPr>
                <a:t> = POINT OF IMPACT</a:t>
              </a:r>
            </a:p>
          </p:txBody>
        </p:sp>
      </p:grpSp>
      <p:grpSp>
        <p:nvGrpSpPr>
          <p:cNvPr id="83" name="Group 17">
            <a:extLst>
              <a:ext uri="{FF2B5EF4-FFF2-40B4-BE49-F238E27FC236}">
                <a16:creationId xmlns:a16="http://schemas.microsoft.com/office/drawing/2014/main" id="{70692683-CB5B-DAB2-4276-22582C8BFF1A}"/>
              </a:ext>
            </a:extLst>
          </p:cNvPr>
          <p:cNvGrpSpPr>
            <a:grpSpLocks/>
          </p:cNvGrpSpPr>
          <p:nvPr/>
        </p:nvGrpSpPr>
        <p:grpSpPr bwMode="auto">
          <a:xfrm>
            <a:off x="5131819" y="4331201"/>
            <a:ext cx="457200" cy="457200"/>
            <a:chOff x="4848" y="3552"/>
            <a:chExt cx="912" cy="768"/>
          </a:xfrm>
        </p:grpSpPr>
        <p:grpSp>
          <p:nvGrpSpPr>
            <p:cNvPr id="84" name="Group 18">
              <a:extLst>
                <a:ext uri="{FF2B5EF4-FFF2-40B4-BE49-F238E27FC236}">
                  <a16:creationId xmlns:a16="http://schemas.microsoft.com/office/drawing/2014/main" id="{32DCA925-E9A2-0E76-13DB-1A276A5EF79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848" y="3552"/>
              <a:ext cx="912" cy="768"/>
              <a:chOff x="383" y="1775"/>
              <a:chExt cx="2189" cy="2190"/>
            </a:xfrm>
          </p:grpSpPr>
          <p:grpSp>
            <p:nvGrpSpPr>
              <p:cNvPr id="86" name="Group 19">
                <a:extLst>
                  <a:ext uri="{FF2B5EF4-FFF2-40B4-BE49-F238E27FC236}">
                    <a16:creationId xmlns:a16="http://schemas.microsoft.com/office/drawing/2014/main" id="{A84E04F9-2243-4BBD-4392-33B3A8341FF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83" y="1775"/>
                <a:ext cx="2189" cy="2190"/>
                <a:chOff x="383" y="1775"/>
                <a:chExt cx="2189" cy="2190"/>
              </a:xfrm>
            </p:grpSpPr>
            <p:grpSp>
              <p:nvGrpSpPr>
                <p:cNvPr id="88" name="Group 20">
                  <a:extLst>
                    <a:ext uri="{FF2B5EF4-FFF2-40B4-BE49-F238E27FC236}">
                      <a16:creationId xmlns:a16="http://schemas.microsoft.com/office/drawing/2014/main" id="{29969895-4D38-E516-6A99-C44510322B77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383" y="1775"/>
                  <a:ext cx="2189" cy="2190"/>
                  <a:chOff x="383" y="1775"/>
                  <a:chExt cx="2189" cy="2190"/>
                </a:xfrm>
              </p:grpSpPr>
              <p:grpSp>
                <p:nvGrpSpPr>
                  <p:cNvPr id="90" name="Group 21">
                    <a:extLst>
                      <a:ext uri="{FF2B5EF4-FFF2-40B4-BE49-F238E27FC236}">
                        <a16:creationId xmlns:a16="http://schemas.microsoft.com/office/drawing/2014/main" id="{3275D01A-A069-6D42-D2BF-4B1680EDEA81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383" y="1775"/>
                    <a:ext cx="2189" cy="2190"/>
                    <a:chOff x="383" y="1775"/>
                    <a:chExt cx="2189" cy="2190"/>
                  </a:xfrm>
                </p:grpSpPr>
                <p:sp>
                  <p:nvSpPr>
                    <p:cNvPr id="92" name="Oval 22">
                      <a:extLst>
                        <a:ext uri="{FF2B5EF4-FFF2-40B4-BE49-F238E27FC236}">
                          <a16:creationId xmlns:a16="http://schemas.microsoft.com/office/drawing/2014/main" id="{3194DEFD-6032-0E49-0B8A-9B4268E41556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83" y="1775"/>
                      <a:ext cx="2189" cy="2190"/>
                    </a:xfrm>
                    <a:prstGeom prst="ellipse">
                      <a:avLst/>
                    </a:prstGeom>
                    <a:solidFill>
                      <a:srgbClr val="FF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>
                      <a:lvl1pPr>
                        <a:defRPr sz="900" b="1">
                          <a:solidFill>
                            <a:schemeClr val="bg1"/>
                          </a:solidFill>
                          <a:latin typeface="Wingdings 3" pitchFamily="2" charset="2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defRPr sz="900" b="1">
                          <a:solidFill>
                            <a:schemeClr val="bg1"/>
                          </a:solidFill>
                          <a:latin typeface="Wingdings 3" pitchFamily="2" charset="2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defRPr sz="900" b="1">
                          <a:solidFill>
                            <a:schemeClr val="bg1"/>
                          </a:solidFill>
                          <a:latin typeface="Wingdings 3" pitchFamily="2" charset="2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defRPr sz="900" b="1">
                          <a:solidFill>
                            <a:schemeClr val="bg1"/>
                          </a:solidFill>
                          <a:latin typeface="Wingdings 3" pitchFamily="2" charset="2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defRPr sz="900" b="1">
                          <a:solidFill>
                            <a:schemeClr val="bg1"/>
                          </a:solidFill>
                          <a:latin typeface="Wingdings 3" pitchFamily="2" charset="2"/>
                          <a:ea typeface="ＭＳ Ｐゴシック" panose="020B0600070205080204" pitchFamily="34" charset="-128"/>
                        </a:defRPr>
                      </a:lvl5pPr>
                      <a:lvl6pPr marL="2514600" indent="-228600" algn="ctr" eaLnBrk="0" fontAlgn="base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sz="900" b="1">
                          <a:solidFill>
                            <a:schemeClr val="bg1"/>
                          </a:solidFill>
                          <a:latin typeface="Wingdings 3" pitchFamily="2" charset="2"/>
                          <a:ea typeface="ＭＳ Ｐゴシック" panose="020B0600070205080204" pitchFamily="34" charset="-128"/>
                        </a:defRPr>
                      </a:lvl6pPr>
                      <a:lvl7pPr marL="2971800" indent="-228600" algn="ctr" eaLnBrk="0" fontAlgn="base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sz="900" b="1">
                          <a:solidFill>
                            <a:schemeClr val="bg1"/>
                          </a:solidFill>
                          <a:latin typeface="Wingdings 3" pitchFamily="2" charset="2"/>
                          <a:ea typeface="ＭＳ Ｐゴシック" panose="020B0600070205080204" pitchFamily="34" charset="-128"/>
                        </a:defRPr>
                      </a:lvl7pPr>
                      <a:lvl8pPr marL="3429000" indent="-228600" algn="ctr" eaLnBrk="0" fontAlgn="base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sz="900" b="1">
                          <a:solidFill>
                            <a:schemeClr val="bg1"/>
                          </a:solidFill>
                          <a:latin typeface="Wingdings 3" pitchFamily="2" charset="2"/>
                          <a:ea typeface="ＭＳ Ｐゴシック" panose="020B0600070205080204" pitchFamily="34" charset="-128"/>
                        </a:defRPr>
                      </a:lvl8pPr>
                      <a:lvl9pPr marL="3886200" indent="-228600" algn="ctr" eaLnBrk="0" fontAlgn="base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sz="900" b="1">
                          <a:solidFill>
                            <a:schemeClr val="bg1"/>
                          </a:solidFill>
                          <a:latin typeface="Wingdings 3" pitchFamily="2" charset="2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endParaRPr lang="en-US" altLang="en-US"/>
                    </a:p>
                  </p:txBody>
                </p:sp>
                <p:sp>
                  <p:nvSpPr>
                    <p:cNvPr id="93" name="Oval 23">
                      <a:extLst>
                        <a:ext uri="{FF2B5EF4-FFF2-40B4-BE49-F238E27FC236}">
                          <a16:creationId xmlns:a16="http://schemas.microsoft.com/office/drawing/2014/main" id="{B7E8D384-57AD-7895-E5E0-20D2281B94BE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15" y="1996"/>
                      <a:ext cx="1724" cy="1740"/>
                    </a:xfrm>
                    <a:prstGeom prst="ellipse">
                      <a:avLst/>
                    </a:pr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>
                      <a:lvl1pPr>
                        <a:defRPr sz="900" b="1">
                          <a:solidFill>
                            <a:schemeClr val="bg1"/>
                          </a:solidFill>
                          <a:latin typeface="Wingdings 3" pitchFamily="2" charset="2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defRPr sz="900" b="1">
                          <a:solidFill>
                            <a:schemeClr val="bg1"/>
                          </a:solidFill>
                          <a:latin typeface="Wingdings 3" pitchFamily="2" charset="2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defRPr sz="900" b="1">
                          <a:solidFill>
                            <a:schemeClr val="bg1"/>
                          </a:solidFill>
                          <a:latin typeface="Wingdings 3" pitchFamily="2" charset="2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defRPr sz="900" b="1">
                          <a:solidFill>
                            <a:schemeClr val="bg1"/>
                          </a:solidFill>
                          <a:latin typeface="Wingdings 3" pitchFamily="2" charset="2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defRPr sz="900" b="1">
                          <a:solidFill>
                            <a:schemeClr val="bg1"/>
                          </a:solidFill>
                          <a:latin typeface="Wingdings 3" pitchFamily="2" charset="2"/>
                          <a:ea typeface="ＭＳ Ｐゴシック" panose="020B0600070205080204" pitchFamily="34" charset="-128"/>
                        </a:defRPr>
                      </a:lvl5pPr>
                      <a:lvl6pPr marL="2514600" indent="-228600" algn="ctr" eaLnBrk="0" fontAlgn="base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sz="900" b="1">
                          <a:solidFill>
                            <a:schemeClr val="bg1"/>
                          </a:solidFill>
                          <a:latin typeface="Wingdings 3" pitchFamily="2" charset="2"/>
                          <a:ea typeface="ＭＳ Ｐゴシック" panose="020B0600070205080204" pitchFamily="34" charset="-128"/>
                        </a:defRPr>
                      </a:lvl6pPr>
                      <a:lvl7pPr marL="2971800" indent="-228600" algn="ctr" eaLnBrk="0" fontAlgn="base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sz="900" b="1">
                          <a:solidFill>
                            <a:schemeClr val="bg1"/>
                          </a:solidFill>
                          <a:latin typeface="Wingdings 3" pitchFamily="2" charset="2"/>
                          <a:ea typeface="ＭＳ Ｐゴシック" panose="020B0600070205080204" pitchFamily="34" charset="-128"/>
                        </a:defRPr>
                      </a:lvl7pPr>
                      <a:lvl8pPr marL="3429000" indent="-228600" algn="ctr" eaLnBrk="0" fontAlgn="base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sz="900" b="1">
                          <a:solidFill>
                            <a:schemeClr val="bg1"/>
                          </a:solidFill>
                          <a:latin typeface="Wingdings 3" pitchFamily="2" charset="2"/>
                          <a:ea typeface="ＭＳ Ｐゴシック" panose="020B0600070205080204" pitchFamily="34" charset="-128"/>
                        </a:defRPr>
                      </a:lvl8pPr>
                      <a:lvl9pPr marL="3886200" indent="-228600" algn="ctr" eaLnBrk="0" fontAlgn="base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sz="900" b="1">
                          <a:solidFill>
                            <a:schemeClr val="bg1"/>
                          </a:solidFill>
                          <a:latin typeface="Wingdings 3" pitchFamily="2" charset="2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endParaRPr lang="en-US" altLang="en-US"/>
                    </a:p>
                  </p:txBody>
                </p:sp>
              </p:grpSp>
              <p:sp>
                <p:nvSpPr>
                  <p:cNvPr id="91" name="Oval 24">
                    <a:extLst>
                      <a:ext uri="{FF2B5EF4-FFF2-40B4-BE49-F238E27FC236}">
                        <a16:creationId xmlns:a16="http://schemas.microsoft.com/office/drawing/2014/main" id="{B924BA1D-4964-5004-517F-342081F999FA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848" y="2232"/>
                    <a:ext cx="1258" cy="1268"/>
                  </a:xfrm>
                  <a:prstGeom prst="ellipse">
                    <a:avLst/>
                  </a:prstGeom>
                  <a:solidFill>
                    <a:srgbClr val="0000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defRPr sz="900" b="1">
                        <a:solidFill>
                          <a:schemeClr val="bg1"/>
                        </a:solidFill>
                        <a:latin typeface="Wingdings 3" pitchFamily="2" charset="2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900" b="1">
                        <a:solidFill>
                          <a:schemeClr val="bg1"/>
                        </a:solidFill>
                        <a:latin typeface="Wingdings 3" pitchFamily="2" charset="2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900" b="1">
                        <a:solidFill>
                          <a:schemeClr val="bg1"/>
                        </a:solidFill>
                        <a:latin typeface="Wingdings 3" pitchFamily="2" charset="2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900" b="1">
                        <a:solidFill>
                          <a:schemeClr val="bg1"/>
                        </a:solidFill>
                        <a:latin typeface="Wingdings 3" pitchFamily="2" charset="2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900" b="1">
                        <a:solidFill>
                          <a:schemeClr val="bg1"/>
                        </a:solidFill>
                        <a:latin typeface="Wingdings 3" pitchFamily="2" charset="2"/>
                        <a:ea typeface="ＭＳ Ｐゴシック" panose="020B0600070205080204" pitchFamily="34" charset="-128"/>
                      </a:defRPr>
                    </a:lvl5pPr>
                    <a:lvl6pPr marL="2514600" indent="-228600" algn="ctr" eaLnBrk="0" fontAlgn="base" hangingPunct="0">
                      <a:lnSpc>
                        <a:spcPct val="8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defRPr sz="900" b="1">
                        <a:solidFill>
                          <a:schemeClr val="bg1"/>
                        </a:solidFill>
                        <a:latin typeface="Wingdings 3" pitchFamily="2" charset="2"/>
                        <a:ea typeface="ＭＳ Ｐゴシック" panose="020B0600070205080204" pitchFamily="34" charset="-128"/>
                      </a:defRPr>
                    </a:lvl6pPr>
                    <a:lvl7pPr marL="2971800" indent="-228600" algn="ctr" eaLnBrk="0" fontAlgn="base" hangingPunct="0">
                      <a:lnSpc>
                        <a:spcPct val="8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defRPr sz="900" b="1">
                        <a:solidFill>
                          <a:schemeClr val="bg1"/>
                        </a:solidFill>
                        <a:latin typeface="Wingdings 3" pitchFamily="2" charset="2"/>
                        <a:ea typeface="ＭＳ Ｐゴシック" panose="020B0600070205080204" pitchFamily="34" charset="-128"/>
                      </a:defRPr>
                    </a:lvl7pPr>
                    <a:lvl8pPr marL="3429000" indent="-228600" algn="ctr" eaLnBrk="0" fontAlgn="base" hangingPunct="0">
                      <a:lnSpc>
                        <a:spcPct val="8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defRPr sz="900" b="1">
                        <a:solidFill>
                          <a:schemeClr val="bg1"/>
                        </a:solidFill>
                        <a:latin typeface="Wingdings 3" pitchFamily="2" charset="2"/>
                        <a:ea typeface="ＭＳ Ｐゴシック" panose="020B0600070205080204" pitchFamily="34" charset="-128"/>
                      </a:defRPr>
                    </a:lvl8pPr>
                    <a:lvl9pPr marL="3886200" indent="-228600" algn="ctr" eaLnBrk="0" fontAlgn="base" hangingPunct="0">
                      <a:lnSpc>
                        <a:spcPct val="8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defRPr sz="900" b="1">
                        <a:solidFill>
                          <a:schemeClr val="bg1"/>
                        </a:solidFill>
                        <a:latin typeface="Wingdings 3" pitchFamily="2" charset="2"/>
                        <a:ea typeface="ＭＳ Ｐゴシック" panose="020B0600070205080204" pitchFamily="34" charset="-128"/>
                      </a:defRPr>
                    </a:lvl9pPr>
                  </a:lstStyle>
                  <a:p>
                    <a:endParaRPr lang="en-US" altLang="en-US"/>
                  </a:p>
                </p:txBody>
              </p:sp>
            </p:grpSp>
            <p:sp>
              <p:nvSpPr>
                <p:cNvPr id="89" name="Oval 25">
                  <a:extLst>
                    <a:ext uri="{FF2B5EF4-FFF2-40B4-BE49-F238E27FC236}">
                      <a16:creationId xmlns:a16="http://schemas.microsoft.com/office/drawing/2014/main" id="{789AEFF4-F484-39EB-B066-685D6A9FD82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077" y="2464"/>
                  <a:ext cx="800" cy="804"/>
                </a:xfrm>
                <a:prstGeom prst="ellipse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defRPr sz="900" b="1">
                      <a:solidFill>
                        <a:schemeClr val="bg1"/>
                      </a:solidFill>
                      <a:latin typeface="Wingdings 3" pitchFamily="2" charset="2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900" b="1">
                      <a:solidFill>
                        <a:schemeClr val="bg1"/>
                      </a:solidFill>
                      <a:latin typeface="Wingdings 3" pitchFamily="2" charset="2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900" b="1">
                      <a:solidFill>
                        <a:schemeClr val="bg1"/>
                      </a:solidFill>
                      <a:latin typeface="Wingdings 3" pitchFamily="2" charset="2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900" b="1">
                      <a:solidFill>
                        <a:schemeClr val="bg1"/>
                      </a:solidFill>
                      <a:latin typeface="Wingdings 3" pitchFamily="2" charset="2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900" b="1">
                      <a:solidFill>
                        <a:schemeClr val="bg1"/>
                      </a:solidFill>
                      <a:latin typeface="Wingdings 3" pitchFamily="2" charset="2"/>
                      <a:ea typeface="ＭＳ Ｐゴシック" panose="020B0600070205080204" pitchFamily="34" charset="-128"/>
                    </a:defRPr>
                  </a:lvl5pPr>
                  <a:lvl6pPr marL="2514600" indent="-228600" algn="ctr" eaLnBrk="0" fontAlgn="base" hangingPunct="0">
                    <a:lnSpc>
                      <a:spcPct val="80000"/>
                    </a:lnSpc>
                    <a:spcBef>
                      <a:spcPct val="20000"/>
                    </a:spcBef>
                    <a:spcAft>
                      <a:spcPct val="0"/>
                    </a:spcAft>
                    <a:defRPr sz="900" b="1">
                      <a:solidFill>
                        <a:schemeClr val="bg1"/>
                      </a:solidFill>
                      <a:latin typeface="Wingdings 3" pitchFamily="2" charset="2"/>
                      <a:ea typeface="ＭＳ Ｐゴシック" panose="020B0600070205080204" pitchFamily="34" charset="-128"/>
                    </a:defRPr>
                  </a:lvl6pPr>
                  <a:lvl7pPr marL="2971800" indent="-228600" algn="ctr" eaLnBrk="0" fontAlgn="base" hangingPunct="0">
                    <a:lnSpc>
                      <a:spcPct val="80000"/>
                    </a:lnSpc>
                    <a:spcBef>
                      <a:spcPct val="20000"/>
                    </a:spcBef>
                    <a:spcAft>
                      <a:spcPct val="0"/>
                    </a:spcAft>
                    <a:defRPr sz="900" b="1">
                      <a:solidFill>
                        <a:schemeClr val="bg1"/>
                      </a:solidFill>
                      <a:latin typeface="Wingdings 3" pitchFamily="2" charset="2"/>
                      <a:ea typeface="ＭＳ Ｐゴシック" panose="020B0600070205080204" pitchFamily="34" charset="-128"/>
                    </a:defRPr>
                  </a:lvl7pPr>
                  <a:lvl8pPr marL="3429000" indent="-228600" algn="ctr" eaLnBrk="0" fontAlgn="base" hangingPunct="0">
                    <a:lnSpc>
                      <a:spcPct val="80000"/>
                    </a:lnSpc>
                    <a:spcBef>
                      <a:spcPct val="20000"/>
                    </a:spcBef>
                    <a:spcAft>
                      <a:spcPct val="0"/>
                    </a:spcAft>
                    <a:defRPr sz="900" b="1">
                      <a:solidFill>
                        <a:schemeClr val="bg1"/>
                      </a:solidFill>
                      <a:latin typeface="Wingdings 3" pitchFamily="2" charset="2"/>
                      <a:ea typeface="ＭＳ Ｐゴシック" panose="020B0600070205080204" pitchFamily="34" charset="-128"/>
                    </a:defRPr>
                  </a:lvl8pPr>
                  <a:lvl9pPr marL="3886200" indent="-228600" algn="ctr" eaLnBrk="0" fontAlgn="base" hangingPunct="0">
                    <a:lnSpc>
                      <a:spcPct val="80000"/>
                    </a:lnSpc>
                    <a:spcBef>
                      <a:spcPct val="20000"/>
                    </a:spcBef>
                    <a:spcAft>
                      <a:spcPct val="0"/>
                    </a:spcAft>
                    <a:defRPr sz="900" b="1">
                      <a:solidFill>
                        <a:schemeClr val="bg1"/>
                      </a:solidFill>
                      <a:latin typeface="Wingdings 3" pitchFamily="2" charset="2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en-US" altLang="en-US"/>
                </a:p>
              </p:txBody>
            </p:sp>
          </p:grpSp>
          <p:sp>
            <p:nvSpPr>
              <p:cNvPr id="87" name="Oval 26">
                <a:extLst>
                  <a:ext uri="{FF2B5EF4-FFF2-40B4-BE49-F238E27FC236}">
                    <a16:creationId xmlns:a16="http://schemas.microsoft.com/office/drawing/2014/main" id="{C51F77DA-C46C-9982-ADB1-49457D00F6E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09" y="2696"/>
                <a:ext cx="336" cy="34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900" b="1">
                    <a:solidFill>
                      <a:schemeClr val="bg1"/>
                    </a:solidFill>
                    <a:latin typeface="Wingdings 3" pitchFamily="2" charset="2"/>
                    <a:ea typeface="ＭＳ Ｐゴシック" panose="020B0600070205080204" pitchFamily="34" charset="-128"/>
                  </a:defRPr>
                </a:lvl1pPr>
                <a:lvl2pPr marL="742950" indent="-285750">
                  <a:defRPr sz="900" b="1">
                    <a:solidFill>
                      <a:schemeClr val="bg1"/>
                    </a:solidFill>
                    <a:latin typeface="Wingdings 3" pitchFamily="2" charset="2"/>
                    <a:ea typeface="ＭＳ Ｐゴシック" panose="020B0600070205080204" pitchFamily="34" charset="-128"/>
                  </a:defRPr>
                </a:lvl2pPr>
                <a:lvl3pPr marL="1143000" indent="-228600">
                  <a:defRPr sz="900" b="1">
                    <a:solidFill>
                      <a:schemeClr val="bg1"/>
                    </a:solidFill>
                    <a:latin typeface="Wingdings 3" pitchFamily="2" charset="2"/>
                    <a:ea typeface="ＭＳ Ｐゴシック" panose="020B0600070205080204" pitchFamily="34" charset="-128"/>
                  </a:defRPr>
                </a:lvl3pPr>
                <a:lvl4pPr marL="1600200" indent="-228600">
                  <a:defRPr sz="900" b="1">
                    <a:solidFill>
                      <a:schemeClr val="bg1"/>
                    </a:solidFill>
                    <a:latin typeface="Wingdings 3" pitchFamily="2" charset="2"/>
                    <a:ea typeface="ＭＳ Ｐゴシック" panose="020B0600070205080204" pitchFamily="34" charset="-128"/>
                  </a:defRPr>
                </a:lvl4pPr>
                <a:lvl5pPr marL="2057400" indent="-228600">
                  <a:defRPr sz="900" b="1">
                    <a:solidFill>
                      <a:schemeClr val="bg1"/>
                    </a:solidFill>
                    <a:latin typeface="Wingdings 3" pitchFamily="2" charset="2"/>
                    <a:ea typeface="ＭＳ Ｐゴシック" panose="020B0600070205080204" pitchFamily="34" charset="-128"/>
                  </a:defRPr>
                </a:lvl5pPr>
                <a:lvl6pPr marL="25146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Wingdings 3" pitchFamily="2" charset="2"/>
                    <a:ea typeface="ＭＳ Ｐゴシック" panose="020B0600070205080204" pitchFamily="34" charset="-128"/>
                  </a:defRPr>
                </a:lvl6pPr>
                <a:lvl7pPr marL="29718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Wingdings 3" pitchFamily="2" charset="2"/>
                    <a:ea typeface="ＭＳ Ｐゴシック" panose="020B0600070205080204" pitchFamily="34" charset="-128"/>
                  </a:defRPr>
                </a:lvl7pPr>
                <a:lvl8pPr marL="34290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Wingdings 3" pitchFamily="2" charset="2"/>
                    <a:ea typeface="ＭＳ Ｐゴシック" panose="020B0600070205080204" pitchFamily="34" charset="-128"/>
                  </a:defRPr>
                </a:lvl8pPr>
                <a:lvl9pPr marL="38862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Wingdings 3" pitchFamily="2" charset="2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</p:grpSp>
        <p:sp>
          <p:nvSpPr>
            <p:cNvPr id="85" name="Oval 27">
              <a:extLst>
                <a:ext uri="{FF2B5EF4-FFF2-40B4-BE49-F238E27FC236}">
                  <a16:creationId xmlns:a16="http://schemas.microsoft.com/office/drawing/2014/main" id="{6E69A3B6-A7E0-98D4-D9CC-F4D012D7BD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48" y="3552"/>
              <a:ext cx="906" cy="768"/>
            </a:xfrm>
            <a:prstGeom prst="ellipse">
              <a:avLst/>
            </a:prstGeom>
            <a:solidFill>
              <a:schemeClr val="bg1">
                <a:alpha val="50195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1pPr>
              <a:lvl2pPr marL="742950" indent="-285750"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2pPr>
              <a:lvl3pPr marL="1143000" indent="-228600"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3pPr>
              <a:lvl4pPr marL="1600200" indent="-228600"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4pPr>
              <a:lvl5pPr marL="2057400" indent="-228600"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</p:grpSp>
      <p:grpSp>
        <p:nvGrpSpPr>
          <p:cNvPr id="94" name="Group 17">
            <a:extLst>
              <a:ext uri="{FF2B5EF4-FFF2-40B4-BE49-F238E27FC236}">
                <a16:creationId xmlns:a16="http://schemas.microsoft.com/office/drawing/2014/main" id="{075AF995-EC9E-D8F4-2605-AA97459F45CB}"/>
              </a:ext>
            </a:extLst>
          </p:cNvPr>
          <p:cNvGrpSpPr>
            <a:grpSpLocks/>
          </p:cNvGrpSpPr>
          <p:nvPr/>
        </p:nvGrpSpPr>
        <p:grpSpPr bwMode="auto">
          <a:xfrm>
            <a:off x="5131819" y="4873555"/>
            <a:ext cx="457200" cy="457200"/>
            <a:chOff x="4848" y="3552"/>
            <a:chExt cx="912" cy="768"/>
          </a:xfrm>
        </p:grpSpPr>
        <p:grpSp>
          <p:nvGrpSpPr>
            <p:cNvPr id="95" name="Group 18">
              <a:extLst>
                <a:ext uri="{FF2B5EF4-FFF2-40B4-BE49-F238E27FC236}">
                  <a16:creationId xmlns:a16="http://schemas.microsoft.com/office/drawing/2014/main" id="{9E2286E5-9645-2279-5D9D-DC677B13EAA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848" y="3552"/>
              <a:ext cx="912" cy="768"/>
              <a:chOff x="383" y="1775"/>
              <a:chExt cx="2190" cy="2190"/>
            </a:xfrm>
          </p:grpSpPr>
          <p:grpSp>
            <p:nvGrpSpPr>
              <p:cNvPr id="97" name="Group 19">
                <a:extLst>
                  <a:ext uri="{FF2B5EF4-FFF2-40B4-BE49-F238E27FC236}">
                    <a16:creationId xmlns:a16="http://schemas.microsoft.com/office/drawing/2014/main" id="{75761898-9F75-4975-2A03-FBE79C7A982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83" y="1775"/>
                <a:ext cx="2190" cy="2190"/>
                <a:chOff x="383" y="1775"/>
                <a:chExt cx="2190" cy="2190"/>
              </a:xfrm>
            </p:grpSpPr>
            <p:grpSp>
              <p:nvGrpSpPr>
                <p:cNvPr id="99" name="Group 20">
                  <a:extLst>
                    <a:ext uri="{FF2B5EF4-FFF2-40B4-BE49-F238E27FC236}">
                      <a16:creationId xmlns:a16="http://schemas.microsoft.com/office/drawing/2014/main" id="{85BA8399-5493-D344-D56C-8BFEC78813F2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383" y="1775"/>
                  <a:ext cx="2190" cy="2190"/>
                  <a:chOff x="383" y="1775"/>
                  <a:chExt cx="2190" cy="2190"/>
                </a:xfrm>
              </p:grpSpPr>
              <p:grpSp>
                <p:nvGrpSpPr>
                  <p:cNvPr id="101" name="Group 21">
                    <a:extLst>
                      <a:ext uri="{FF2B5EF4-FFF2-40B4-BE49-F238E27FC236}">
                        <a16:creationId xmlns:a16="http://schemas.microsoft.com/office/drawing/2014/main" id="{9FDA6E1A-41F1-71AB-ED1D-9BCE0F284037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383" y="1775"/>
                    <a:ext cx="2190" cy="2190"/>
                    <a:chOff x="383" y="1775"/>
                    <a:chExt cx="2190" cy="2190"/>
                  </a:xfrm>
                </p:grpSpPr>
                <p:sp>
                  <p:nvSpPr>
                    <p:cNvPr id="103" name="Oval 22">
                      <a:extLst>
                        <a:ext uri="{FF2B5EF4-FFF2-40B4-BE49-F238E27FC236}">
                          <a16:creationId xmlns:a16="http://schemas.microsoft.com/office/drawing/2014/main" id="{D229149D-4696-C26E-DC19-3C0B2D4420A1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83" y="1775"/>
                      <a:ext cx="2190" cy="2190"/>
                    </a:xfrm>
                    <a:prstGeom prst="ellipse">
                      <a:avLst/>
                    </a:prstGeom>
                    <a:solidFill>
                      <a:srgbClr val="FF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>
                      <a:lvl1pPr>
                        <a:defRPr sz="900" b="1">
                          <a:solidFill>
                            <a:schemeClr val="bg1"/>
                          </a:solidFill>
                          <a:latin typeface="Wingdings 3" pitchFamily="2" charset="2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defRPr sz="900" b="1">
                          <a:solidFill>
                            <a:schemeClr val="bg1"/>
                          </a:solidFill>
                          <a:latin typeface="Wingdings 3" pitchFamily="2" charset="2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defRPr sz="900" b="1">
                          <a:solidFill>
                            <a:schemeClr val="bg1"/>
                          </a:solidFill>
                          <a:latin typeface="Wingdings 3" pitchFamily="2" charset="2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defRPr sz="900" b="1">
                          <a:solidFill>
                            <a:schemeClr val="bg1"/>
                          </a:solidFill>
                          <a:latin typeface="Wingdings 3" pitchFamily="2" charset="2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defRPr sz="900" b="1">
                          <a:solidFill>
                            <a:schemeClr val="bg1"/>
                          </a:solidFill>
                          <a:latin typeface="Wingdings 3" pitchFamily="2" charset="2"/>
                          <a:ea typeface="ＭＳ Ｐゴシック" panose="020B0600070205080204" pitchFamily="34" charset="-128"/>
                        </a:defRPr>
                      </a:lvl5pPr>
                      <a:lvl6pPr marL="2514600" indent="-228600" algn="ctr" eaLnBrk="0" fontAlgn="base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sz="900" b="1">
                          <a:solidFill>
                            <a:schemeClr val="bg1"/>
                          </a:solidFill>
                          <a:latin typeface="Wingdings 3" pitchFamily="2" charset="2"/>
                          <a:ea typeface="ＭＳ Ｐゴシック" panose="020B0600070205080204" pitchFamily="34" charset="-128"/>
                        </a:defRPr>
                      </a:lvl6pPr>
                      <a:lvl7pPr marL="2971800" indent="-228600" algn="ctr" eaLnBrk="0" fontAlgn="base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sz="900" b="1">
                          <a:solidFill>
                            <a:schemeClr val="bg1"/>
                          </a:solidFill>
                          <a:latin typeface="Wingdings 3" pitchFamily="2" charset="2"/>
                          <a:ea typeface="ＭＳ Ｐゴシック" panose="020B0600070205080204" pitchFamily="34" charset="-128"/>
                        </a:defRPr>
                      </a:lvl7pPr>
                      <a:lvl8pPr marL="3429000" indent="-228600" algn="ctr" eaLnBrk="0" fontAlgn="base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sz="900" b="1">
                          <a:solidFill>
                            <a:schemeClr val="bg1"/>
                          </a:solidFill>
                          <a:latin typeface="Wingdings 3" pitchFamily="2" charset="2"/>
                          <a:ea typeface="ＭＳ Ｐゴシック" panose="020B0600070205080204" pitchFamily="34" charset="-128"/>
                        </a:defRPr>
                      </a:lvl8pPr>
                      <a:lvl9pPr marL="3886200" indent="-228600" algn="ctr" eaLnBrk="0" fontAlgn="base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sz="900" b="1">
                          <a:solidFill>
                            <a:schemeClr val="bg1"/>
                          </a:solidFill>
                          <a:latin typeface="Wingdings 3" pitchFamily="2" charset="2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endParaRPr lang="en-US" altLang="en-US"/>
                    </a:p>
                  </p:txBody>
                </p:sp>
                <p:sp>
                  <p:nvSpPr>
                    <p:cNvPr id="104" name="Oval 23">
                      <a:extLst>
                        <a:ext uri="{FF2B5EF4-FFF2-40B4-BE49-F238E27FC236}">
                          <a16:creationId xmlns:a16="http://schemas.microsoft.com/office/drawing/2014/main" id="{507AE763-4069-B314-DE29-EA584908229C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15" y="1996"/>
                      <a:ext cx="1724" cy="1740"/>
                    </a:xfrm>
                    <a:prstGeom prst="ellipse">
                      <a:avLst/>
                    </a:pr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>
                      <a:lvl1pPr>
                        <a:defRPr sz="900" b="1">
                          <a:solidFill>
                            <a:schemeClr val="bg1"/>
                          </a:solidFill>
                          <a:latin typeface="Wingdings 3" pitchFamily="2" charset="2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defRPr sz="900" b="1">
                          <a:solidFill>
                            <a:schemeClr val="bg1"/>
                          </a:solidFill>
                          <a:latin typeface="Wingdings 3" pitchFamily="2" charset="2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defRPr sz="900" b="1">
                          <a:solidFill>
                            <a:schemeClr val="bg1"/>
                          </a:solidFill>
                          <a:latin typeface="Wingdings 3" pitchFamily="2" charset="2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defRPr sz="900" b="1">
                          <a:solidFill>
                            <a:schemeClr val="bg1"/>
                          </a:solidFill>
                          <a:latin typeface="Wingdings 3" pitchFamily="2" charset="2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defRPr sz="900" b="1">
                          <a:solidFill>
                            <a:schemeClr val="bg1"/>
                          </a:solidFill>
                          <a:latin typeface="Wingdings 3" pitchFamily="2" charset="2"/>
                          <a:ea typeface="ＭＳ Ｐゴシック" panose="020B0600070205080204" pitchFamily="34" charset="-128"/>
                        </a:defRPr>
                      </a:lvl5pPr>
                      <a:lvl6pPr marL="2514600" indent="-228600" algn="ctr" eaLnBrk="0" fontAlgn="base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sz="900" b="1">
                          <a:solidFill>
                            <a:schemeClr val="bg1"/>
                          </a:solidFill>
                          <a:latin typeface="Wingdings 3" pitchFamily="2" charset="2"/>
                          <a:ea typeface="ＭＳ Ｐゴシック" panose="020B0600070205080204" pitchFamily="34" charset="-128"/>
                        </a:defRPr>
                      </a:lvl6pPr>
                      <a:lvl7pPr marL="2971800" indent="-228600" algn="ctr" eaLnBrk="0" fontAlgn="base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sz="900" b="1">
                          <a:solidFill>
                            <a:schemeClr val="bg1"/>
                          </a:solidFill>
                          <a:latin typeface="Wingdings 3" pitchFamily="2" charset="2"/>
                          <a:ea typeface="ＭＳ Ｐゴシック" panose="020B0600070205080204" pitchFamily="34" charset="-128"/>
                        </a:defRPr>
                      </a:lvl7pPr>
                      <a:lvl8pPr marL="3429000" indent="-228600" algn="ctr" eaLnBrk="0" fontAlgn="base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sz="900" b="1">
                          <a:solidFill>
                            <a:schemeClr val="bg1"/>
                          </a:solidFill>
                          <a:latin typeface="Wingdings 3" pitchFamily="2" charset="2"/>
                          <a:ea typeface="ＭＳ Ｐゴシック" panose="020B0600070205080204" pitchFamily="34" charset="-128"/>
                        </a:defRPr>
                      </a:lvl8pPr>
                      <a:lvl9pPr marL="3886200" indent="-228600" algn="ctr" eaLnBrk="0" fontAlgn="base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sz="900" b="1">
                          <a:solidFill>
                            <a:schemeClr val="bg1"/>
                          </a:solidFill>
                          <a:latin typeface="Wingdings 3" pitchFamily="2" charset="2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endParaRPr lang="en-US" altLang="en-US"/>
                    </a:p>
                  </p:txBody>
                </p:sp>
              </p:grpSp>
              <p:sp>
                <p:nvSpPr>
                  <p:cNvPr id="102" name="Oval 24">
                    <a:extLst>
                      <a:ext uri="{FF2B5EF4-FFF2-40B4-BE49-F238E27FC236}">
                        <a16:creationId xmlns:a16="http://schemas.microsoft.com/office/drawing/2014/main" id="{0D692C2B-6EE7-E3DA-9687-3110D6997C87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848" y="2232"/>
                    <a:ext cx="1258" cy="1268"/>
                  </a:xfrm>
                  <a:prstGeom prst="ellipse">
                    <a:avLst/>
                  </a:prstGeom>
                  <a:solidFill>
                    <a:srgbClr val="0000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defRPr sz="900" b="1">
                        <a:solidFill>
                          <a:schemeClr val="bg1"/>
                        </a:solidFill>
                        <a:latin typeface="Wingdings 3" pitchFamily="2" charset="2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900" b="1">
                        <a:solidFill>
                          <a:schemeClr val="bg1"/>
                        </a:solidFill>
                        <a:latin typeface="Wingdings 3" pitchFamily="2" charset="2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900" b="1">
                        <a:solidFill>
                          <a:schemeClr val="bg1"/>
                        </a:solidFill>
                        <a:latin typeface="Wingdings 3" pitchFamily="2" charset="2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900" b="1">
                        <a:solidFill>
                          <a:schemeClr val="bg1"/>
                        </a:solidFill>
                        <a:latin typeface="Wingdings 3" pitchFamily="2" charset="2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900" b="1">
                        <a:solidFill>
                          <a:schemeClr val="bg1"/>
                        </a:solidFill>
                        <a:latin typeface="Wingdings 3" pitchFamily="2" charset="2"/>
                        <a:ea typeface="ＭＳ Ｐゴシック" panose="020B0600070205080204" pitchFamily="34" charset="-128"/>
                      </a:defRPr>
                    </a:lvl5pPr>
                    <a:lvl6pPr marL="2514600" indent="-228600" algn="ctr" eaLnBrk="0" fontAlgn="base" hangingPunct="0">
                      <a:lnSpc>
                        <a:spcPct val="8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defRPr sz="900" b="1">
                        <a:solidFill>
                          <a:schemeClr val="bg1"/>
                        </a:solidFill>
                        <a:latin typeface="Wingdings 3" pitchFamily="2" charset="2"/>
                        <a:ea typeface="ＭＳ Ｐゴシック" panose="020B0600070205080204" pitchFamily="34" charset="-128"/>
                      </a:defRPr>
                    </a:lvl6pPr>
                    <a:lvl7pPr marL="2971800" indent="-228600" algn="ctr" eaLnBrk="0" fontAlgn="base" hangingPunct="0">
                      <a:lnSpc>
                        <a:spcPct val="8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defRPr sz="900" b="1">
                        <a:solidFill>
                          <a:schemeClr val="bg1"/>
                        </a:solidFill>
                        <a:latin typeface="Wingdings 3" pitchFamily="2" charset="2"/>
                        <a:ea typeface="ＭＳ Ｐゴシック" panose="020B0600070205080204" pitchFamily="34" charset="-128"/>
                      </a:defRPr>
                    </a:lvl7pPr>
                    <a:lvl8pPr marL="3429000" indent="-228600" algn="ctr" eaLnBrk="0" fontAlgn="base" hangingPunct="0">
                      <a:lnSpc>
                        <a:spcPct val="8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defRPr sz="900" b="1">
                        <a:solidFill>
                          <a:schemeClr val="bg1"/>
                        </a:solidFill>
                        <a:latin typeface="Wingdings 3" pitchFamily="2" charset="2"/>
                        <a:ea typeface="ＭＳ Ｐゴシック" panose="020B0600070205080204" pitchFamily="34" charset="-128"/>
                      </a:defRPr>
                    </a:lvl8pPr>
                    <a:lvl9pPr marL="3886200" indent="-228600" algn="ctr" eaLnBrk="0" fontAlgn="base" hangingPunct="0">
                      <a:lnSpc>
                        <a:spcPct val="8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defRPr sz="900" b="1">
                        <a:solidFill>
                          <a:schemeClr val="bg1"/>
                        </a:solidFill>
                        <a:latin typeface="Wingdings 3" pitchFamily="2" charset="2"/>
                        <a:ea typeface="ＭＳ Ｐゴシック" panose="020B0600070205080204" pitchFamily="34" charset="-128"/>
                      </a:defRPr>
                    </a:lvl9pPr>
                  </a:lstStyle>
                  <a:p>
                    <a:endParaRPr lang="en-US" altLang="en-US"/>
                  </a:p>
                </p:txBody>
              </p:sp>
            </p:grpSp>
            <p:sp>
              <p:nvSpPr>
                <p:cNvPr id="100" name="Oval 25">
                  <a:extLst>
                    <a:ext uri="{FF2B5EF4-FFF2-40B4-BE49-F238E27FC236}">
                      <a16:creationId xmlns:a16="http://schemas.microsoft.com/office/drawing/2014/main" id="{04277E6C-028F-E989-4273-AF5E9FE5517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077" y="2464"/>
                  <a:ext cx="800" cy="804"/>
                </a:xfrm>
                <a:prstGeom prst="ellipse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defRPr sz="900" b="1">
                      <a:solidFill>
                        <a:schemeClr val="bg1"/>
                      </a:solidFill>
                      <a:latin typeface="Wingdings 3" pitchFamily="2" charset="2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900" b="1">
                      <a:solidFill>
                        <a:schemeClr val="bg1"/>
                      </a:solidFill>
                      <a:latin typeface="Wingdings 3" pitchFamily="2" charset="2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900" b="1">
                      <a:solidFill>
                        <a:schemeClr val="bg1"/>
                      </a:solidFill>
                      <a:latin typeface="Wingdings 3" pitchFamily="2" charset="2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900" b="1">
                      <a:solidFill>
                        <a:schemeClr val="bg1"/>
                      </a:solidFill>
                      <a:latin typeface="Wingdings 3" pitchFamily="2" charset="2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900" b="1">
                      <a:solidFill>
                        <a:schemeClr val="bg1"/>
                      </a:solidFill>
                      <a:latin typeface="Wingdings 3" pitchFamily="2" charset="2"/>
                      <a:ea typeface="ＭＳ Ｐゴシック" panose="020B0600070205080204" pitchFamily="34" charset="-128"/>
                    </a:defRPr>
                  </a:lvl5pPr>
                  <a:lvl6pPr marL="2514600" indent="-228600" algn="ctr" eaLnBrk="0" fontAlgn="base" hangingPunct="0">
                    <a:lnSpc>
                      <a:spcPct val="80000"/>
                    </a:lnSpc>
                    <a:spcBef>
                      <a:spcPct val="20000"/>
                    </a:spcBef>
                    <a:spcAft>
                      <a:spcPct val="0"/>
                    </a:spcAft>
                    <a:defRPr sz="900" b="1">
                      <a:solidFill>
                        <a:schemeClr val="bg1"/>
                      </a:solidFill>
                      <a:latin typeface="Wingdings 3" pitchFamily="2" charset="2"/>
                      <a:ea typeface="ＭＳ Ｐゴシック" panose="020B0600070205080204" pitchFamily="34" charset="-128"/>
                    </a:defRPr>
                  </a:lvl6pPr>
                  <a:lvl7pPr marL="2971800" indent="-228600" algn="ctr" eaLnBrk="0" fontAlgn="base" hangingPunct="0">
                    <a:lnSpc>
                      <a:spcPct val="80000"/>
                    </a:lnSpc>
                    <a:spcBef>
                      <a:spcPct val="20000"/>
                    </a:spcBef>
                    <a:spcAft>
                      <a:spcPct val="0"/>
                    </a:spcAft>
                    <a:defRPr sz="900" b="1">
                      <a:solidFill>
                        <a:schemeClr val="bg1"/>
                      </a:solidFill>
                      <a:latin typeface="Wingdings 3" pitchFamily="2" charset="2"/>
                      <a:ea typeface="ＭＳ Ｐゴシック" panose="020B0600070205080204" pitchFamily="34" charset="-128"/>
                    </a:defRPr>
                  </a:lvl7pPr>
                  <a:lvl8pPr marL="3429000" indent="-228600" algn="ctr" eaLnBrk="0" fontAlgn="base" hangingPunct="0">
                    <a:lnSpc>
                      <a:spcPct val="80000"/>
                    </a:lnSpc>
                    <a:spcBef>
                      <a:spcPct val="20000"/>
                    </a:spcBef>
                    <a:spcAft>
                      <a:spcPct val="0"/>
                    </a:spcAft>
                    <a:defRPr sz="900" b="1">
                      <a:solidFill>
                        <a:schemeClr val="bg1"/>
                      </a:solidFill>
                      <a:latin typeface="Wingdings 3" pitchFamily="2" charset="2"/>
                      <a:ea typeface="ＭＳ Ｐゴシック" panose="020B0600070205080204" pitchFamily="34" charset="-128"/>
                    </a:defRPr>
                  </a:lvl8pPr>
                  <a:lvl9pPr marL="3886200" indent="-228600" algn="ctr" eaLnBrk="0" fontAlgn="base" hangingPunct="0">
                    <a:lnSpc>
                      <a:spcPct val="80000"/>
                    </a:lnSpc>
                    <a:spcBef>
                      <a:spcPct val="20000"/>
                    </a:spcBef>
                    <a:spcAft>
                      <a:spcPct val="0"/>
                    </a:spcAft>
                    <a:defRPr sz="900" b="1">
                      <a:solidFill>
                        <a:schemeClr val="bg1"/>
                      </a:solidFill>
                      <a:latin typeface="Wingdings 3" pitchFamily="2" charset="2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en-US" altLang="en-US"/>
                </a:p>
              </p:txBody>
            </p:sp>
          </p:grpSp>
          <p:sp>
            <p:nvSpPr>
              <p:cNvPr id="98" name="Oval 26">
                <a:extLst>
                  <a:ext uri="{FF2B5EF4-FFF2-40B4-BE49-F238E27FC236}">
                    <a16:creationId xmlns:a16="http://schemas.microsoft.com/office/drawing/2014/main" id="{35079DAF-033B-3103-FB42-2ED878F5318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09" y="2696"/>
                <a:ext cx="336" cy="34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900" b="1">
                    <a:solidFill>
                      <a:schemeClr val="bg1"/>
                    </a:solidFill>
                    <a:latin typeface="Wingdings 3" pitchFamily="2" charset="2"/>
                    <a:ea typeface="ＭＳ Ｐゴシック" panose="020B0600070205080204" pitchFamily="34" charset="-128"/>
                  </a:defRPr>
                </a:lvl1pPr>
                <a:lvl2pPr marL="742950" indent="-285750">
                  <a:defRPr sz="900" b="1">
                    <a:solidFill>
                      <a:schemeClr val="bg1"/>
                    </a:solidFill>
                    <a:latin typeface="Wingdings 3" pitchFamily="2" charset="2"/>
                    <a:ea typeface="ＭＳ Ｐゴシック" panose="020B0600070205080204" pitchFamily="34" charset="-128"/>
                  </a:defRPr>
                </a:lvl2pPr>
                <a:lvl3pPr marL="1143000" indent="-228600">
                  <a:defRPr sz="900" b="1">
                    <a:solidFill>
                      <a:schemeClr val="bg1"/>
                    </a:solidFill>
                    <a:latin typeface="Wingdings 3" pitchFamily="2" charset="2"/>
                    <a:ea typeface="ＭＳ Ｐゴシック" panose="020B0600070205080204" pitchFamily="34" charset="-128"/>
                  </a:defRPr>
                </a:lvl3pPr>
                <a:lvl4pPr marL="1600200" indent="-228600">
                  <a:defRPr sz="900" b="1">
                    <a:solidFill>
                      <a:schemeClr val="bg1"/>
                    </a:solidFill>
                    <a:latin typeface="Wingdings 3" pitchFamily="2" charset="2"/>
                    <a:ea typeface="ＭＳ Ｐゴシック" panose="020B0600070205080204" pitchFamily="34" charset="-128"/>
                  </a:defRPr>
                </a:lvl4pPr>
                <a:lvl5pPr marL="2057400" indent="-228600">
                  <a:defRPr sz="900" b="1">
                    <a:solidFill>
                      <a:schemeClr val="bg1"/>
                    </a:solidFill>
                    <a:latin typeface="Wingdings 3" pitchFamily="2" charset="2"/>
                    <a:ea typeface="ＭＳ Ｐゴシック" panose="020B0600070205080204" pitchFamily="34" charset="-128"/>
                  </a:defRPr>
                </a:lvl5pPr>
                <a:lvl6pPr marL="25146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Wingdings 3" pitchFamily="2" charset="2"/>
                    <a:ea typeface="ＭＳ Ｐゴシック" panose="020B0600070205080204" pitchFamily="34" charset="-128"/>
                  </a:defRPr>
                </a:lvl6pPr>
                <a:lvl7pPr marL="29718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Wingdings 3" pitchFamily="2" charset="2"/>
                    <a:ea typeface="ＭＳ Ｐゴシック" panose="020B0600070205080204" pitchFamily="34" charset="-128"/>
                  </a:defRPr>
                </a:lvl7pPr>
                <a:lvl8pPr marL="34290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Wingdings 3" pitchFamily="2" charset="2"/>
                    <a:ea typeface="ＭＳ Ｐゴシック" panose="020B0600070205080204" pitchFamily="34" charset="-128"/>
                  </a:defRPr>
                </a:lvl8pPr>
                <a:lvl9pPr marL="38862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Wingdings 3" pitchFamily="2" charset="2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</p:grpSp>
        <p:sp>
          <p:nvSpPr>
            <p:cNvPr id="96" name="Oval 27">
              <a:extLst>
                <a:ext uri="{FF2B5EF4-FFF2-40B4-BE49-F238E27FC236}">
                  <a16:creationId xmlns:a16="http://schemas.microsoft.com/office/drawing/2014/main" id="{5F300510-35BC-8508-D892-8995D3A145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48" y="3552"/>
              <a:ext cx="906" cy="768"/>
            </a:xfrm>
            <a:prstGeom prst="ellipse">
              <a:avLst/>
            </a:prstGeom>
            <a:solidFill>
              <a:schemeClr val="bg1">
                <a:alpha val="50195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1pPr>
              <a:lvl2pPr marL="742950" indent="-285750"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2pPr>
              <a:lvl3pPr marL="1143000" indent="-228600"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3pPr>
              <a:lvl4pPr marL="1600200" indent="-228600"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4pPr>
              <a:lvl5pPr marL="2057400" indent="-228600"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</p:grpSp>
      <p:grpSp>
        <p:nvGrpSpPr>
          <p:cNvPr id="105" name="Group 17">
            <a:extLst>
              <a:ext uri="{FF2B5EF4-FFF2-40B4-BE49-F238E27FC236}">
                <a16:creationId xmlns:a16="http://schemas.microsoft.com/office/drawing/2014/main" id="{FC478B23-2E0B-2409-EAC8-9B8C0ABBB056}"/>
              </a:ext>
            </a:extLst>
          </p:cNvPr>
          <p:cNvGrpSpPr>
            <a:grpSpLocks/>
          </p:cNvGrpSpPr>
          <p:nvPr/>
        </p:nvGrpSpPr>
        <p:grpSpPr bwMode="auto">
          <a:xfrm>
            <a:off x="5131819" y="5470035"/>
            <a:ext cx="457200" cy="457200"/>
            <a:chOff x="4848" y="3552"/>
            <a:chExt cx="912" cy="768"/>
          </a:xfrm>
        </p:grpSpPr>
        <p:grpSp>
          <p:nvGrpSpPr>
            <p:cNvPr id="106" name="Group 18">
              <a:extLst>
                <a:ext uri="{FF2B5EF4-FFF2-40B4-BE49-F238E27FC236}">
                  <a16:creationId xmlns:a16="http://schemas.microsoft.com/office/drawing/2014/main" id="{CA17FAAD-31AD-FE2F-D1FC-BEF8A9C4483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848" y="3552"/>
              <a:ext cx="912" cy="768"/>
              <a:chOff x="383" y="1775"/>
              <a:chExt cx="2190" cy="2190"/>
            </a:xfrm>
          </p:grpSpPr>
          <p:grpSp>
            <p:nvGrpSpPr>
              <p:cNvPr id="108" name="Group 19">
                <a:extLst>
                  <a:ext uri="{FF2B5EF4-FFF2-40B4-BE49-F238E27FC236}">
                    <a16:creationId xmlns:a16="http://schemas.microsoft.com/office/drawing/2014/main" id="{EECEFEDB-E30D-EEB9-CDEA-ED1CCB7FFDC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83" y="1775"/>
                <a:ext cx="2190" cy="2190"/>
                <a:chOff x="383" y="1775"/>
                <a:chExt cx="2190" cy="2190"/>
              </a:xfrm>
            </p:grpSpPr>
            <p:grpSp>
              <p:nvGrpSpPr>
                <p:cNvPr id="110" name="Group 20">
                  <a:extLst>
                    <a:ext uri="{FF2B5EF4-FFF2-40B4-BE49-F238E27FC236}">
                      <a16:creationId xmlns:a16="http://schemas.microsoft.com/office/drawing/2014/main" id="{2CD17803-8928-4F19-5E44-57549B873E61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383" y="1775"/>
                  <a:ext cx="2190" cy="2190"/>
                  <a:chOff x="383" y="1775"/>
                  <a:chExt cx="2190" cy="2190"/>
                </a:xfrm>
              </p:grpSpPr>
              <p:grpSp>
                <p:nvGrpSpPr>
                  <p:cNvPr id="112" name="Group 21">
                    <a:extLst>
                      <a:ext uri="{FF2B5EF4-FFF2-40B4-BE49-F238E27FC236}">
                        <a16:creationId xmlns:a16="http://schemas.microsoft.com/office/drawing/2014/main" id="{167B69FD-4E55-5F84-B493-9A29EA56B20A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383" y="1775"/>
                    <a:ext cx="2190" cy="2190"/>
                    <a:chOff x="383" y="1775"/>
                    <a:chExt cx="2190" cy="2190"/>
                  </a:xfrm>
                </p:grpSpPr>
                <p:sp>
                  <p:nvSpPr>
                    <p:cNvPr id="114" name="Oval 22">
                      <a:extLst>
                        <a:ext uri="{FF2B5EF4-FFF2-40B4-BE49-F238E27FC236}">
                          <a16:creationId xmlns:a16="http://schemas.microsoft.com/office/drawing/2014/main" id="{724D7CB8-DC2A-DDCE-EDB8-4DDDBC54B5EE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83" y="1775"/>
                      <a:ext cx="2190" cy="2190"/>
                    </a:xfrm>
                    <a:prstGeom prst="ellipse">
                      <a:avLst/>
                    </a:prstGeom>
                    <a:solidFill>
                      <a:srgbClr val="FF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>
                      <a:lvl1pPr>
                        <a:defRPr sz="900" b="1">
                          <a:solidFill>
                            <a:schemeClr val="bg1"/>
                          </a:solidFill>
                          <a:latin typeface="Wingdings 3" pitchFamily="2" charset="2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defRPr sz="900" b="1">
                          <a:solidFill>
                            <a:schemeClr val="bg1"/>
                          </a:solidFill>
                          <a:latin typeface="Wingdings 3" pitchFamily="2" charset="2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defRPr sz="900" b="1">
                          <a:solidFill>
                            <a:schemeClr val="bg1"/>
                          </a:solidFill>
                          <a:latin typeface="Wingdings 3" pitchFamily="2" charset="2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defRPr sz="900" b="1">
                          <a:solidFill>
                            <a:schemeClr val="bg1"/>
                          </a:solidFill>
                          <a:latin typeface="Wingdings 3" pitchFamily="2" charset="2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defRPr sz="900" b="1">
                          <a:solidFill>
                            <a:schemeClr val="bg1"/>
                          </a:solidFill>
                          <a:latin typeface="Wingdings 3" pitchFamily="2" charset="2"/>
                          <a:ea typeface="ＭＳ Ｐゴシック" panose="020B0600070205080204" pitchFamily="34" charset="-128"/>
                        </a:defRPr>
                      </a:lvl5pPr>
                      <a:lvl6pPr marL="2514600" indent="-228600" algn="ctr" eaLnBrk="0" fontAlgn="base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sz="900" b="1">
                          <a:solidFill>
                            <a:schemeClr val="bg1"/>
                          </a:solidFill>
                          <a:latin typeface="Wingdings 3" pitchFamily="2" charset="2"/>
                          <a:ea typeface="ＭＳ Ｐゴシック" panose="020B0600070205080204" pitchFamily="34" charset="-128"/>
                        </a:defRPr>
                      </a:lvl6pPr>
                      <a:lvl7pPr marL="2971800" indent="-228600" algn="ctr" eaLnBrk="0" fontAlgn="base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sz="900" b="1">
                          <a:solidFill>
                            <a:schemeClr val="bg1"/>
                          </a:solidFill>
                          <a:latin typeface="Wingdings 3" pitchFamily="2" charset="2"/>
                          <a:ea typeface="ＭＳ Ｐゴシック" panose="020B0600070205080204" pitchFamily="34" charset="-128"/>
                        </a:defRPr>
                      </a:lvl7pPr>
                      <a:lvl8pPr marL="3429000" indent="-228600" algn="ctr" eaLnBrk="0" fontAlgn="base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sz="900" b="1">
                          <a:solidFill>
                            <a:schemeClr val="bg1"/>
                          </a:solidFill>
                          <a:latin typeface="Wingdings 3" pitchFamily="2" charset="2"/>
                          <a:ea typeface="ＭＳ Ｐゴシック" panose="020B0600070205080204" pitchFamily="34" charset="-128"/>
                        </a:defRPr>
                      </a:lvl8pPr>
                      <a:lvl9pPr marL="3886200" indent="-228600" algn="ctr" eaLnBrk="0" fontAlgn="base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sz="900" b="1">
                          <a:solidFill>
                            <a:schemeClr val="bg1"/>
                          </a:solidFill>
                          <a:latin typeface="Wingdings 3" pitchFamily="2" charset="2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endParaRPr lang="en-US" altLang="en-US"/>
                    </a:p>
                  </p:txBody>
                </p:sp>
                <p:sp>
                  <p:nvSpPr>
                    <p:cNvPr id="115" name="Oval 23">
                      <a:extLst>
                        <a:ext uri="{FF2B5EF4-FFF2-40B4-BE49-F238E27FC236}">
                          <a16:creationId xmlns:a16="http://schemas.microsoft.com/office/drawing/2014/main" id="{6026CC05-E1DB-D687-4021-2F65CBF1A53E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15" y="1996"/>
                      <a:ext cx="1724" cy="1740"/>
                    </a:xfrm>
                    <a:prstGeom prst="ellipse">
                      <a:avLst/>
                    </a:pr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>
                      <a:lvl1pPr>
                        <a:defRPr sz="900" b="1">
                          <a:solidFill>
                            <a:schemeClr val="bg1"/>
                          </a:solidFill>
                          <a:latin typeface="Wingdings 3" pitchFamily="2" charset="2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defRPr sz="900" b="1">
                          <a:solidFill>
                            <a:schemeClr val="bg1"/>
                          </a:solidFill>
                          <a:latin typeface="Wingdings 3" pitchFamily="2" charset="2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defRPr sz="900" b="1">
                          <a:solidFill>
                            <a:schemeClr val="bg1"/>
                          </a:solidFill>
                          <a:latin typeface="Wingdings 3" pitchFamily="2" charset="2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defRPr sz="900" b="1">
                          <a:solidFill>
                            <a:schemeClr val="bg1"/>
                          </a:solidFill>
                          <a:latin typeface="Wingdings 3" pitchFamily="2" charset="2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defRPr sz="900" b="1">
                          <a:solidFill>
                            <a:schemeClr val="bg1"/>
                          </a:solidFill>
                          <a:latin typeface="Wingdings 3" pitchFamily="2" charset="2"/>
                          <a:ea typeface="ＭＳ Ｐゴシック" panose="020B0600070205080204" pitchFamily="34" charset="-128"/>
                        </a:defRPr>
                      </a:lvl5pPr>
                      <a:lvl6pPr marL="2514600" indent="-228600" algn="ctr" eaLnBrk="0" fontAlgn="base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sz="900" b="1">
                          <a:solidFill>
                            <a:schemeClr val="bg1"/>
                          </a:solidFill>
                          <a:latin typeface="Wingdings 3" pitchFamily="2" charset="2"/>
                          <a:ea typeface="ＭＳ Ｐゴシック" panose="020B0600070205080204" pitchFamily="34" charset="-128"/>
                        </a:defRPr>
                      </a:lvl6pPr>
                      <a:lvl7pPr marL="2971800" indent="-228600" algn="ctr" eaLnBrk="0" fontAlgn="base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sz="900" b="1">
                          <a:solidFill>
                            <a:schemeClr val="bg1"/>
                          </a:solidFill>
                          <a:latin typeface="Wingdings 3" pitchFamily="2" charset="2"/>
                          <a:ea typeface="ＭＳ Ｐゴシック" panose="020B0600070205080204" pitchFamily="34" charset="-128"/>
                        </a:defRPr>
                      </a:lvl7pPr>
                      <a:lvl8pPr marL="3429000" indent="-228600" algn="ctr" eaLnBrk="0" fontAlgn="base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sz="900" b="1">
                          <a:solidFill>
                            <a:schemeClr val="bg1"/>
                          </a:solidFill>
                          <a:latin typeface="Wingdings 3" pitchFamily="2" charset="2"/>
                          <a:ea typeface="ＭＳ Ｐゴシック" panose="020B0600070205080204" pitchFamily="34" charset="-128"/>
                        </a:defRPr>
                      </a:lvl8pPr>
                      <a:lvl9pPr marL="3886200" indent="-228600" algn="ctr" eaLnBrk="0" fontAlgn="base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sz="900" b="1">
                          <a:solidFill>
                            <a:schemeClr val="bg1"/>
                          </a:solidFill>
                          <a:latin typeface="Wingdings 3" pitchFamily="2" charset="2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endParaRPr lang="en-US" altLang="en-US"/>
                    </a:p>
                  </p:txBody>
                </p:sp>
              </p:grpSp>
              <p:sp>
                <p:nvSpPr>
                  <p:cNvPr id="113" name="Oval 24">
                    <a:extLst>
                      <a:ext uri="{FF2B5EF4-FFF2-40B4-BE49-F238E27FC236}">
                        <a16:creationId xmlns:a16="http://schemas.microsoft.com/office/drawing/2014/main" id="{DE90B7EA-0127-399F-5E64-686ED06274BB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848" y="2232"/>
                    <a:ext cx="1258" cy="1268"/>
                  </a:xfrm>
                  <a:prstGeom prst="ellipse">
                    <a:avLst/>
                  </a:prstGeom>
                  <a:solidFill>
                    <a:srgbClr val="0000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defRPr sz="900" b="1">
                        <a:solidFill>
                          <a:schemeClr val="bg1"/>
                        </a:solidFill>
                        <a:latin typeface="Wingdings 3" pitchFamily="2" charset="2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900" b="1">
                        <a:solidFill>
                          <a:schemeClr val="bg1"/>
                        </a:solidFill>
                        <a:latin typeface="Wingdings 3" pitchFamily="2" charset="2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900" b="1">
                        <a:solidFill>
                          <a:schemeClr val="bg1"/>
                        </a:solidFill>
                        <a:latin typeface="Wingdings 3" pitchFamily="2" charset="2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900" b="1">
                        <a:solidFill>
                          <a:schemeClr val="bg1"/>
                        </a:solidFill>
                        <a:latin typeface="Wingdings 3" pitchFamily="2" charset="2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900" b="1">
                        <a:solidFill>
                          <a:schemeClr val="bg1"/>
                        </a:solidFill>
                        <a:latin typeface="Wingdings 3" pitchFamily="2" charset="2"/>
                        <a:ea typeface="ＭＳ Ｐゴシック" panose="020B0600070205080204" pitchFamily="34" charset="-128"/>
                      </a:defRPr>
                    </a:lvl5pPr>
                    <a:lvl6pPr marL="2514600" indent="-228600" algn="ctr" eaLnBrk="0" fontAlgn="base" hangingPunct="0">
                      <a:lnSpc>
                        <a:spcPct val="8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defRPr sz="900" b="1">
                        <a:solidFill>
                          <a:schemeClr val="bg1"/>
                        </a:solidFill>
                        <a:latin typeface="Wingdings 3" pitchFamily="2" charset="2"/>
                        <a:ea typeface="ＭＳ Ｐゴシック" panose="020B0600070205080204" pitchFamily="34" charset="-128"/>
                      </a:defRPr>
                    </a:lvl6pPr>
                    <a:lvl7pPr marL="2971800" indent="-228600" algn="ctr" eaLnBrk="0" fontAlgn="base" hangingPunct="0">
                      <a:lnSpc>
                        <a:spcPct val="8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defRPr sz="900" b="1">
                        <a:solidFill>
                          <a:schemeClr val="bg1"/>
                        </a:solidFill>
                        <a:latin typeface="Wingdings 3" pitchFamily="2" charset="2"/>
                        <a:ea typeface="ＭＳ Ｐゴシック" panose="020B0600070205080204" pitchFamily="34" charset="-128"/>
                      </a:defRPr>
                    </a:lvl7pPr>
                    <a:lvl8pPr marL="3429000" indent="-228600" algn="ctr" eaLnBrk="0" fontAlgn="base" hangingPunct="0">
                      <a:lnSpc>
                        <a:spcPct val="8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defRPr sz="900" b="1">
                        <a:solidFill>
                          <a:schemeClr val="bg1"/>
                        </a:solidFill>
                        <a:latin typeface="Wingdings 3" pitchFamily="2" charset="2"/>
                        <a:ea typeface="ＭＳ Ｐゴシック" panose="020B0600070205080204" pitchFamily="34" charset="-128"/>
                      </a:defRPr>
                    </a:lvl8pPr>
                    <a:lvl9pPr marL="3886200" indent="-228600" algn="ctr" eaLnBrk="0" fontAlgn="base" hangingPunct="0">
                      <a:lnSpc>
                        <a:spcPct val="8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defRPr sz="900" b="1">
                        <a:solidFill>
                          <a:schemeClr val="bg1"/>
                        </a:solidFill>
                        <a:latin typeface="Wingdings 3" pitchFamily="2" charset="2"/>
                        <a:ea typeface="ＭＳ Ｐゴシック" panose="020B0600070205080204" pitchFamily="34" charset="-128"/>
                      </a:defRPr>
                    </a:lvl9pPr>
                  </a:lstStyle>
                  <a:p>
                    <a:endParaRPr lang="en-US" altLang="en-US"/>
                  </a:p>
                </p:txBody>
              </p:sp>
            </p:grpSp>
            <p:sp>
              <p:nvSpPr>
                <p:cNvPr id="111" name="Oval 25">
                  <a:extLst>
                    <a:ext uri="{FF2B5EF4-FFF2-40B4-BE49-F238E27FC236}">
                      <a16:creationId xmlns:a16="http://schemas.microsoft.com/office/drawing/2014/main" id="{F429DE7A-622E-F553-2E7C-E447A043E1D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077" y="2464"/>
                  <a:ext cx="800" cy="804"/>
                </a:xfrm>
                <a:prstGeom prst="ellipse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defRPr sz="900" b="1">
                      <a:solidFill>
                        <a:schemeClr val="bg1"/>
                      </a:solidFill>
                      <a:latin typeface="Wingdings 3" pitchFamily="2" charset="2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900" b="1">
                      <a:solidFill>
                        <a:schemeClr val="bg1"/>
                      </a:solidFill>
                      <a:latin typeface="Wingdings 3" pitchFamily="2" charset="2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900" b="1">
                      <a:solidFill>
                        <a:schemeClr val="bg1"/>
                      </a:solidFill>
                      <a:latin typeface="Wingdings 3" pitchFamily="2" charset="2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900" b="1">
                      <a:solidFill>
                        <a:schemeClr val="bg1"/>
                      </a:solidFill>
                      <a:latin typeface="Wingdings 3" pitchFamily="2" charset="2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900" b="1">
                      <a:solidFill>
                        <a:schemeClr val="bg1"/>
                      </a:solidFill>
                      <a:latin typeface="Wingdings 3" pitchFamily="2" charset="2"/>
                      <a:ea typeface="ＭＳ Ｐゴシック" panose="020B0600070205080204" pitchFamily="34" charset="-128"/>
                    </a:defRPr>
                  </a:lvl5pPr>
                  <a:lvl6pPr marL="2514600" indent="-228600" algn="ctr" eaLnBrk="0" fontAlgn="base" hangingPunct="0">
                    <a:lnSpc>
                      <a:spcPct val="80000"/>
                    </a:lnSpc>
                    <a:spcBef>
                      <a:spcPct val="20000"/>
                    </a:spcBef>
                    <a:spcAft>
                      <a:spcPct val="0"/>
                    </a:spcAft>
                    <a:defRPr sz="900" b="1">
                      <a:solidFill>
                        <a:schemeClr val="bg1"/>
                      </a:solidFill>
                      <a:latin typeface="Wingdings 3" pitchFamily="2" charset="2"/>
                      <a:ea typeface="ＭＳ Ｐゴシック" panose="020B0600070205080204" pitchFamily="34" charset="-128"/>
                    </a:defRPr>
                  </a:lvl6pPr>
                  <a:lvl7pPr marL="2971800" indent="-228600" algn="ctr" eaLnBrk="0" fontAlgn="base" hangingPunct="0">
                    <a:lnSpc>
                      <a:spcPct val="80000"/>
                    </a:lnSpc>
                    <a:spcBef>
                      <a:spcPct val="20000"/>
                    </a:spcBef>
                    <a:spcAft>
                      <a:spcPct val="0"/>
                    </a:spcAft>
                    <a:defRPr sz="900" b="1">
                      <a:solidFill>
                        <a:schemeClr val="bg1"/>
                      </a:solidFill>
                      <a:latin typeface="Wingdings 3" pitchFamily="2" charset="2"/>
                      <a:ea typeface="ＭＳ Ｐゴシック" panose="020B0600070205080204" pitchFamily="34" charset="-128"/>
                    </a:defRPr>
                  </a:lvl7pPr>
                  <a:lvl8pPr marL="3429000" indent="-228600" algn="ctr" eaLnBrk="0" fontAlgn="base" hangingPunct="0">
                    <a:lnSpc>
                      <a:spcPct val="80000"/>
                    </a:lnSpc>
                    <a:spcBef>
                      <a:spcPct val="20000"/>
                    </a:spcBef>
                    <a:spcAft>
                      <a:spcPct val="0"/>
                    </a:spcAft>
                    <a:defRPr sz="900" b="1">
                      <a:solidFill>
                        <a:schemeClr val="bg1"/>
                      </a:solidFill>
                      <a:latin typeface="Wingdings 3" pitchFamily="2" charset="2"/>
                      <a:ea typeface="ＭＳ Ｐゴシック" panose="020B0600070205080204" pitchFamily="34" charset="-128"/>
                    </a:defRPr>
                  </a:lvl8pPr>
                  <a:lvl9pPr marL="3886200" indent="-228600" algn="ctr" eaLnBrk="0" fontAlgn="base" hangingPunct="0">
                    <a:lnSpc>
                      <a:spcPct val="80000"/>
                    </a:lnSpc>
                    <a:spcBef>
                      <a:spcPct val="20000"/>
                    </a:spcBef>
                    <a:spcAft>
                      <a:spcPct val="0"/>
                    </a:spcAft>
                    <a:defRPr sz="900" b="1">
                      <a:solidFill>
                        <a:schemeClr val="bg1"/>
                      </a:solidFill>
                      <a:latin typeface="Wingdings 3" pitchFamily="2" charset="2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en-US" altLang="en-US"/>
                </a:p>
              </p:txBody>
            </p:sp>
          </p:grpSp>
          <p:sp>
            <p:nvSpPr>
              <p:cNvPr id="109" name="Oval 26">
                <a:extLst>
                  <a:ext uri="{FF2B5EF4-FFF2-40B4-BE49-F238E27FC236}">
                    <a16:creationId xmlns:a16="http://schemas.microsoft.com/office/drawing/2014/main" id="{BB253284-0EFE-4AA4-6327-69E47C74262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09" y="2696"/>
                <a:ext cx="336" cy="34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900" b="1">
                    <a:solidFill>
                      <a:schemeClr val="bg1"/>
                    </a:solidFill>
                    <a:latin typeface="Wingdings 3" pitchFamily="2" charset="2"/>
                    <a:ea typeface="ＭＳ Ｐゴシック" panose="020B0600070205080204" pitchFamily="34" charset="-128"/>
                  </a:defRPr>
                </a:lvl1pPr>
                <a:lvl2pPr marL="742950" indent="-285750">
                  <a:defRPr sz="900" b="1">
                    <a:solidFill>
                      <a:schemeClr val="bg1"/>
                    </a:solidFill>
                    <a:latin typeface="Wingdings 3" pitchFamily="2" charset="2"/>
                    <a:ea typeface="ＭＳ Ｐゴシック" panose="020B0600070205080204" pitchFamily="34" charset="-128"/>
                  </a:defRPr>
                </a:lvl2pPr>
                <a:lvl3pPr marL="1143000" indent="-228600">
                  <a:defRPr sz="900" b="1">
                    <a:solidFill>
                      <a:schemeClr val="bg1"/>
                    </a:solidFill>
                    <a:latin typeface="Wingdings 3" pitchFamily="2" charset="2"/>
                    <a:ea typeface="ＭＳ Ｐゴシック" panose="020B0600070205080204" pitchFamily="34" charset="-128"/>
                  </a:defRPr>
                </a:lvl3pPr>
                <a:lvl4pPr marL="1600200" indent="-228600">
                  <a:defRPr sz="900" b="1">
                    <a:solidFill>
                      <a:schemeClr val="bg1"/>
                    </a:solidFill>
                    <a:latin typeface="Wingdings 3" pitchFamily="2" charset="2"/>
                    <a:ea typeface="ＭＳ Ｐゴシック" panose="020B0600070205080204" pitchFamily="34" charset="-128"/>
                  </a:defRPr>
                </a:lvl4pPr>
                <a:lvl5pPr marL="2057400" indent="-228600">
                  <a:defRPr sz="900" b="1">
                    <a:solidFill>
                      <a:schemeClr val="bg1"/>
                    </a:solidFill>
                    <a:latin typeface="Wingdings 3" pitchFamily="2" charset="2"/>
                    <a:ea typeface="ＭＳ Ｐゴシック" panose="020B0600070205080204" pitchFamily="34" charset="-128"/>
                  </a:defRPr>
                </a:lvl5pPr>
                <a:lvl6pPr marL="25146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Wingdings 3" pitchFamily="2" charset="2"/>
                    <a:ea typeface="ＭＳ Ｐゴシック" panose="020B0600070205080204" pitchFamily="34" charset="-128"/>
                  </a:defRPr>
                </a:lvl6pPr>
                <a:lvl7pPr marL="29718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Wingdings 3" pitchFamily="2" charset="2"/>
                    <a:ea typeface="ＭＳ Ｐゴシック" panose="020B0600070205080204" pitchFamily="34" charset="-128"/>
                  </a:defRPr>
                </a:lvl7pPr>
                <a:lvl8pPr marL="34290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Wingdings 3" pitchFamily="2" charset="2"/>
                    <a:ea typeface="ＭＳ Ｐゴシック" panose="020B0600070205080204" pitchFamily="34" charset="-128"/>
                  </a:defRPr>
                </a:lvl8pPr>
                <a:lvl9pPr marL="38862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Wingdings 3" pitchFamily="2" charset="2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</p:grpSp>
        <p:sp>
          <p:nvSpPr>
            <p:cNvPr id="107" name="Oval 27">
              <a:extLst>
                <a:ext uri="{FF2B5EF4-FFF2-40B4-BE49-F238E27FC236}">
                  <a16:creationId xmlns:a16="http://schemas.microsoft.com/office/drawing/2014/main" id="{04E83799-5C80-69F1-541D-74D46B1866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48" y="3552"/>
              <a:ext cx="906" cy="768"/>
            </a:xfrm>
            <a:prstGeom prst="ellipse">
              <a:avLst/>
            </a:prstGeom>
            <a:solidFill>
              <a:schemeClr val="bg1">
                <a:alpha val="50195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1pPr>
              <a:lvl2pPr marL="742950" indent="-285750"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2pPr>
              <a:lvl3pPr marL="1143000" indent="-228600"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3pPr>
              <a:lvl4pPr marL="1600200" indent="-228600"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4pPr>
              <a:lvl5pPr marL="2057400" indent="-228600"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</p:grpSp>
      <p:grpSp>
        <p:nvGrpSpPr>
          <p:cNvPr id="116" name="Group 17">
            <a:extLst>
              <a:ext uri="{FF2B5EF4-FFF2-40B4-BE49-F238E27FC236}">
                <a16:creationId xmlns:a16="http://schemas.microsoft.com/office/drawing/2014/main" id="{DE781EA8-310B-5592-8F3A-D1F6C407BC2E}"/>
              </a:ext>
            </a:extLst>
          </p:cNvPr>
          <p:cNvGrpSpPr>
            <a:grpSpLocks/>
          </p:cNvGrpSpPr>
          <p:nvPr/>
        </p:nvGrpSpPr>
        <p:grpSpPr bwMode="auto">
          <a:xfrm>
            <a:off x="8633992" y="5840955"/>
            <a:ext cx="457200" cy="457200"/>
            <a:chOff x="4848" y="3552"/>
            <a:chExt cx="912" cy="768"/>
          </a:xfrm>
        </p:grpSpPr>
        <p:grpSp>
          <p:nvGrpSpPr>
            <p:cNvPr id="117" name="Group 18">
              <a:extLst>
                <a:ext uri="{FF2B5EF4-FFF2-40B4-BE49-F238E27FC236}">
                  <a16:creationId xmlns:a16="http://schemas.microsoft.com/office/drawing/2014/main" id="{9961AEC5-E106-4796-0A61-E1BA5970E27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848" y="3552"/>
              <a:ext cx="912" cy="768"/>
              <a:chOff x="383" y="1775"/>
              <a:chExt cx="2190" cy="2190"/>
            </a:xfrm>
          </p:grpSpPr>
          <p:grpSp>
            <p:nvGrpSpPr>
              <p:cNvPr id="119" name="Group 19">
                <a:extLst>
                  <a:ext uri="{FF2B5EF4-FFF2-40B4-BE49-F238E27FC236}">
                    <a16:creationId xmlns:a16="http://schemas.microsoft.com/office/drawing/2014/main" id="{93661700-68CC-57D3-8722-21049BA45B6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83" y="1775"/>
                <a:ext cx="2190" cy="2190"/>
                <a:chOff x="383" y="1775"/>
                <a:chExt cx="2190" cy="2190"/>
              </a:xfrm>
            </p:grpSpPr>
            <p:grpSp>
              <p:nvGrpSpPr>
                <p:cNvPr id="121" name="Group 20">
                  <a:extLst>
                    <a:ext uri="{FF2B5EF4-FFF2-40B4-BE49-F238E27FC236}">
                      <a16:creationId xmlns:a16="http://schemas.microsoft.com/office/drawing/2014/main" id="{F9AF10CB-B51B-0F4D-2B53-01725F02BC56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383" y="1775"/>
                  <a:ext cx="2190" cy="2190"/>
                  <a:chOff x="383" y="1775"/>
                  <a:chExt cx="2190" cy="2190"/>
                </a:xfrm>
              </p:grpSpPr>
              <p:grpSp>
                <p:nvGrpSpPr>
                  <p:cNvPr id="123" name="Group 21">
                    <a:extLst>
                      <a:ext uri="{FF2B5EF4-FFF2-40B4-BE49-F238E27FC236}">
                        <a16:creationId xmlns:a16="http://schemas.microsoft.com/office/drawing/2014/main" id="{4D3E18EE-B0A6-AC3C-3642-8E0254108B06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383" y="1775"/>
                    <a:ext cx="2190" cy="2190"/>
                    <a:chOff x="383" y="1775"/>
                    <a:chExt cx="2190" cy="2190"/>
                  </a:xfrm>
                </p:grpSpPr>
                <p:sp>
                  <p:nvSpPr>
                    <p:cNvPr id="125" name="Oval 22">
                      <a:extLst>
                        <a:ext uri="{FF2B5EF4-FFF2-40B4-BE49-F238E27FC236}">
                          <a16:creationId xmlns:a16="http://schemas.microsoft.com/office/drawing/2014/main" id="{87C7525D-293D-B721-DCA5-884632992EFE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83" y="1775"/>
                      <a:ext cx="2190" cy="2190"/>
                    </a:xfrm>
                    <a:prstGeom prst="ellipse">
                      <a:avLst/>
                    </a:prstGeom>
                    <a:solidFill>
                      <a:srgbClr val="FF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>
                      <a:lvl1pPr>
                        <a:defRPr sz="900" b="1">
                          <a:solidFill>
                            <a:schemeClr val="bg1"/>
                          </a:solidFill>
                          <a:latin typeface="Wingdings 3" pitchFamily="2" charset="2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defRPr sz="900" b="1">
                          <a:solidFill>
                            <a:schemeClr val="bg1"/>
                          </a:solidFill>
                          <a:latin typeface="Wingdings 3" pitchFamily="2" charset="2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defRPr sz="900" b="1">
                          <a:solidFill>
                            <a:schemeClr val="bg1"/>
                          </a:solidFill>
                          <a:latin typeface="Wingdings 3" pitchFamily="2" charset="2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defRPr sz="900" b="1">
                          <a:solidFill>
                            <a:schemeClr val="bg1"/>
                          </a:solidFill>
                          <a:latin typeface="Wingdings 3" pitchFamily="2" charset="2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defRPr sz="900" b="1">
                          <a:solidFill>
                            <a:schemeClr val="bg1"/>
                          </a:solidFill>
                          <a:latin typeface="Wingdings 3" pitchFamily="2" charset="2"/>
                          <a:ea typeface="ＭＳ Ｐゴシック" panose="020B0600070205080204" pitchFamily="34" charset="-128"/>
                        </a:defRPr>
                      </a:lvl5pPr>
                      <a:lvl6pPr marL="2514600" indent="-228600" algn="ctr" eaLnBrk="0" fontAlgn="base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sz="900" b="1">
                          <a:solidFill>
                            <a:schemeClr val="bg1"/>
                          </a:solidFill>
                          <a:latin typeface="Wingdings 3" pitchFamily="2" charset="2"/>
                          <a:ea typeface="ＭＳ Ｐゴシック" panose="020B0600070205080204" pitchFamily="34" charset="-128"/>
                        </a:defRPr>
                      </a:lvl6pPr>
                      <a:lvl7pPr marL="2971800" indent="-228600" algn="ctr" eaLnBrk="0" fontAlgn="base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sz="900" b="1">
                          <a:solidFill>
                            <a:schemeClr val="bg1"/>
                          </a:solidFill>
                          <a:latin typeface="Wingdings 3" pitchFamily="2" charset="2"/>
                          <a:ea typeface="ＭＳ Ｐゴシック" panose="020B0600070205080204" pitchFamily="34" charset="-128"/>
                        </a:defRPr>
                      </a:lvl7pPr>
                      <a:lvl8pPr marL="3429000" indent="-228600" algn="ctr" eaLnBrk="0" fontAlgn="base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sz="900" b="1">
                          <a:solidFill>
                            <a:schemeClr val="bg1"/>
                          </a:solidFill>
                          <a:latin typeface="Wingdings 3" pitchFamily="2" charset="2"/>
                          <a:ea typeface="ＭＳ Ｐゴシック" panose="020B0600070205080204" pitchFamily="34" charset="-128"/>
                        </a:defRPr>
                      </a:lvl8pPr>
                      <a:lvl9pPr marL="3886200" indent="-228600" algn="ctr" eaLnBrk="0" fontAlgn="base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sz="900" b="1">
                          <a:solidFill>
                            <a:schemeClr val="bg1"/>
                          </a:solidFill>
                          <a:latin typeface="Wingdings 3" pitchFamily="2" charset="2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endParaRPr lang="en-US" altLang="en-US"/>
                    </a:p>
                  </p:txBody>
                </p:sp>
                <p:sp>
                  <p:nvSpPr>
                    <p:cNvPr id="126" name="Oval 23">
                      <a:extLst>
                        <a:ext uri="{FF2B5EF4-FFF2-40B4-BE49-F238E27FC236}">
                          <a16:creationId xmlns:a16="http://schemas.microsoft.com/office/drawing/2014/main" id="{4C59E6A4-F625-2ACC-8D31-7C7336B37172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15" y="1996"/>
                      <a:ext cx="1724" cy="1740"/>
                    </a:xfrm>
                    <a:prstGeom prst="ellipse">
                      <a:avLst/>
                    </a:pr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>
                      <a:lvl1pPr>
                        <a:defRPr sz="900" b="1">
                          <a:solidFill>
                            <a:schemeClr val="bg1"/>
                          </a:solidFill>
                          <a:latin typeface="Wingdings 3" pitchFamily="2" charset="2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defRPr sz="900" b="1">
                          <a:solidFill>
                            <a:schemeClr val="bg1"/>
                          </a:solidFill>
                          <a:latin typeface="Wingdings 3" pitchFamily="2" charset="2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defRPr sz="900" b="1">
                          <a:solidFill>
                            <a:schemeClr val="bg1"/>
                          </a:solidFill>
                          <a:latin typeface="Wingdings 3" pitchFamily="2" charset="2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defRPr sz="900" b="1">
                          <a:solidFill>
                            <a:schemeClr val="bg1"/>
                          </a:solidFill>
                          <a:latin typeface="Wingdings 3" pitchFamily="2" charset="2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defRPr sz="900" b="1">
                          <a:solidFill>
                            <a:schemeClr val="bg1"/>
                          </a:solidFill>
                          <a:latin typeface="Wingdings 3" pitchFamily="2" charset="2"/>
                          <a:ea typeface="ＭＳ Ｐゴシック" panose="020B0600070205080204" pitchFamily="34" charset="-128"/>
                        </a:defRPr>
                      </a:lvl5pPr>
                      <a:lvl6pPr marL="2514600" indent="-228600" algn="ctr" eaLnBrk="0" fontAlgn="base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sz="900" b="1">
                          <a:solidFill>
                            <a:schemeClr val="bg1"/>
                          </a:solidFill>
                          <a:latin typeface="Wingdings 3" pitchFamily="2" charset="2"/>
                          <a:ea typeface="ＭＳ Ｐゴシック" panose="020B0600070205080204" pitchFamily="34" charset="-128"/>
                        </a:defRPr>
                      </a:lvl6pPr>
                      <a:lvl7pPr marL="2971800" indent="-228600" algn="ctr" eaLnBrk="0" fontAlgn="base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sz="900" b="1">
                          <a:solidFill>
                            <a:schemeClr val="bg1"/>
                          </a:solidFill>
                          <a:latin typeface="Wingdings 3" pitchFamily="2" charset="2"/>
                          <a:ea typeface="ＭＳ Ｐゴシック" panose="020B0600070205080204" pitchFamily="34" charset="-128"/>
                        </a:defRPr>
                      </a:lvl7pPr>
                      <a:lvl8pPr marL="3429000" indent="-228600" algn="ctr" eaLnBrk="0" fontAlgn="base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sz="900" b="1">
                          <a:solidFill>
                            <a:schemeClr val="bg1"/>
                          </a:solidFill>
                          <a:latin typeface="Wingdings 3" pitchFamily="2" charset="2"/>
                          <a:ea typeface="ＭＳ Ｐゴシック" panose="020B0600070205080204" pitchFamily="34" charset="-128"/>
                        </a:defRPr>
                      </a:lvl8pPr>
                      <a:lvl9pPr marL="3886200" indent="-228600" algn="ctr" eaLnBrk="0" fontAlgn="base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sz="900" b="1">
                          <a:solidFill>
                            <a:schemeClr val="bg1"/>
                          </a:solidFill>
                          <a:latin typeface="Wingdings 3" pitchFamily="2" charset="2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endParaRPr lang="en-US" altLang="en-US"/>
                    </a:p>
                  </p:txBody>
                </p:sp>
              </p:grpSp>
              <p:sp>
                <p:nvSpPr>
                  <p:cNvPr id="124" name="Oval 24">
                    <a:extLst>
                      <a:ext uri="{FF2B5EF4-FFF2-40B4-BE49-F238E27FC236}">
                        <a16:creationId xmlns:a16="http://schemas.microsoft.com/office/drawing/2014/main" id="{2EC5D4E3-20D3-B7D3-781E-71B1372A4F6F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848" y="2232"/>
                    <a:ext cx="1258" cy="1268"/>
                  </a:xfrm>
                  <a:prstGeom prst="ellipse">
                    <a:avLst/>
                  </a:prstGeom>
                  <a:solidFill>
                    <a:srgbClr val="0000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defRPr sz="900" b="1">
                        <a:solidFill>
                          <a:schemeClr val="bg1"/>
                        </a:solidFill>
                        <a:latin typeface="Wingdings 3" pitchFamily="2" charset="2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900" b="1">
                        <a:solidFill>
                          <a:schemeClr val="bg1"/>
                        </a:solidFill>
                        <a:latin typeface="Wingdings 3" pitchFamily="2" charset="2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900" b="1">
                        <a:solidFill>
                          <a:schemeClr val="bg1"/>
                        </a:solidFill>
                        <a:latin typeface="Wingdings 3" pitchFamily="2" charset="2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900" b="1">
                        <a:solidFill>
                          <a:schemeClr val="bg1"/>
                        </a:solidFill>
                        <a:latin typeface="Wingdings 3" pitchFamily="2" charset="2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900" b="1">
                        <a:solidFill>
                          <a:schemeClr val="bg1"/>
                        </a:solidFill>
                        <a:latin typeface="Wingdings 3" pitchFamily="2" charset="2"/>
                        <a:ea typeface="ＭＳ Ｐゴシック" panose="020B0600070205080204" pitchFamily="34" charset="-128"/>
                      </a:defRPr>
                    </a:lvl5pPr>
                    <a:lvl6pPr marL="2514600" indent="-228600" algn="ctr" eaLnBrk="0" fontAlgn="base" hangingPunct="0">
                      <a:lnSpc>
                        <a:spcPct val="8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defRPr sz="900" b="1">
                        <a:solidFill>
                          <a:schemeClr val="bg1"/>
                        </a:solidFill>
                        <a:latin typeface="Wingdings 3" pitchFamily="2" charset="2"/>
                        <a:ea typeface="ＭＳ Ｐゴシック" panose="020B0600070205080204" pitchFamily="34" charset="-128"/>
                      </a:defRPr>
                    </a:lvl6pPr>
                    <a:lvl7pPr marL="2971800" indent="-228600" algn="ctr" eaLnBrk="0" fontAlgn="base" hangingPunct="0">
                      <a:lnSpc>
                        <a:spcPct val="8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defRPr sz="900" b="1">
                        <a:solidFill>
                          <a:schemeClr val="bg1"/>
                        </a:solidFill>
                        <a:latin typeface="Wingdings 3" pitchFamily="2" charset="2"/>
                        <a:ea typeface="ＭＳ Ｐゴシック" panose="020B0600070205080204" pitchFamily="34" charset="-128"/>
                      </a:defRPr>
                    </a:lvl7pPr>
                    <a:lvl8pPr marL="3429000" indent="-228600" algn="ctr" eaLnBrk="0" fontAlgn="base" hangingPunct="0">
                      <a:lnSpc>
                        <a:spcPct val="8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defRPr sz="900" b="1">
                        <a:solidFill>
                          <a:schemeClr val="bg1"/>
                        </a:solidFill>
                        <a:latin typeface="Wingdings 3" pitchFamily="2" charset="2"/>
                        <a:ea typeface="ＭＳ Ｐゴシック" panose="020B0600070205080204" pitchFamily="34" charset="-128"/>
                      </a:defRPr>
                    </a:lvl8pPr>
                    <a:lvl9pPr marL="3886200" indent="-228600" algn="ctr" eaLnBrk="0" fontAlgn="base" hangingPunct="0">
                      <a:lnSpc>
                        <a:spcPct val="8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defRPr sz="900" b="1">
                        <a:solidFill>
                          <a:schemeClr val="bg1"/>
                        </a:solidFill>
                        <a:latin typeface="Wingdings 3" pitchFamily="2" charset="2"/>
                        <a:ea typeface="ＭＳ Ｐゴシック" panose="020B0600070205080204" pitchFamily="34" charset="-128"/>
                      </a:defRPr>
                    </a:lvl9pPr>
                  </a:lstStyle>
                  <a:p>
                    <a:endParaRPr lang="en-US" altLang="en-US"/>
                  </a:p>
                </p:txBody>
              </p:sp>
            </p:grpSp>
            <p:sp>
              <p:nvSpPr>
                <p:cNvPr id="122" name="Oval 25">
                  <a:extLst>
                    <a:ext uri="{FF2B5EF4-FFF2-40B4-BE49-F238E27FC236}">
                      <a16:creationId xmlns:a16="http://schemas.microsoft.com/office/drawing/2014/main" id="{927A922D-0D64-3B5E-47B0-34CD877A910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077" y="2464"/>
                  <a:ext cx="800" cy="804"/>
                </a:xfrm>
                <a:prstGeom prst="ellipse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defRPr sz="900" b="1">
                      <a:solidFill>
                        <a:schemeClr val="bg1"/>
                      </a:solidFill>
                      <a:latin typeface="Wingdings 3" pitchFamily="2" charset="2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900" b="1">
                      <a:solidFill>
                        <a:schemeClr val="bg1"/>
                      </a:solidFill>
                      <a:latin typeface="Wingdings 3" pitchFamily="2" charset="2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900" b="1">
                      <a:solidFill>
                        <a:schemeClr val="bg1"/>
                      </a:solidFill>
                      <a:latin typeface="Wingdings 3" pitchFamily="2" charset="2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900" b="1">
                      <a:solidFill>
                        <a:schemeClr val="bg1"/>
                      </a:solidFill>
                      <a:latin typeface="Wingdings 3" pitchFamily="2" charset="2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900" b="1">
                      <a:solidFill>
                        <a:schemeClr val="bg1"/>
                      </a:solidFill>
                      <a:latin typeface="Wingdings 3" pitchFamily="2" charset="2"/>
                      <a:ea typeface="ＭＳ Ｐゴシック" panose="020B0600070205080204" pitchFamily="34" charset="-128"/>
                    </a:defRPr>
                  </a:lvl5pPr>
                  <a:lvl6pPr marL="2514600" indent="-228600" algn="ctr" eaLnBrk="0" fontAlgn="base" hangingPunct="0">
                    <a:lnSpc>
                      <a:spcPct val="80000"/>
                    </a:lnSpc>
                    <a:spcBef>
                      <a:spcPct val="20000"/>
                    </a:spcBef>
                    <a:spcAft>
                      <a:spcPct val="0"/>
                    </a:spcAft>
                    <a:defRPr sz="900" b="1">
                      <a:solidFill>
                        <a:schemeClr val="bg1"/>
                      </a:solidFill>
                      <a:latin typeface="Wingdings 3" pitchFamily="2" charset="2"/>
                      <a:ea typeface="ＭＳ Ｐゴシック" panose="020B0600070205080204" pitchFamily="34" charset="-128"/>
                    </a:defRPr>
                  </a:lvl6pPr>
                  <a:lvl7pPr marL="2971800" indent="-228600" algn="ctr" eaLnBrk="0" fontAlgn="base" hangingPunct="0">
                    <a:lnSpc>
                      <a:spcPct val="80000"/>
                    </a:lnSpc>
                    <a:spcBef>
                      <a:spcPct val="20000"/>
                    </a:spcBef>
                    <a:spcAft>
                      <a:spcPct val="0"/>
                    </a:spcAft>
                    <a:defRPr sz="900" b="1">
                      <a:solidFill>
                        <a:schemeClr val="bg1"/>
                      </a:solidFill>
                      <a:latin typeface="Wingdings 3" pitchFamily="2" charset="2"/>
                      <a:ea typeface="ＭＳ Ｐゴシック" panose="020B0600070205080204" pitchFamily="34" charset="-128"/>
                    </a:defRPr>
                  </a:lvl7pPr>
                  <a:lvl8pPr marL="3429000" indent="-228600" algn="ctr" eaLnBrk="0" fontAlgn="base" hangingPunct="0">
                    <a:lnSpc>
                      <a:spcPct val="80000"/>
                    </a:lnSpc>
                    <a:spcBef>
                      <a:spcPct val="20000"/>
                    </a:spcBef>
                    <a:spcAft>
                      <a:spcPct val="0"/>
                    </a:spcAft>
                    <a:defRPr sz="900" b="1">
                      <a:solidFill>
                        <a:schemeClr val="bg1"/>
                      </a:solidFill>
                      <a:latin typeface="Wingdings 3" pitchFamily="2" charset="2"/>
                      <a:ea typeface="ＭＳ Ｐゴシック" panose="020B0600070205080204" pitchFamily="34" charset="-128"/>
                    </a:defRPr>
                  </a:lvl8pPr>
                  <a:lvl9pPr marL="3886200" indent="-228600" algn="ctr" eaLnBrk="0" fontAlgn="base" hangingPunct="0">
                    <a:lnSpc>
                      <a:spcPct val="80000"/>
                    </a:lnSpc>
                    <a:spcBef>
                      <a:spcPct val="20000"/>
                    </a:spcBef>
                    <a:spcAft>
                      <a:spcPct val="0"/>
                    </a:spcAft>
                    <a:defRPr sz="900" b="1">
                      <a:solidFill>
                        <a:schemeClr val="bg1"/>
                      </a:solidFill>
                      <a:latin typeface="Wingdings 3" pitchFamily="2" charset="2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en-US" altLang="en-US"/>
                </a:p>
              </p:txBody>
            </p:sp>
          </p:grpSp>
          <p:sp>
            <p:nvSpPr>
              <p:cNvPr id="120" name="Oval 26">
                <a:extLst>
                  <a:ext uri="{FF2B5EF4-FFF2-40B4-BE49-F238E27FC236}">
                    <a16:creationId xmlns:a16="http://schemas.microsoft.com/office/drawing/2014/main" id="{6E0B5361-4DFC-11BA-DA5D-91373CD4647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09" y="2696"/>
                <a:ext cx="336" cy="34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900" b="1">
                    <a:solidFill>
                      <a:schemeClr val="bg1"/>
                    </a:solidFill>
                    <a:latin typeface="Wingdings 3" pitchFamily="2" charset="2"/>
                    <a:ea typeface="ＭＳ Ｐゴシック" panose="020B0600070205080204" pitchFamily="34" charset="-128"/>
                  </a:defRPr>
                </a:lvl1pPr>
                <a:lvl2pPr marL="742950" indent="-285750">
                  <a:defRPr sz="900" b="1">
                    <a:solidFill>
                      <a:schemeClr val="bg1"/>
                    </a:solidFill>
                    <a:latin typeface="Wingdings 3" pitchFamily="2" charset="2"/>
                    <a:ea typeface="ＭＳ Ｐゴシック" panose="020B0600070205080204" pitchFamily="34" charset="-128"/>
                  </a:defRPr>
                </a:lvl2pPr>
                <a:lvl3pPr marL="1143000" indent="-228600">
                  <a:defRPr sz="900" b="1">
                    <a:solidFill>
                      <a:schemeClr val="bg1"/>
                    </a:solidFill>
                    <a:latin typeface="Wingdings 3" pitchFamily="2" charset="2"/>
                    <a:ea typeface="ＭＳ Ｐゴシック" panose="020B0600070205080204" pitchFamily="34" charset="-128"/>
                  </a:defRPr>
                </a:lvl3pPr>
                <a:lvl4pPr marL="1600200" indent="-228600">
                  <a:defRPr sz="900" b="1">
                    <a:solidFill>
                      <a:schemeClr val="bg1"/>
                    </a:solidFill>
                    <a:latin typeface="Wingdings 3" pitchFamily="2" charset="2"/>
                    <a:ea typeface="ＭＳ Ｐゴシック" panose="020B0600070205080204" pitchFamily="34" charset="-128"/>
                  </a:defRPr>
                </a:lvl4pPr>
                <a:lvl5pPr marL="2057400" indent="-228600">
                  <a:defRPr sz="900" b="1">
                    <a:solidFill>
                      <a:schemeClr val="bg1"/>
                    </a:solidFill>
                    <a:latin typeface="Wingdings 3" pitchFamily="2" charset="2"/>
                    <a:ea typeface="ＭＳ Ｐゴシック" panose="020B0600070205080204" pitchFamily="34" charset="-128"/>
                  </a:defRPr>
                </a:lvl5pPr>
                <a:lvl6pPr marL="25146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Wingdings 3" pitchFamily="2" charset="2"/>
                    <a:ea typeface="ＭＳ Ｐゴシック" panose="020B0600070205080204" pitchFamily="34" charset="-128"/>
                  </a:defRPr>
                </a:lvl6pPr>
                <a:lvl7pPr marL="29718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Wingdings 3" pitchFamily="2" charset="2"/>
                    <a:ea typeface="ＭＳ Ｐゴシック" panose="020B0600070205080204" pitchFamily="34" charset="-128"/>
                  </a:defRPr>
                </a:lvl7pPr>
                <a:lvl8pPr marL="34290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Wingdings 3" pitchFamily="2" charset="2"/>
                    <a:ea typeface="ＭＳ Ｐゴシック" panose="020B0600070205080204" pitchFamily="34" charset="-128"/>
                  </a:defRPr>
                </a:lvl8pPr>
                <a:lvl9pPr marL="38862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Wingdings 3" pitchFamily="2" charset="2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</p:grpSp>
        <p:sp>
          <p:nvSpPr>
            <p:cNvPr id="118" name="Oval 27">
              <a:extLst>
                <a:ext uri="{FF2B5EF4-FFF2-40B4-BE49-F238E27FC236}">
                  <a16:creationId xmlns:a16="http://schemas.microsoft.com/office/drawing/2014/main" id="{E4EA5392-95E4-92FA-FD95-1D6011AF22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48" y="3552"/>
              <a:ext cx="906" cy="768"/>
            </a:xfrm>
            <a:prstGeom prst="ellipse">
              <a:avLst/>
            </a:prstGeom>
            <a:solidFill>
              <a:schemeClr val="bg1">
                <a:alpha val="50195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1pPr>
              <a:lvl2pPr marL="742950" indent="-285750"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2pPr>
              <a:lvl3pPr marL="1143000" indent="-228600"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3pPr>
              <a:lvl4pPr marL="1600200" indent="-228600"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4pPr>
              <a:lvl5pPr marL="2057400" indent="-228600"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42627420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54BD6F-6292-1419-34B1-5FF9D29AA4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Anatomy of a Major - Minor Action Item Relationship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5D3A4A67-F339-FE92-5261-103E1C26D2DC}"/>
              </a:ext>
            </a:extLst>
          </p:cNvPr>
          <p:cNvGrpSpPr/>
          <p:nvPr/>
        </p:nvGrpSpPr>
        <p:grpSpPr>
          <a:xfrm>
            <a:off x="211856" y="1892594"/>
            <a:ext cx="10515600" cy="4284369"/>
            <a:chOff x="211856" y="942238"/>
            <a:chExt cx="10531362" cy="5695098"/>
          </a:xfrm>
        </p:grpSpPr>
        <p:cxnSp>
          <p:nvCxnSpPr>
            <p:cNvPr id="3" name="Straight Arrow Connector 2">
              <a:extLst>
                <a:ext uri="{FF2B5EF4-FFF2-40B4-BE49-F238E27FC236}">
                  <a16:creationId xmlns:a16="http://schemas.microsoft.com/office/drawing/2014/main" id="{EF1FDF2C-1A8A-4310-2249-DAE47B3DA1C0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7740062" y="4964928"/>
              <a:ext cx="0" cy="1038307"/>
            </a:xfrm>
            <a:prstGeom prst="straightConnector1">
              <a:avLst/>
            </a:prstGeom>
            <a:solidFill>
              <a:srgbClr val="808080"/>
            </a:solidFill>
            <a:ln w="120650" cap="sq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4" name="Text Box 52">
              <a:extLst>
                <a:ext uri="{FF2B5EF4-FFF2-40B4-BE49-F238E27FC236}">
                  <a16:creationId xmlns:a16="http://schemas.microsoft.com/office/drawing/2014/main" id="{3230D6CC-D631-1AAA-B52B-EBEA36D66FB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63066" y="3712145"/>
              <a:ext cx="1703221" cy="2616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1pPr>
              <a:lvl2pPr marL="742950" indent="-285750"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2pPr>
              <a:lvl3pPr marL="1143000" indent="-228600"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3pPr>
              <a:lvl4pPr marL="1600200" indent="-228600"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4pPr>
              <a:lvl5pPr marL="2057400" indent="-228600"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50000"/>
                </a:spcBef>
              </a:pPr>
              <a:r>
                <a:rPr lang="en-US" altLang="en-US" sz="1100" dirty="0">
                  <a:solidFill>
                    <a:schemeClr val="tx1"/>
                  </a:solidFill>
                  <a:latin typeface="+mn-lt"/>
                </a:rPr>
                <a:t>POINT OF IMPACT</a:t>
              </a:r>
            </a:p>
          </p:txBody>
        </p:sp>
        <p:cxnSp>
          <p:nvCxnSpPr>
            <p:cNvPr id="5" name="Straight Arrow Connector 4">
              <a:extLst>
                <a:ext uri="{FF2B5EF4-FFF2-40B4-BE49-F238E27FC236}">
                  <a16:creationId xmlns:a16="http://schemas.microsoft.com/office/drawing/2014/main" id="{BA3386D1-E535-8B10-6634-6057D8995E3D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2921186" y="3011463"/>
              <a:ext cx="1788250" cy="0"/>
            </a:xfrm>
            <a:prstGeom prst="straightConnector1">
              <a:avLst/>
            </a:prstGeom>
            <a:solidFill>
              <a:srgbClr val="808080"/>
            </a:solidFill>
            <a:ln w="120650" cap="sq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6" name="AutoShape 8">
              <a:extLst>
                <a:ext uri="{FF2B5EF4-FFF2-40B4-BE49-F238E27FC236}">
                  <a16:creationId xmlns:a16="http://schemas.microsoft.com/office/drawing/2014/main" id="{69B5F445-6D81-B56A-81B1-EFD7AFC78E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1856" y="2410721"/>
              <a:ext cx="3082248" cy="1201483"/>
            </a:xfrm>
            <a:prstGeom prst="roundRect">
              <a:avLst>
                <a:gd name="adj" fmla="val 16667"/>
              </a:avLst>
            </a:prstGeom>
            <a:solidFill>
              <a:schemeClr val="tx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1pPr>
              <a:lvl2pPr marL="742950" indent="-285750"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2pPr>
              <a:lvl3pPr marL="1143000" indent="-228600"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3pPr>
              <a:lvl4pPr marL="1600200" indent="-228600"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4pPr>
              <a:lvl5pPr marL="2057400" indent="-228600"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</a:pPr>
              <a:r>
                <a:rPr lang="en-US" altLang="en-US" sz="2400" dirty="0">
                  <a:latin typeface="+mn-lt"/>
                </a:rPr>
                <a:t>Major Action 1:</a:t>
              </a:r>
            </a:p>
            <a:p>
              <a:pPr>
                <a:lnSpc>
                  <a:spcPct val="100000"/>
                </a:lnSpc>
                <a:spcBef>
                  <a:spcPct val="0"/>
                </a:spcBef>
              </a:pPr>
              <a:r>
                <a:rPr lang="en-US" altLang="en-US" sz="1400" dirty="0">
                  <a:latin typeface="+mn-lt"/>
                </a:rPr>
                <a:t>Develop Career Profile Inventory</a:t>
              </a:r>
            </a:p>
            <a:p>
              <a:pPr>
                <a:lnSpc>
                  <a:spcPct val="100000"/>
                </a:lnSpc>
                <a:spcBef>
                  <a:spcPct val="0"/>
                </a:spcBef>
              </a:pPr>
              <a:r>
                <a:rPr lang="en-US" altLang="en-US" sz="1400" dirty="0">
                  <a:latin typeface="+mn-lt"/>
                </a:rPr>
                <a:t>for Targeted Positions</a:t>
              </a:r>
            </a:p>
          </p:txBody>
        </p:sp>
        <p:sp>
          <p:nvSpPr>
            <p:cNvPr id="7" name="AutoShape 8">
              <a:extLst>
                <a:ext uri="{FF2B5EF4-FFF2-40B4-BE49-F238E27FC236}">
                  <a16:creationId xmlns:a16="http://schemas.microsoft.com/office/drawing/2014/main" id="{97A49E66-053D-0D14-2995-68D4655EA3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96281" y="942238"/>
              <a:ext cx="5946937" cy="4414666"/>
            </a:xfrm>
            <a:prstGeom prst="roundRect">
              <a:avLst>
                <a:gd name="adj" fmla="val 16667"/>
              </a:avLst>
            </a:prstGeom>
            <a:solidFill>
              <a:schemeClr val="tx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1pPr>
              <a:lvl2pPr marL="742950" indent="-285750"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2pPr>
              <a:lvl3pPr marL="1143000" indent="-228600"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3pPr>
              <a:lvl4pPr marL="1600200" indent="-228600"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4pPr>
              <a:lvl5pPr marL="2057400" indent="-228600"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</a:pPr>
              <a:r>
                <a:rPr lang="en-US" altLang="en-US" sz="2400" i="1" u="sng" dirty="0">
                  <a:latin typeface="+mn-lt"/>
                </a:rPr>
                <a:t>Minor Actions:</a:t>
              </a:r>
            </a:p>
            <a:p>
              <a:pPr marL="342900" indent="-342900">
                <a:lnSpc>
                  <a:spcPct val="100000"/>
                </a:lnSpc>
                <a:spcBef>
                  <a:spcPct val="0"/>
                </a:spcBef>
                <a:buFont typeface="+mj-lt"/>
                <a:buAutoNum type="arabicPeriod"/>
              </a:pPr>
              <a:r>
                <a:rPr lang="en-US" altLang="en-US" sz="1400" dirty="0">
                  <a:latin typeface="+mn-lt"/>
                </a:rPr>
                <a:t>Draft Initial Inventory for Key Positions:</a:t>
              </a:r>
            </a:p>
            <a:p>
              <a:pPr marL="1085850" lvl="1" indent="-342900">
                <a:spcBef>
                  <a:spcPct val="0"/>
                </a:spcBef>
                <a:buFont typeface="+mj-lt"/>
                <a:buAutoNum type="arabicPeriod"/>
              </a:pPr>
              <a:r>
                <a:rPr lang="en-US" altLang="en-US" sz="1400" dirty="0">
                  <a:latin typeface="+mn-lt"/>
                </a:rPr>
                <a:t>Operations VP</a:t>
              </a:r>
            </a:p>
            <a:p>
              <a:pPr marL="1085850" lvl="1" indent="-342900">
                <a:spcBef>
                  <a:spcPct val="0"/>
                </a:spcBef>
                <a:buFont typeface="+mj-lt"/>
                <a:buAutoNum type="arabicPeriod"/>
              </a:pPr>
              <a:r>
                <a:rPr lang="en-US" altLang="en-US" sz="1400" dirty="0">
                  <a:latin typeface="+mn-lt"/>
                </a:rPr>
                <a:t>Sales VP</a:t>
              </a:r>
            </a:p>
            <a:p>
              <a:pPr marL="1085850" lvl="1" indent="-342900">
                <a:spcBef>
                  <a:spcPct val="0"/>
                </a:spcBef>
                <a:buFont typeface="+mj-lt"/>
                <a:buAutoNum type="arabicPeriod"/>
              </a:pPr>
              <a:r>
                <a:rPr lang="en-US" altLang="en-US" sz="1400" dirty="0">
                  <a:latin typeface="+mn-lt"/>
                </a:rPr>
                <a:t>Marketing VP</a:t>
              </a:r>
            </a:p>
            <a:p>
              <a:pPr marL="1085850" lvl="1" indent="-342900">
                <a:spcBef>
                  <a:spcPct val="0"/>
                </a:spcBef>
                <a:buFont typeface="+mj-lt"/>
                <a:buAutoNum type="arabicPeriod"/>
              </a:pPr>
              <a:r>
                <a:rPr lang="en-US" altLang="en-US" sz="1400" dirty="0">
                  <a:latin typeface="+mn-lt"/>
                </a:rPr>
                <a:t>CFO</a:t>
              </a:r>
            </a:p>
            <a:p>
              <a:pPr marL="1085850" lvl="1" indent="-342900">
                <a:spcBef>
                  <a:spcPct val="0"/>
                </a:spcBef>
                <a:buFont typeface="+mj-lt"/>
                <a:buAutoNum type="arabicPeriod"/>
              </a:pPr>
              <a:r>
                <a:rPr lang="en-US" altLang="en-US" sz="1400" dirty="0">
                  <a:latin typeface="+mn-lt"/>
                </a:rPr>
                <a:t>HR VP</a:t>
              </a:r>
            </a:p>
            <a:p>
              <a:pPr marL="1085850" lvl="1" indent="-342900">
                <a:spcBef>
                  <a:spcPct val="0"/>
                </a:spcBef>
                <a:buFont typeface="+mj-lt"/>
                <a:buAutoNum type="arabicPeriod"/>
              </a:pPr>
              <a:r>
                <a:rPr lang="en-US" altLang="en-US" sz="1400" dirty="0">
                  <a:latin typeface="+mn-lt"/>
                </a:rPr>
                <a:t>Engineering VP</a:t>
              </a:r>
              <a:br>
                <a:rPr lang="en-US" altLang="en-US" sz="1400" dirty="0">
                  <a:latin typeface="+mn-lt"/>
                </a:rPr>
              </a:br>
              <a:endParaRPr lang="en-US" altLang="en-US" sz="1400" dirty="0">
                <a:latin typeface="+mn-lt"/>
              </a:endParaRPr>
            </a:p>
            <a:p>
              <a:pPr marL="342900" indent="-342900">
                <a:lnSpc>
                  <a:spcPct val="100000"/>
                </a:lnSpc>
                <a:spcBef>
                  <a:spcPct val="0"/>
                </a:spcBef>
                <a:buFont typeface="+mj-lt"/>
                <a:buAutoNum type="arabicPeriod"/>
              </a:pPr>
              <a:r>
                <a:rPr lang="en-US" altLang="en-US" sz="1400" dirty="0">
                  <a:latin typeface="+mn-lt"/>
                </a:rPr>
                <a:t>Review Draft with Each Functional Leader</a:t>
              </a:r>
            </a:p>
            <a:p>
              <a:pPr marL="342900" indent="-342900">
                <a:lnSpc>
                  <a:spcPct val="100000"/>
                </a:lnSpc>
                <a:spcBef>
                  <a:spcPct val="0"/>
                </a:spcBef>
                <a:buFont typeface="+mj-lt"/>
                <a:buAutoNum type="arabicPeriod"/>
              </a:pPr>
              <a:endParaRPr lang="en-US" altLang="en-US" sz="1400" dirty="0">
                <a:latin typeface="+mn-lt"/>
              </a:endParaRPr>
            </a:p>
            <a:p>
              <a:pPr marL="342900" indent="-342900">
                <a:lnSpc>
                  <a:spcPct val="100000"/>
                </a:lnSpc>
                <a:spcBef>
                  <a:spcPct val="0"/>
                </a:spcBef>
                <a:buFont typeface="+mj-lt"/>
                <a:buAutoNum type="arabicPeriod"/>
              </a:pPr>
              <a:r>
                <a:rPr lang="en-US" altLang="en-US" sz="1400" dirty="0">
                  <a:latin typeface="+mn-lt"/>
                </a:rPr>
                <a:t>Develop Career Development Execution Process</a:t>
              </a:r>
            </a:p>
            <a:p>
              <a:pPr marL="342900" indent="-342900">
                <a:lnSpc>
                  <a:spcPct val="100000"/>
                </a:lnSpc>
                <a:spcBef>
                  <a:spcPct val="0"/>
                </a:spcBef>
                <a:buFont typeface="+mj-lt"/>
                <a:buAutoNum type="arabicPeriod"/>
              </a:pPr>
              <a:endParaRPr lang="en-US" altLang="en-US" sz="1400" dirty="0">
                <a:latin typeface="+mn-lt"/>
              </a:endParaRPr>
            </a:p>
            <a:p>
              <a:pPr marL="342900" indent="-342900">
                <a:lnSpc>
                  <a:spcPct val="100000"/>
                </a:lnSpc>
                <a:spcBef>
                  <a:spcPct val="0"/>
                </a:spcBef>
                <a:buFont typeface="+mj-lt"/>
                <a:buAutoNum type="arabicPeriod"/>
              </a:pPr>
              <a:r>
                <a:rPr lang="en-US" altLang="en-US" sz="1400" dirty="0">
                  <a:latin typeface="+mn-lt"/>
                </a:rPr>
                <a:t>Socialize and Gain Approval from CEO and C-Suite Staff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1006C4A0-EF68-99FA-23E5-6ABA5CAF28AB}"/>
                </a:ext>
              </a:extLst>
            </p:cNvPr>
            <p:cNvSpPr txBox="1"/>
            <p:nvPr/>
          </p:nvSpPr>
          <p:spPr>
            <a:xfrm>
              <a:off x="6126479" y="5991005"/>
              <a:ext cx="3227165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b="1" dirty="0"/>
                <a:t>Input Into Hoshin Action Plan</a:t>
              </a:r>
            </a:p>
            <a:p>
              <a:pPr algn="ctr"/>
              <a:r>
                <a:rPr lang="en-US" b="1" dirty="0"/>
                <a:t>(See Next Page)</a:t>
              </a:r>
            </a:p>
          </p:txBody>
        </p:sp>
      </p:grpSp>
      <p:grpSp>
        <p:nvGrpSpPr>
          <p:cNvPr id="21" name="Group 17">
            <a:extLst>
              <a:ext uri="{FF2B5EF4-FFF2-40B4-BE49-F238E27FC236}">
                <a16:creationId xmlns:a16="http://schemas.microsoft.com/office/drawing/2014/main" id="{9982D7EE-8A85-7078-F57C-8FE7CFA3D1AE}"/>
              </a:ext>
            </a:extLst>
          </p:cNvPr>
          <p:cNvGrpSpPr>
            <a:grpSpLocks/>
          </p:cNvGrpSpPr>
          <p:nvPr/>
        </p:nvGrpSpPr>
        <p:grpSpPr bwMode="auto">
          <a:xfrm>
            <a:off x="2905200" y="3790476"/>
            <a:ext cx="457200" cy="457200"/>
            <a:chOff x="4848" y="3552"/>
            <a:chExt cx="912" cy="768"/>
          </a:xfrm>
        </p:grpSpPr>
        <p:grpSp>
          <p:nvGrpSpPr>
            <p:cNvPr id="22" name="Group 18">
              <a:extLst>
                <a:ext uri="{FF2B5EF4-FFF2-40B4-BE49-F238E27FC236}">
                  <a16:creationId xmlns:a16="http://schemas.microsoft.com/office/drawing/2014/main" id="{4E161F5A-2DD9-E488-DDB3-D06AB0ACBCA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848" y="3552"/>
              <a:ext cx="912" cy="768"/>
              <a:chOff x="383" y="1775"/>
              <a:chExt cx="2190" cy="2190"/>
            </a:xfrm>
          </p:grpSpPr>
          <p:grpSp>
            <p:nvGrpSpPr>
              <p:cNvPr id="24" name="Group 19">
                <a:extLst>
                  <a:ext uri="{FF2B5EF4-FFF2-40B4-BE49-F238E27FC236}">
                    <a16:creationId xmlns:a16="http://schemas.microsoft.com/office/drawing/2014/main" id="{B34CB91B-BFC1-2809-17E4-4286BBD7EB3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83" y="1775"/>
                <a:ext cx="2190" cy="2190"/>
                <a:chOff x="383" y="1775"/>
                <a:chExt cx="2190" cy="2190"/>
              </a:xfrm>
            </p:grpSpPr>
            <p:grpSp>
              <p:nvGrpSpPr>
                <p:cNvPr id="26" name="Group 20">
                  <a:extLst>
                    <a:ext uri="{FF2B5EF4-FFF2-40B4-BE49-F238E27FC236}">
                      <a16:creationId xmlns:a16="http://schemas.microsoft.com/office/drawing/2014/main" id="{8AB620F6-1A49-7B18-D05F-839DC9CDD5DD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383" y="1775"/>
                  <a:ext cx="2190" cy="2190"/>
                  <a:chOff x="383" y="1775"/>
                  <a:chExt cx="2190" cy="2190"/>
                </a:xfrm>
              </p:grpSpPr>
              <p:grpSp>
                <p:nvGrpSpPr>
                  <p:cNvPr id="28" name="Group 21">
                    <a:extLst>
                      <a:ext uri="{FF2B5EF4-FFF2-40B4-BE49-F238E27FC236}">
                        <a16:creationId xmlns:a16="http://schemas.microsoft.com/office/drawing/2014/main" id="{A726CFE3-CCE9-EBB6-36DB-9221EC8FFE70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383" y="1775"/>
                    <a:ext cx="2190" cy="2190"/>
                    <a:chOff x="383" y="1775"/>
                    <a:chExt cx="2190" cy="2190"/>
                  </a:xfrm>
                </p:grpSpPr>
                <p:sp>
                  <p:nvSpPr>
                    <p:cNvPr id="30" name="Oval 22">
                      <a:extLst>
                        <a:ext uri="{FF2B5EF4-FFF2-40B4-BE49-F238E27FC236}">
                          <a16:creationId xmlns:a16="http://schemas.microsoft.com/office/drawing/2014/main" id="{BC87543D-5AF1-A716-8F4D-5D91B267EE19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83" y="1775"/>
                      <a:ext cx="2190" cy="2190"/>
                    </a:xfrm>
                    <a:prstGeom prst="ellipse">
                      <a:avLst/>
                    </a:prstGeom>
                    <a:solidFill>
                      <a:srgbClr val="FF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>
                      <a:lvl1pPr>
                        <a:defRPr sz="900" b="1">
                          <a:solidFill>
                            <a:schemeClr val="bg1"/>
                          </a:solidFill>
                          <a:latin typeface="Wingdings 3" pitchFamily="2" charset="2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defRPr sz="900" b="1">
                          <a:solidFill>
                            <a:schemeClr val="bg1"/>
                          </a:solidFill>
                          <a:latin typeface="Wingdings 3" pitchFamily="2" charset="2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defRPr sz="900" b="1">
                          <a:solidFill>
                            <a:schemeClr val="bg1"/>
                          </a:solidFill>
                          <a:latin typeface="Wingdings 3" pitchFamily="2" charset="2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defRPr sz="900" b="1">
                          <a:solidFill>
                            <a:schemeClr val="bg1"/>
                          </a:solidFill>
                          <a:latin typeface="Wingdings 3" pitchFamily="2" charset="2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defRPr sz="900" b="1">
                          <a:solidFill>
                            <a:schemeClr val="bg1"/>
                          </a:solidFill>
                          <a:latin typeface="Wingdings 3" pitchFamily="2" charset="2"/>
                          <a:ea typeface="ＭＳ Ｐゴシック" panose="020B0600070205080204" pitchFamily="34" charset="-128"/>
                        </a:defRPr>
                      </a:lvl5pPr>
                      <a:lvl6pPr marL="2514600" indent="-228600" algn="ctr" eaLnBrk="0" fontAlgn="base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sz="900" b="1">
                          <a:solidFill>
                            <a:schemeClr val="bg1"/>
                          </a:solidFill>
                          <a:latin typeface="Wingdings 3" pitchFamily="2" charset="2"/>
                          <a:ea typeface="ＭＳ Ｐゴシック" panose="020B0600070205080204" pitchFamily="34" charset="-128"/>
                        </a:defRPr>
                      </a:lvl6pPr>
                      <a:lvl7pPr marL="2971800" indent="-228600" algn="ctr" eaLnBrk="0" fontAlgn="base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sz="900" b="1">
                          <a:solidFill>
                            <a:schemeClr val="bg1"/>
                          </a:solidFill>
                          <a:latin typeface="Wingdings 3" pitchFamily="2" charset="2"/>
                          <a:ea typeface="ＭＳ Ｐゴシック" panose="020B0600070205080204" pitchFamily="34" charset="-128"/>
                        </a:defRPr>
                      </a:lvl7pPr>
                      <a:lvl8pPr marL="3429000" indent="-228600" algn="ctr" eaLnBrk="0" fontAlgn="base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sz="900" b="1">
                          <a:solidFill>
                            <a:schemeClr val="bg1"/>
                          </a:solidFill>
                          <a:latin typeface="Wingdings 3" pitchFamily="2" charset="2"/>
                          <a:ea typeface="ＭＳ Ｐゴシック" panose="020B0600070205080204" pitchFamily="34" charset="-128"/>
                        </a:defRPr>
                      </a:lvl8pPr>
                      <a:lvl9pPr marL="3886200" indent="-228600" algn="ctr" eaLnBrk="0" fontAlgn="base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sz="900" b="1">
                          <a:solidFill>
                            <a:schemeClr val="bg1"/>
                          </a:solidFill>
                          <a:latin typeface="Wingdings 3" pitchFamily="2" charset="2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endParaRPr lang="en-US" altLang="en-US"/>
                    </a:p>
                  </p:txBody>
                </p:sp>
                <p:sp>
                  <p:nvSpPr>
                    <p:cNvPr id="31" name="Oval 23">
                      <a:extLst>
                        <a:ext uri="{FF2B5EF4-FFF2-40B4-BE49-F238E27FC236}">
                          <a16:creationId xmlns:a16="http://schemas.microsoft.com/office/drawing/2014/main" id="{DF3CB3F4-1975-2C99-F405-B5ADDA7E297B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15" y="1996"/>
                      <a:ext cx="1724" cy="1740"/>
                    </a:xfrm>
                    <a:prstGeom prst="ellipse">
                      <a:avLst/>
                    </a:pr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>
                      <a:lvl1pPr>
                        <a:defRPr sz="900" b="1">
                          <a:solidFill>
                            <a:schemeClr val="bg1"/>
                          </a:solidFill>
                          <a:latin typeface="Wingdings 3" pitchFamily="2" charset="2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defRPr sz="900" b="1">
                          <a:solidFill>
                            <a:schemeClr val="bg1"/>
                          </a:solidFill>
                          <a:latin typeface="Wingdings 3" pitchFamily="2" charset="2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defRPr sz="900" b="1">
                          <a:solidFill>
                            <a:schemeClr val="bg1"/>
                          </a:solidFill>
                          <a:latin typeface="Wingdings 3" pitchFamily="2" charset="2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defRPr sz="900" b="1">
                          <a:solidFill>
                            <a:schemeClr val="bg1"/>
                          </a:solidFill>
                          <a:latin typeface="Wingdings 3" pitchFamily="2" charset="2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defRPr sz="900" b="1">
                          <a:solidFill>
                            <a:schemeClr val="bg1"/>
                          </a:solidFill>
                          <a:latin typeface="Wingdings 3" pitchFamily="2" charset="2"/>
                          <a:ea typeface="ＭＳ Ｐゴシック" panose="020B0600070205080204" pitchFamily="34" charset="-128"/>
                        </a:defRPr>
                      </a:lvl5pPr>
                      <a:lvl6pPr marL="2514600" indent="-228600" algn="ctr" eaLnBrk="0" fontAlgn="base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sz="900" b="1">
                          <a:solidFill>
                            <a:schemeClr val="bg1"/>
                          </a:solidFill>
                          <a:latin typeface="Wingdings 3" pitchFamily="2" charset="2"/>
                          <a:ea typeface="ＭＳ Ｐゴシック" panose="020B0600070205080204" pitchFamily="34" charset="-128"/>
                        </a:defRPr>
                      </a:lvl6pPr>
                      <a:lvl7pPr marL="2971800" indent="-228600" algn="ctr" eaLnBrk="0" fontAlgn="base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sz="900" b="1">
                          <a:solidFill>
                            <a:schemeClr val="bg1"/>
                          </a:solidFill>
                          <a:latin typeface="Wingdings 3" pitchFamily="2" charset="2"/>
                          <a:ea typeface="ＭＳ Ｐゴシック" panose="020B0600070205080204" pitchFamily="34" charset="-128"/>
                        </a:defRPr>
                      </a:lvl7pPr>
                      <a:lvl8pPr marL="3429000" indent="-228600" algn="ctr" eaLnBrk="0" fontAlgn="base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sz="900" b="1">
                          <a:solidFill>
                            <a:schemeClr val="bg1"/>
                          </a:solidFill>
                          <a:latin typeface="Wingdings 3" pitchFamily="2" charset="2"/>
                          <a:ea typeface="ＭＳ Ｐゴシック" panose="020B0600070205080204" pitchFamily="34" charset="-128"/>
                        </a:defRPr>
                      </a:lvl8pPr>
                      <a:lvl9pPr marL="3886200" indent="-228600" algn="ctr" eaLnBrk="0" fontAlgn="base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sz="900" b="1">
                          <a:solidFill>
                            <a:schemeClr val="bg1"/>
                          </a:solidFill>
                          <a:latin typeface="Wingdings 3" pitchFamily="2" charset="2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endParaRPr lang="en-US" altLang="en-US"/>
                    </a:p>
                  </p:txBody>
                </p:sp>
              </p:grpSp>
              <p:sp>
                <p:nvSpPr>
                  <p:cNvPr id="29" name="Oval 24">
                    <a:extLst>
                      <a:ext uri="{FF2B5EF4-FFF2-40B4-BE49-F238E27FC236}">
                        <a16:creationId xmlns:a16="http://schemas.microsoft.com/office/drawing/2014/main" id="{41790023-B0C2-BDB6-A84B-9E73EC9AB359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848" y="2232"/>
                    <a:ext cx="1258" cy="1268"/>
                  </a:xfrm>
                  <a:prstGeom prst="ellipse">
                    <a:avLst/>
                  </a:prstGeom>
                  <a:solidFill>
                    <a:srgbClr val="0000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defRPr sz="900" b="1">
                        <a:solidFill>
                          <a:schemeClr val="bg1"/>
                        </a:solidFill>
                        <a:latin typeface="Wingdings 3" pitchFamily="2" charset="2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900" b="1">
                        <a:solidFill>
                          <a:schemeClr val="bg1"/>
                        </a:solidFill>
                        <a:latin typeface="Wingdings 3" pitchFamily="2" charset="2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900" b="1">
                        <a:solidFill>
                          <a:schemeClr val="bg1"/>
                        </a:solidFill>
                        <a:latin typeface="Wingdings 3" pitchFamily="2" charset="2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900" b="1">
                        <a:solidFill>
                          <a:schemeClr val="bg1"/>
                        </a:solidFill>
                        <a:latin typeface="Wingdings 3" pitchFamily="2" charset="2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900" b="1">
                        <a:solidFill>
                          <a:schemeClr val="bg1"/>
                        </a:solidFill>
                        <a:latin typeface="Wingdings 3" pitchFamily="2" charset="2"/>
                        <a:ea typeface="ＭＳ Ｐゴシック" panose="020B0600070205080204" pitchFamily="34" charset="-128"/>
                      </a:defRPr>
                    </a:lvl5pPr>
                    <a:lvl6pPr marL="2514600" indent="-228600" algn="ctr" eaLnBrk="0" fontAlgn="base" hangingPunct="0">
                      <a:lnSpc>
                        <a:spcPct val="8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defRPr sz="900" b="1">
                        <a:solidFill>
                          <a:schemeClr val="bg1"/>
                        </a:solidFill>
                        <a:latin typeface="Wingdings 3" pitchFamily="2" charset="2"/>
                        <a:ea typeface="ＭＳ Ｐゴシック" panose="020B0600070205080204" pitchFamily="34" charset="-128"/>
                      </a:defRPr>
                    </a:lvl6pPr>
                    <a:lvl7pPr marL="2971800" indent="-228600" algn="ctr" eaLnBrk="0" fontAlgn="base" hangingPunct="0">
                      <a:lnSpc>
                        <a:spcPct val="8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defRPr sz="900" b="1">
                        <a:solidFill>
                          <a:schemeClr val="bg1"/>
                        </a:solidFill>
                        <a:latin typeface="Wingdings 3" pitchFamily="2" charset="2"/>
                        <a:ea typeface="ＭＳ Ｐゴシック" panose="020B0600070205080204" pitchFamily="34" charset="-128"/>
                      </a:defRPr>
                    </a:lvl7pPr>
                    <a:lvl8pPr marL="3429000" indent="-228600" algn="ctr" eaLnBrk="0" fontAlgn="base" hangingPunct="0">
                      <a:lnSpc>
                        <a:spcPct val="8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defRPr sz="900" b="1">
                        <a:solidFill>
                          <a:schemeClr val="bg1"/>
                        </a:solidFill>
                        <a:latin typeface="Wingdings 3" pitchFamily="2" charset="2"/>
                        <a:ea typeface="ＭＳ Ｐゴシック" panose="020B0600070205080204" pitchFamily="34" charset="-128"/>
                      </a:defRPr>
                    </a:lvl8pPr>
                    <a:lvl9pPr marL="3886200" indent="-228600" algn="ctr" eaLnBrk="0" fontAlgn="base" hangingPunct="0">
                      <a:lnSpc>
                        <a:spcPct val="8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defRPr sz="900" b="1">
                        <a:solidFill>
                          <a:schemeClr val="bg1"/>
                        </a:solidFill>
                        <a:latin typeface="Wingdings 3" pitchFamily="2" charset="2"/>
                        <a:ea typeface="ＭＳ Ｐゴシック" panose="020B0600070205080204" pitchFamily="34" charset="-128"/>
                      </a:defRPr>
                    </a:lvl9pPr>
                  </a:lstStyle>
                  <a:p>
                    <a:endParaRPr lang="en-US" altLang="en-US"/>
                  </a:p>
                </p:txBody>
              </p:sp>
            </p:grpSp>
            <p:sp>
              <p:nvSpPr>
                <p:cNvPr id="27" name="Oval 25">
                  <a:extLst>
                    <a:ext uri="{FF2B5EF4-FFF2-40B4-BE49-F238E27FC236}">
                      <a16:creationId xmlns:a16="http://schemas.microsoft.com/office/drawing/2014/main" id="{06E61E05-A136-726D-EAD1-72CFB266F02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077" y="2464"/>
                  <a:ext cx="800" cy="804"/>
                </a:xfrm>
                <a:prstGeom prst="ellipse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defRPr sz="900" b="1">
                      <a:solidFill>
                        <a:schemeClr val="bg1"/>
                      </a:solidFill>
                      <a:latin typeface="Wingdings 3" pitchFamily="2" charset="2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900" b="1">
                      <a:solidFill>
                        <a:schemeClr val="bg1"/>
                      </a:solidFill>
                      <a:latin typeface="Wingdings 3" pitchFamily="2" charset="2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900" b="1">
                      <a:solidFill>
                        <a:schemeClr val="bg1"/>
                      </a:solidFill>
                      <a:latin typeface="Wingdings 3" pitchFamily="2" charset="2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900" b="1">
                      <a:solidFill>
                        <a:schemeClr val="bg1"/>
                      </a:solidFill>
                      <a:latin typeface="Wingdings 3" pitchFamily="2" charset="2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900" b="1">
                      <a:solidFill>
                        <a:schemeClr val="bg1"/>
                      </a:solidFill>
                      <a:latin typeface="Wingdings 3" pitchFamily="2" charset="2"/>
                      <a:ea typeface="ＭＳ Ｐゴシック" panose="020B0600070205080204" pitchFamily="34" charset="-128"/>
                    </a:defRPr>
                  </a:lvl5pPr>
                  <a:lvl6pPr marL="2514600" indent="-228600" algn="ctr" eaLnBrk="0" fontAlgn="base" hangingPunct="0">
                    <a:lnSpc>
                      <a:spcPct val="80000"/>
                    </a:lnSpc>
                    <a:spcBef>
                      <a:spcPct val="20000"/>
                    </a:spcBef>
                    <a:spcAft>
                      <a:spcPct val="0"/>
                    </a:spcAft>
                    <a:defRPr sz="900" b="1">
                      <a:solidFill>
                        <a:schemeClr val="bg1"/>
                      </a:solidFill>
                      <a:latin typeface="Wingdings 3" pitchFamily="2" charset="2"/>
                      <a:ea typeface="ＭＳ Ｐゴシック" panose="020B0600070205080204" pitchFamily="34" charset="-128"/>
                    </a:defRPr>
                  </a:lvl6pPr>
                  <a:lvl7pPr marL="2971800" indent="-228600" algn="ctr" eaLnBrk="0" fontAlgn="base" hangingPunct="0">
                    <a:lnSpc>
                      <a:spcPct val="80000"/>
                    </a:lnSpc>
                    <a:spcBef>
                      <a:spcPct val="20000"/>
                    </a:spcBef>
                    <a:spcAft>
                      <a:spcPct val="0"/>
                    </a:spcAft>
                    <a:defRPr sz="900" b="1">
                      <a:solidFill>
                        <a:schemeClr val="bg1"/>
                      </a:solidFill>
                      <a:latin typeface="Wingdings 3" pitchFamily="2" charset="2"/>
                      <a:ea typeface="ＭＳ Ｐゴシック" panose="020B0600070205080204" pitchFamily="34" charset="-128"/>
                    </a:defRPr>
                  </a:lvl7pPr>
                  <a:lvl8pPr marL="3429000" indent="-228600" algn="ctr" eaLnBrk="0" fontAlgn="base" hangingPunct="0">
                    <a:lnSpc>
                      <a:spcPct val="80000"/>
                    </a:lnSpc>
                    <a:spcBef>
                      <a:spcPct val="20000"/>
                    </a:spcBef>
                    <a:spcAft>
                      <a:spcPct val="0"/>
                    </a:spcAft>
                    <a:defRPr sz="900" b="1">
                      <a:solidFill>
                        <a:schemeClr val="bg1"/>
                      </a:solidFill>
                      <a:latin typeface="Wingdings 3" pitchFamily="2" charset="2"/>
                      <a:ea typeface="ＭＳ Ｐゴシック" panose="020B0600070205080204" pitchFamily="34" charset="-128"/>
                    </a:defRPr>
                  </a:lvl8pPr>
                  <a:lvl9pPr marL="3886200" indent="-228600" algn="ctr" eaLnBrk="0" fontAlgn="base" hangingPunct="0">
                    <a:lnSpc>
                      <a:spcPct val="80000"/>
                    </a:lnSpc>
                    <a:spcBef>
                      <a:spcPct val="20000"/>
                    </a:spcBef>
                    <a:spcAft>
                      <a:spcPct val="0"/>
                    </a:spcAft>
                    <a:defRPr sz="900" b="1">
                      <a:solidFill>
                        <a:schemeClr val="bg1"/>
                      </a:solidFill>
                      <a:latin typeface="Wingdings 3" pitchFamily="2" charset="2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en-US" altLang="en-US"/>
                </a:p>
              </p:txBody>
            </p:sp>
          </p:grpSp>
          <p:sp>
            <p:nvSpPr>
              <p:cNvPr id="25" name="Oval 26">
                <a:extLst>
                  <a:ext uri="{FF2B5EF4-FFF2-40B4-BE49-F238E27FC236}">
                    <a16:creationId xmlns:a16="http://schemas.microsoft.com/office/drawing/2014/main" id="{6AE0DD57-843E-08E5-2588-08A44AC908C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09" y="2696"/>
                <a:ext cx="336" cy="34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900" b="1">
                    <a:solidFill>
                      <a:schemeClr val="bg1"/>
                    </a:solidFill>
                    <a:latin typeface="Wingdings 3" pitchFamily="2" charset="2"/>
                    <a:ea typeface="ＭＳ Ｐゴシック" panose="020B0600070205080204" pitchFamily="34" charset="-128"/>
                  </a:defRPr>
                </a:lvl1pPr>
                <a:lvl2pPr marL="742950" indent="-285750">
                  <a:defRPr sz="900" b="1">
                    <a:solidFill>
                      <a:schemeClr val="bg1"/>
                    </a:solidFill>
                    <a:latin typeface="Wingdings 3" pitchFamily="2" charset="2"/>
                    <a:ea typeface="ＭＳ Ｐゴシック" panose="020B0600070205080204" pitchFamily="34" charset="-128"/>
                  </a:defRPr>
                </a:lvl2pPr>
                <a:lvl3pPr marL="1143000" indent="-228600">
                  <a:defRPr sz="900" b="1">
                    <a:solidFill>
                      <a:schemeClr val="bg1"/>
                    </a:solidFill>
                    <a:latin typeface="Wingdings 3" pitchFamily="2" charset="2"/>
                    <a:ea typeface="ＭＳ Ｐゴシック" panose="020B0600070205080204" pitchFamily="34" charset="-128"/>
                  </a:defRPr>
                </a:lvl3pPr>
                <a:lvl4pPr marL="1600200" indent="-228600">
                  <a:defRPr sz="900" b="1">
                    <a:solidFill>
                      <a:schemeClr val="bg1"/>
                    </a:solidFill>
                    <a:latin typeface="Wingdings 3" pitchFamily="2" charset="2"/>
                    <a:ea typeface="ＭＳ Ｐゴシック" panose="020B0600070205080204" pitchFamily="34" charset="-128"/>
                  </a:defRPr>
                </a:lvl4pPr>
                <a:lvl5pPr marL="2057400" indent="-228600">
                  <a:defRPr sz="900" b="1">
                    <a:solidFill>
                      <a:schemeClr val="bg1"/>
                    </a:solidFill>
                    <a:latin typeface="Wingdings 3" pitchFamily="2" charset="2"/>
                    <a:ea typeface="ＭＳ Ｐゴシック" panose="020B0600070205080204" pitchFamily="34" charset="-128"/>
                  </a:defRPr>
                </a:lvl5pPr>
                <a:lvl6pPr marL="25146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Wingdings 3" pitchFamily="2" charset="2"/>
                    <a:ea typeface="ＭＳ Ｐゴシック" panose="020B0600070205080204" pitchFamily="34" charset="-128"/>
                  </a:defRPr>
                </a:lvl6pPr>
                <a:lvl7pPr marL="29718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Wingdings 3" pitchFamily="2" charset="2"/>
                    <a:ea typeface="ＭＳ Ｐゴシック" panose="020B0600070205080204" pitchFamily="34" charset="-128"/>
                  </a:defRPr>
                </a:lvl7pPr>
                <a:lvl8pPr marL="34290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Wingdings 3" pitchFamily="2" charset="2"/>
                    <a:ea typeface="ＭＳ Ｐゴシック" panose="020B0600070205080204" pitchFamily="34" charset="-128"/>
                  </a:defRPr>
                </a:lvl8pPr>
                <a:lvl9pPr marL="38862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Wingdings 3" pitchFamily="2" charset="2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</p:grpSp>
        <p:sp>
          <p:nvSpPr>
            <p:cNvPr id="23" name="Oval 27">
              <a:extLst>
                <a:ext uri="{FF2B5EF4-FFF2-40B4-BE49-F238E27FC236}">
                  <a16:creationId xmlns:a16="http://schemas.microsoft.com/office/drawing/2014/main" id="{03E4D1AB-23B3-C113-21D5-D2E747E09F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48" y="3552"/>
              <a:ext cx="906" cy="768"/>
            </a:xfrm>
            <a:prstGeom prst="ellipse">
              <a:avLst/>
            </a:prstGeom>
            <a:solidFill>
              <a:schemeClr val="bg1">
                <a:alpha val="50195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1pPr>
              <a:lvl2pPr marL="742950" indent="-285750"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2pPr>
              <a:lvl3pPr marL="1143000" indent="-228600"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3pPr>
              <a:lvl4pPr marL="1600200" indent="-228600"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4pPr>
              <a:lvl5pPr marL="2057400" indent="-228600"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1477431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90C475-F59D-26C5-6EF3-424FB31850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Hoshin Action Plan</a:t>
            </a:r>
          </a:p>
        </p:txBody>
      </p:sp>
      <p:sp>
        <p:nvSpPr>
          <p:cNvPr id="4" name="Text Box 89">
            <a:extLst>
              <a:ext uri="{FF2B5EF4-FFF2-40B4-BE49-F238E27FC236}">
                <a16:creationId xmlns:a16="http://schemas.microsoft.com/office/drawing/2014/main" id="{02232592-6A8E-CB44-E0AC-D72E9C1B66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62300" y="5879621"/>
            <a:ext cx="5867400" cy="400110"/>
          </a:xfrm>
          <a:prstGeom prst="rect">
            <a:avLst/>
          </a:prstGeom>
          <a:solidFill>
            <a:schemeClr val="bg2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square" anchor="b" anchorCtr="1">
            <a:spAutoFit/>
          </a:bodyPr>
          <a:lstStyle>
            <a:defPPr>
              <a:defRPr lang="en-US"/>
            </a:defPPr>
            <a:lvl1pPr algn="ctr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014B1F"/>
              </a:buClr>
              <a:buSzPct val="75000"/>
              <a:buFont typeface="Wingdings" pitchFamily="2" charset="2"/>
              <a:buNone/>
              <a:defRPr sz="2000" b="0" i="1"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115000"/>
              </a:lnSpc>
              <a:spcBef>
                <a:spcPct val="50000"/>
              </a:spcBef>
              <a:spcAft>
                <a:spcPct val="50000"/>
              </a:spcAft>
              <a:buClr>
                <a:srgbClr val="006699"/>
              </a:buClr>
              <a:buSzPct val="90000"/>
              <a:buFont typeface="Wingdings" pitchFamily="2" charset="2"/>
              <a:buChar char="§"/>
              <a:defRPr sz="1600" b="1"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lnSpc>
                <a:spcPct val="115000"/>
              </a:lnSpc>
              <a:spcBef>
                <a:spcPct val="50000"/>
              </a:spcBef>
              <a:spcAft>
                <a:spcPct val="50000"/>
              </a:spcAft>
              <a:buClr>
                <a:srgbClr val="006699"/>
              </a:buClr>
              <a:buSzPct val="90000"/>
              <a:buFont typeface="Wingdings" pitchFamily="2" charset="2"/>
              <a:buChar char="§"/>
              <a:defRPr sz="1400" b="1"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•"/>
              <a:defRPr sz="2000">
                <a:latin typeface="Book Antiqua" panose="0204060205030503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•"/>
              <a:defRPr sz="2000">
                <a:latin typeface="Book Antiqua" panose="0204060205030503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000">
                <a:latin typeface="Book Antiqua" panose="0204060205030503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000">
                <a:latin typeface="Book Antiqua" panose="0204060205030503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000">
                <a:latin typeface="Book Antiqua" panose="0204060205030503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000">
                <a:latin typeface="Book Antiqua" panose="0204060205030503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dirty="0"/>
              <a:t>Action Plans are the “Point of Impact”</a:t>
            </a:r>
          </a:p>
        </p:txBody>
      </p:sp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62C9AD26-0FE0-2CCF-6737-070F9EDE2BC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71329035"/>
              </p:ext>
            </p:extLst>
          </p:nvPr>
        </p:nvGraphicFramePr>
        <p:xfrm>
          <a:off x="552003" y="1844416"/>
          <a:ext cx="11087994" cy="3675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4" imgW="22955400" imgH="7610582" progId="Excel.Sheet.12">
                  <p:embed/>
                </p:oleObj>
              </mc:Choice>
              <mc:Fallback>
                <p:oleObj name="Worksheet" r:id="rId4" imgW="22955400" imgH="7610582" progId="Excel.Sheet.12">
                  <p:embed/>
                  <p:pic>
                    <p:nvPicPr>
                      <p:cNvPr id="6" name="Object 5">
                        <a:extLst>
                          <a:ext uri="{FF2B5EF4-FFF2-40B4-BE49-F238E27FC236}">
                            <a16:creationId xmlns:a16="http://schemas.microsoft.com/office/drawing/2014/main" id="{D40D88AB-1735-D561-3232-574DDCEB196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52003" y="1844416"/>
                        <a:ext cx="11087994" cy="36750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36720501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7545B0-B7DB-471E-DDD4-B7BB309BB8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sz="3200" b="1" dirty="0">
                <a:latin typeface="+mn-lt"/>
                <a:ea typeface="ＭＳ Ｐゴシック" panose="020B0600070205080204" pitchFamily="34" charset="-128"/>
              </a:rPr>
              <a:t>Action Plan Checklist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E6BAB2-B999-A4AA-4A7C-2D3A7B0E95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7" y="2148836"/>
            <a:ext cx="5752399" cy="4124964"/>
          </a:xfrm>
        </p:spPr>
        <p:txBody>
          <a:bodyPr>
            <a:normAutofit lnSpcReduction="10000"/>
          </a:bodyPr>
          <a:lstStyle/>
          <a:p>
            <a:pPr>
              <a:lnSpc>
                <a:spcPct val="100000"/>
              </a:lnSpc>
            </a:pPr>
            <a:r>
              <a:rPr lang="en-US" sz="2000" b="1" dirty="0"/>
              <a:t>Your Action Plan Should…</a:t>
            </a:r>
          </a:p>
          <a:p>
            <a:pPr marL="285750" indent="-285750">
              <a:lnSpc>
                <a:spcPct val="100000"/>
              </a:lnSpc>
              <a:buFont typeface="Wingdings" panose="05000000000000000000" pitchFamily="2" charset="2"/>
              <a:buChar char=""/>
            </a:pPr>
            <a:r>
              <a:rPr lang="en-US" sz="2000" dirty="0"/>
              <a:t>Tie to a 2nd Level AIP</a:t>
            </a:r>
          </a:p>
          <a:p>
            <a:pPr marL="285750" indent="-285750">
              <a:lnSpc>
                <a:spcPct val="100000"/>
              </a:lnSpc>
              <a:buFont typeface="Wingdings" panose="05000000000000000000" pitchFamily="2" charset="2"/>
              <a:buChar char=""/>
            </a:pPr>
            <a:r>
              <a:rPr lang="en-US" sz="2000" dirty="0"/>
              <a:t>Contain Major-Minor Action Step Relationships</a:t>
            </a:r>
          </a:p>
          <a:p>
            <a:pPr marL="285750" indent="-285750">
              <a:lnSpc>
                <a:spcPct val="100000"/>
              </a:lnSpc>
              <a:buFont typeface="Wingdings" panose="05000000000000000000" pitchFamily="2" charset="2"/>
              <a:buChar char=""/>
            </a:pPr>
            <a:r>
              <a:rPr lang="en-US" sz="2000" dirty="0"/>
              <a:t>Major Actions have a Cause &amp; Effect relationship with the AIP</a:t>
            </a:r>
          </a:p>
          <a:p>
            <a:pPr marL="285750" indent="-285750">
              <a:lnSpc>
                <a:spcPct val="100000"/>
              </a:lnSpc>
              <a:buFont typeface="Wingdings" panose="05000000000000000000" pitchFamily="2" charset="2"/>
              <a:buChar char=""/>
            </a:pPr>
            <a:r>
              <a:rPr lang="en-US" sz="2000" dirty="0"/>
              <a:t>Be void of scope creep</a:t>
            </a:r>
          </a:p>
          <a:p>
            <a:pPr marL="285750" indent="-285750">
              <a:lnSpc>
                <a:spcPct val="100000"/>
              </a:lnSpc>
              <a:buFont typeface="Wingdings" panose="05000000000000000000" pitchFamily="2" charset="2"/>
              <a:buChar char=""/>
            </a:pPr>
            <a:r>
              <a:rPr lang="en-US" sz="2000" dirty="0"/>
              <a:t>Contain Responsibilities, Due Dates</a:t>
            </a:r>
          </a:p>
          <a:p>
            <a:pPr marL="285750" indent="-285750">
              <a:lnSpc>
                <a:spcPct val="100000"/>
              </a:lnSpc>
              <a:buFont typeface="Wingdings" panose="05000000000000000000" pitchFamily="2" charset="2"/>
              <a:buChar char=""/>
            </a:pPr>
            <a:r>
              <a:rPr lang="en-US" sz="2000" dirty="0"/>
              <a:t>Be appropriately prioritized</a:t>
            </a:r>
          </a:p>
          <a:p>
            <a:pPr marL="285750" indent="-285750">
              <a:lnSpc>
                <a:spcPct val="100000"/>
              </a:lnSpc>
              <a:buFont typeface="Wingdings" panose="05000000000000000000" pitchFamily="2" charset="2"/>
              <a:buChar char=""/>
            </a:pPr>
            <a:r>
              <a:rPr lang="en-US" sz="2000" dirty="0"/>
              <a:t>Be stress-tested for resource load</a:t>
            </a:r>
          </a:p>
          <a:p>
            <a:pPr marL="285750" indent="-285750">
              <a:lnSpc>
                <a:spcPct val="100000"/>
              </a:lnSpc>
              <a:buFont typeface="Wingdings" panose="05000000000000000000" pitchFamily="2" charset="2"/>
              <a:buChar char=""/>
            </a:pPr>
            <a:r>
              <a:rPr lang="en-US" sz="2000" dirty="0"/>
              <a:t>Involve the right people for the right job</a:t>
            </a:r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4A07FA52-845E-7D24-4038-05CF63DC1ED1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 rotWithShape="1">
          <a:blip r:embed="rId3"/>
          <a:srcRect t="121" b="-6149"/>
          <a:stretch/>
        </p:blipFill>
        <p:spPr>
          <a:xfrm rot="20839358">
            <a:off x="7615237" y="1279093"/>
            <a:ext cx="3559824" cy="46609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3531984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29AAD6-3998-0917-060C-FAE9690688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>
                <a:latin typeface="+mj-lt"/>
              </a:rPr>
              <a:t>Final Thought: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38823A-3DF9-EFF4-5698-2A603E4D9655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2400" dirty="0">
                <a:latin typeface="+mn-lt"/>
              </a:rPr>
              <a:t>You have planned the work, now you must work the plan! Failure to do so is the most common failure point in the Hoshin process.</a:t>
            </a:r>
          </a:p>
          <a:p>
            <a:pPr>
              <a:lnSpc>
                <a:spcPct val="100000"/>
              </a:lnSpc>
            </a:pPr>
            <a:endParaRPr lang="en-US" sz="2400" dirty="0">
              <a:latin typeface="+mn-lt"/>
            </a:endParaRPr>
          </a:p>
          <a:p>
            <a:pPr>
              <a:lnSpc>
                <a:spcPct val="100000"/>
              </a:lnSpc>
            </a:pPr>
            <a:r>
              <a:rPr lang="en-US" sz="2400" dirty="0">
                <a:latin typeface="+mn-lt"/>
              </a:rPr>
              <a:t>Dynamic Action Plans are where you will reach the </a:t>
            </a:r>
            <a:r>
              <a:rPr lang="en-US" sz="2400" b="1" i="1" dirty="0">
                <a:latin typeface="+mn-lt"/>
              </a:rPr>
              <a:t>“Point of Impact”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5767B9F6-FD0F-0A60-EED7-7317888B7B5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5183188" y="2049959"/>
            <a:ext cx="6172200" cy="2748557"/>
          </a:xfr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62125665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PROJECT_OPEN" val="0"/>
  <p:tag name="ARTICULATE_SLIDE_COUNT" val="1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Office Theme">
  <a:themeElements>
    <a:clrScheme name="Custom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EE3228"/>
      </a:accent1>
      <a:accent2>
        <a:srgbClr val="FDCA40"/>
      </a:accent2>
      <a:accent3>
        <a:srgbClr val="939598"/>
      </a:accent3>
      <a:accent4>
        <a:srgbClr val="76939F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LHC FONT">
      <a:majorFont>
        <a:latin typeface="Roboto Medium"/>
        <a:ea typeface=""/>
        <a:cs typeface=""/>
      </a:majorFont>
      <a:minorFont>
        <a:latin typeface="Robot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15979</TotalTime>
  <Words>1208</Words>
  <Application>Microsoft Office PowerPoint</Application>
  <PresentationFormat>Widescreen</PresentationFormat>
  <Paragraphs>162</Paragraphs>
  <Slides>11</Slides>
  <Notes>6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20" baseType="lpstr">
      <vt:lpstr>ＭＳ Ｐゴシック</vt:lpstr>
      <vt:lpstr>Arial</vt:lpstr>
      <vt:lpstr>Calibri</vt:lpstr>
      <vt:lpstr>Roboto</vt:lpstr>
      <vt:lpstr>Roboto Medium</vt:lpstr>
      <vt:lpstr>Wingdings</vt:lpstr>
      <vt:lpstr>Wingdings 3</vt:lpstr>
      <vt:lpstr>Office Theme</vt:lpstr>
      <vt:lpstr>Worksheet</vt:lpstr>
      <vt:lpstr>PowerPoint Presentation</vt:lpstr>
      <vt:lpstr>Purpose &amp; Learning Objectives</vt:lpstr>
      <vt:lpstr>7 Phases of the Hoshin Process Based on the Deming Cycle - PDCA</vt:lpstr>
      <vt:lpstr>Hoshin Action Plans Defined</vt:lpstr>
      <vt:lpstr>Action Plans Relationship with the Second Level Matrix</vt:lpstr>
      <vt:lpstr>Action Plans – Thinking Process</vt:lpstr>
      <vt:lpstr>Action Steps Complete the Cause and Effect Chain</vt:lpstr>
      <vt:lpstr>Anatomy of a Major - Minor Action Item Relationship</vt:lpstr>
      <vt:lpstr>Hoshin Action Plan</vt:lpstr>
      <vt:lpstr>Action Plan Checklist</vt:lpstr>
      <vt:lpstr>Final Thought: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Justin Santiago</dc:creator>
  <cp:lastModifiedBy>Scott DeLuzio</cp:lastModifiedBy>
  <cp:revision>406</cp:revision>
  <dcterms:created xsi:type="dcterms:W3CDTF">2023-02-08T22:10:20Z</dcterms:created>
  <dcterms:modified xsi:type="dcterms:W3CDTF">2025-09-30T17:34:08Z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rticulateGUID">
    <vt:lpwstr>26082113-127E-419B-9A64-0F73B6B1AC37</vt:lpwstr>
  </property>
  <property fmtid="{D5CDD505-2E9C-101B-9397-08002B2CF9AE}" pid="3" name="ArticulatePath">
    <vt:lpwstr>03 - Hoshin Workshop Action Plan Training - Formatted Draft</vt:lpwstr>
  </property>
</Properties>
</file>